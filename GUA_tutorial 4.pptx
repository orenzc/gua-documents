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96" r:id="rId2"/>
    <p:sldId id="298" r:id="rId3"/>
    <p:sldId id="378" r:id="rId4"/>
    <p:sldId id="443" r:id="rId5"/>
    <p:sldId id="444" r:id="rId6"/>
    <p:sldId id="379" r:id="rId7"/>
    <p:sldId id="342" r:id="rId8"/>
    <p:sldId id="368" r:id="rId9"/>
    <p:sldId id="400" r:id="rId10"/>
    <p:sldId id="451" r:id="rId11"/>
    <p:sldId id="341" r:id="rId12"/>
    <p:sldId id="401" r:id="rId13"/>
    <p:sldId id="452" r:id="rId14"/>
    <p:sldId id="346" r:id="rId15"/>
    <p:sldId id="402" r:id="rId16"/>
    <p:sldId id="453" r:id="rId17"/>
    <p:sldId id="390" r:id="rId18"/>
    <p:sldId id="348" r:id="rId19"/>
    <p:sldId id="454" r:id="rId20"/>
    <p:sldId id="361" r:id="rId21"/>
    <p:sldId id="404" r:id="rId22"/>
    <p:sldId id="455" r:id="rId23"/>
    <p:sldId id="356" r:id="rId24"/>
    <p:sldId id="405" r:id="rId25"/>
    <p:sldId id="456" r:id="rId26"/>
    <p:sldId id="352" r:id="rId27"/>
    <p:sldId id="406" r:id="rId28"/>
    <p:sldId id="457" r:id="rId29"/>
    <p:sldId id="399" r:id="rId30"/>
    <p:sldId id="407" r:id="rId31"/>
    <p:sldId id="458" r:id="rId32"/>
    <p:sldId id="380" r:id="rId33"/>
    <p:sldId id="375" r:id="rId34"/>
    <p:sldId id="471" r:id="rId35"/>
    <p:sldId id="475" r:id="rId36"/>
    <p:sldId id="476" r:id="rId37"/>
    <p:sldId id="412" r:id="rId38"/>
    <p:sldId id="415" r:id="rId39"/>
    <p:sldId id="468" r:id="rId40"/>
    <p:sldId id="460" r:id="rId41"/>
    <p:sldId id="417" r:id="rId42"/>
    <p:sldId id="419" r:id="rId43"/>
    <p:sldId id="461" r:id="rId44"/>
    <p:sldId id="477" r:id="rId45"/>
    <p:sldId id="424" r:id="rId46"/>
    <p:sldId id="422" r:id="rId47"/>
    <p:sldId id="462" r:id="rId48"/>
    <p:sldId id="478" r:id="rId49"/>
    <p:sldId id="425" r:id="rId50"/>
    <p:sldId id="427" r:id="rId51"/>
    <p:sldId id="463" r:id="rId52"/>
    <p:sldId id="479" r:id="rId53"/>
    <p:sldId id="430" r:id="rId54"/>
    <p:sldId id="432" r:id="rId55"/>
    <p:sldId id="464" r:id="rId56"/>
    <p:sldId id="480" r:id="rId57"/>
    <p:sldId id="434" r:id="rId58"/>
    <p:sldId id="436" r:id="rId59"/>
    <p:sldId id="465" r:id="rId60"/>
    <p:sldId id="481" r:id="rId61"/>
    <p:sldId id="438" r:id="rId62"/>
    <p:sldId id="440" r:id="rId63"/>
    <p:sldId id="467" r:id="rId64"/>
    <p:sldId id="482" r:id="rId65"/>
    <p:sldId id="336" r:id="rId66"/>
    <p:sldId id="442" r:id="rId67"/>
    <p:sldId id="445" r:id="rId68"/>
    <p:sldId id="327" r:id="rId69"/>
    <p:sldId id="366" r:id="rId70"/>
    <p:sldId id="367" r:id="rId71"/>
    <p:sldId id="446" r:id="rId72"/>
    <p:sldId id="447" r:id="rId73"/>
    <p:sldId id="448" r:id="rId74"/>
    <p:sldId id="374" r:id="rId75"/>
    <p:sldId id="449" r:id="rId76"/>
    <p:sldId id="450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CC364-5510-4373-859B-34602B90A3E2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1B7D4-72D1-40EE-A487-C8B3D6084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37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1B7D4-72D1-40EE-A487-C8B3D6084C2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05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5607-CA42-9B28-36FF-4701DA708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8DCC3-761E-0C24-9D83-32490790E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B83C-4988-0005-295F-645ACE451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626B5-EA18-0F5C-2CBA-ADD6F5D6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D6705-43E4-8CA4-8256-CD8898C5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52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DCCC-5EB7-22CA-7C00-77B8F8B7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4E1EC-24BA-EFD1-5562-CAA97DEE4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023B0-7266-D111-55D2-A61A425C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D40A9-28B4-6DD7-A7FB-4C141FB68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D9621-C522-692C-F7DF-63B83BB2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0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BB72-6B05-0614-7C89-85D123A8B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4A8F0-3E4C-D529-8A39-309C31746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F7244-4114-073D-1387-FF2BD199E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79BBA-8DCE-A072-9EC4-B55425123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EDCD2-4284-A60D-1DB9-D8E5A077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4EEF3-C454-CCF0-DB07-1564E55D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DEAB9-B841-E83B-69F1-DDE35D735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111E9-41F3-CAD4-852F-D0D884321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2F0B3-2FA5-3577-F902-E0CD82C66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5F7EA-3ACB-1058-6F43-ED1311B95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73C26-777E-EFE7-AB14-7404D4BC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63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E0D85-20BC-7BAE-6030-CABAD4A3A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B3B59-7D7A-0300-4994-6CA9B0971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0342B-E6A5-3262-DECC-40562C9B9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DBE5A3-F851-DFDA-100E-74385D9E0A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D1561D-93D8-7D65-8F0C-65A3EAC6C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D3E73-1E8A-6704-2C6C-6DAA8F8E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B6B75A-E510-948B-F229-13B761F4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E250C5-2A6E-BF5C-BCB5-7723B5D7B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06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DC3C-6402-C5F6-2C9C-19BECDCC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B3A9D6-F77C-F80B-1C4F-C652FC6D9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F4608-A5C7-2B38-D7B3-48687541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3249CD-50BE-17BE-406C-2E5368CEC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35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E70214-D9DD-60C4-BD41-94A26EDC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7C030-5D63-EA0E-2012-A0B7CA12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5027A-25CD-EEFD-9C93-4D314733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4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651E-1B03-11BD-E17F-223690CBA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14EB-6275-A8DF-2868-055A80E24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D8926-2585-E67B-B72E-C05920547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AA7EE-033F-A7D1-6C95-28EF0852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9B371-097E-A948-D9FE-D1F334A4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7C15C-4FD4-CCDB-CFD4-BEAA4B29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4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F781C-279D-A918-5FAD-6A18E4C8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B87DDA-8BF8-17C1-EE84-DC7C6CEBE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11BBA-5E93-30AB-2E82-6C85DEAA5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96547-A323-81E2-A78B-D04C74D4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042F6-5B9C-4C25-5F42-58A23A7E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08827-E174-3790-0CBC-86E9EC4D3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7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14456-B52C-4529-C6D4-C716A284D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AAC5A-66A3-922E-60DD-3670F37C4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F419E-1DCC-7783-53DC-341EA43A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8A681-9ACC-B869-1417-286016DF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DD151-CF43-09EF-CA88-BA873C50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24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A31909-9DDC-3D28-C995-5D6ABF33B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34DD8-D9D3-9473-E52A-BCDBA9DCE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700D5-DA28-EF7D-2615-6A949576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2E0BE-C0A9-724A-FA7D-0577F1DE3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5DF59-79E4-64B6-05C8-D3588D6E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4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4C635-A040-806E-66F7-3C957F8E7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DBAB6-F8B8-AC67-4C7F-54E395FF5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317F3-B141-2268-99BE-730FDE2EDF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8FFEE-96DD-411E-9212-115A8E86985E}" type="datetimeFigureOut">
              <a:rPr lang="en-US" smtClean="0"/>
              <a:t>2026-03-30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4D1BC-B693-119E-9D67-823628031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06E1A-AF5B-3066-4AF5-DEC394C47C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AB0BC-59A2-4149-A0EE-71FE06EE1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27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26" Type="http://schemas.openxmlformats.org/officeDocument/2006/relationships/image" Target="../media/image25.jpg"/><Relationship Id="rId3" Type="http://schemas.openxmlformats.org/officeDocument/2006/relationships/image" Target="../media/image2.png"/><Relationship Id="rId21" Type="http://schemas.openxmlformats.org/officeDocument/2006/relationships/image" Target="../media/image20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5" Type="http://schemas.openxmlformats.org/officeDocument/2006/relationships/image" Target="../media/image24.jpg"/><Relationship Id="rId2" Type="http://schemas.openxmlformats.org/officeDocument/2006/relationships/image" Target="../media/image1.png"/><Relationship Id="rId16" Type="http://schemas.openxmlformats.org/officeDocument/2006/relationships/image" Target="../media/image15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24" Type="http://schemas.openxmlformats.org/officeDocument/2006/relationships/image" Target="../media/image23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23" Type="http://schemas.openxmlformats.org/officeDocument/2006/relationships/image" Target="../media/image22.jpg"/><Relationship Id="rId28" Type="http://schemas.openxmlformats.org/officeDocument/2006/relationships/image" Target="../media/image27.jp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Relationship Id="rId22" Type="http://schemas.openxmlformats.org/officeDocument/2006/relationships/image" Target="../media/image21.jpg"/><Relationship Id="rId27" Type="http://schemas.openxmlformats.org/officeDocument/2006/relationships/image" Target="../media/image26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Relationship Id="rId27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26" Type="http://schemas.openxmlformats.org/officeDocument/2006/relationships/image" Target="../media/image9.jpg"/><Relationship Id="rId3" Type="http://schemas.openxmlformats.org/officeDocument/2006/relationships/image" Target="../media/image4.jpg"/><Relationship Id="rId21" Type="http://schemas.openxmlformats.org/officeDocument/2006/relationships/image" Target="../media/image24.jpg"/><Relationship Id="rId7" Type="http://schemas.openxmlformats.org/officeDocument/2006/relationships/image" Target="../media/image8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3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4.jpg"/><Relationship Id="rId24" Type="http://schemas.openxmlformats.org/officeDocument/2006/relationships/image" Target="../media/image27.jpg"/><Relationship Id="rId5" Type="http://schemas.openxmlformats.org/officeDocument/2006/relationships/image" Target="../media/image6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3.jpg"/><Relationship Id="rId19" Type="http://schemas.openxmlformats.org/officeDocument/2006/relationships/image" Target="../media/image22.jpg"/><Relationship Id="rId4" Type="http://schemas.openxmlformats.org/officeDocument/2006/relationships/image" Target="../media/image5.jp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image" Target="../media/image25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4.jpg"/><Relationship Id="rId21" Type="http://schemas.openxmlformats.org/officeDocument/2006/relationships/image" Target="../media/image23.jpg"/><Relationship Id="rId7" Type="http://schemas.openxmlformats.org/officeDocument/2006/relationships/image" Target="../media/image8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3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6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26" Type="http://schemas.openxmlformats.org/officeDocument/2006/relationships/image" Target="../media/image9.jpg"/><Relationship Id="rId3" Type="http://schemas.openxmlformats.org/officeDocument/2006/relationships/image" Target="../media/image4.jpg"/><Relationship Id="rId21" Type="http://schemas.openxmlformats.org/officeDocument/2006/relationships/image" Target="../media/image24.jpg"/><Relationship Id="rId7" Type="http://schemas.openxmlformats.org/officeDocument/2006/relationships/image" Target="../media/image8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3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4.jpg"/><Relationship Id="rId24" Type="http://schemas.openxmlformats.org/officeDocument/2006/relationships/image" Target="../media/image27.jpg"/><Relationship Id="rId5" Type="http://schemas.openxmlformats.org/officeDocument/2006/relationships/image" Target="../media/image6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3.jpg"/><Relationship Id="rId19" Type="http://schemas.openxmlformats.org/officeDocument/2006/relationships/image" Target="../media/image22.jpg"/><Relationship Id="rId4" Type="http://schemas.openxmlformats.org/officeDocument/2006/relationships/image" Target="../media/image5.jp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image" Target="../media/image25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26" Type="http://schemas.openxmlformats.org/officeDocument/2006/relationships/image" Target="../media/image9.jpg"/><Relationship Id="rId3" Type="http://schemas.openxmlformats.org/officeDocument/2006/relationships/image" Target="../media/image4.jpg"/><Relationship Id="rId21" Type="http://schemas.openxmlformats.org/officeDocument/2006/relationships/image" Target="../media/image24.jpg"/><Relationship Id="rId7" Type="http://schemas.openxmlformats.org/officeDocument/2006/relationships/image" Target="../media/image8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3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4.jpg"/><Relationship Id="rId24" Type="http://schemas.openxmlformats.org/officeDocument/2006/relationships/image" Target="../media/image27.jpg"/><Relationship Id="rId5" Type="http://schemas.openxmlformats.org/officeDocument/2006/relationships/image" Target="../media/image6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3.jpg"/><Relationship Id="rId19" Type="http://schemas.openxmlformats.org/officeDocument/2006/relationships/image" Target="../media/image22.jpg"/><Relationship Id="rId4" Type="http://schemas.openxmlformats.org/officeDocument/2006/relationships/image" Target="../media/image5.jp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image" Target="../media/image25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26" Type="http://schemas.openxmlformats.org/officeDocument/2006/relationships/image" Target="../media/image9.jpg"/><Relationship Id="rId3" Type="http://schemas.openxmlformats.org/officeDocument/2006/relationships/image" Target="../media/image4.jpg"/><Relationship Id="rId21" Type="http://schemas.openxmlformats.org/officeDocument/2006/relationships/image" Target="../media/image24.jpg"/><Relationship Id="rId7" Type="http://schemas.openxmlformats.org/officeDocument/2006/relationships/image" Target="../media/image8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3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4.jpg"/><Relationship Id="rId24" Type="http://schemas.openxmlformats.org/officeDocument/2006/relationships/image" Target="../media/image27.jpg"/><Relationship Id="rId5" Type="http://schemas.openxmlformats.org/officeDocument/2006/relationships/image" Target="../media/image6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3.jpg"/><Relationship Id="rId19" Type="http://schemas.openxmlformats.org/officeDocument/2006/relationships/image" Target="../media/image22.jpg"/><Relationship Id="rId4" Type="http://schemas.openxmlformats.org/officeDocument/2006/relationships/image" Target="../media/image5.jp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image" Target="../media/image25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26" Type="http://schemas.openxmlformats.org/officeDocument/2006/relationships/image" Target="../media/image9.jpg"/><Relationship Id="rId3" Type="http://schemas.openxmlformats.org/officeDocument/2006/relationships/image" Target="../media/image4.jpg"/><Relationship Id="rId21" Type="http://schemas.openxmlformats.org/officeDocument/2006/relationships/image" Target="../media/image24.jpg"/><Relationship Id="rId7" Type="http://schemas.openxmlformats.org/officeDocument/2006/relationships/image" Target="../media/image8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3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4.jpg"/><Relationship Id="rId24" Type="http://schemas.openxmlformats.org/officeDocument/2006/relationships/image" Target="../media/image27.jpg"/><Relationship Id="rId5" Type="http://schemas.openxmlformats.org/officeDocument/2006/relationships/image" Target="../media/image6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3.jpg"/><Relationship Id="rId19" Type="http://schemas.openxmlformats.org/officeDocument/2006/relationships/image" Target="../media/image22.jpg"/><Relationship Id="rId4" Type="http://schemas.openxmlformats.org/officeDocument/2006/relationships/image" Target="../media/image5.jp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image" Target="../media/image25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1.jpg"/><Relationship Id="rId26" Type="http://schemas.openxmlformats.org/officeDocument/2006/relationships/image" Target="../media/image17.jpg"/><Relationship Id="rId3" Type="http://schemas.openxmlformats.org/officeDocument/2006/relationships/image" Target="../media/image3.jpg"/><Relationship Id="rId21" Type="http://schemas.openxmlformats.org/officeDocument/2006/relationships/image" Target="../media/image24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9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7.jpg"/><Relationship Id="rId5" Type="http://schemas.openxmlformats.org/officeDocument/2006/relationships/image" Target="../media/image5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2.jpg"/><Relationship Id="rId19" Type="http://schemas.openxmlformats.org/officeDocument/2006/relationships/image" Target="../media/image22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5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1.jpg"/><Relationship Id="rId26" Type="http://schemas.openxmlformats.org/officeDocument/2006/relationships/image" Target="../media/image17.jpg"/><Relationship Id="rId3" Type="http://schemas.openxmlformats.org/officeDocument/2006/relationships/image" Target="../media/image3.jpg"/><Relationship Id="rId21" Type="http://schemas.openxmlformats.org/officeDocument/2006/relationships/image" Target="../media/image24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9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7.jpg"/><Relationship Id="rId5" Type="http://schemas.openxmlformats.org/officeDocument/2006/relationships/image" Target="../media/image5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2.jpg"/><Relationship Id="rId19" Type="http://schemas.openxmlformats.org/officeDocument/2006/relationships/image" Target="../media/image22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5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1.jpg"/><Relationship Id="rId26" Type="http://schemas.openxmlformats.org/officeDocument/2006/relationships/image" Target="../media/image17.jpg"/><Relationship Id="rId3" Type="http://schemas.openxmlformats.org/officeDocument/2006/relationships/image" Target="../media/image3.jpg"/><Relationship Id="rId21" Type="http://schemas.openxmlformats.org/officeDocument/2006/relationships/image" Target="../media/image24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9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7.jpg"/><Relationship Id="rId5" Type="http://schemas.openxmlformats.org/officeDocument/2006/relationships/image" Target="../media/image5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2.jpg"/><Relationship Id="rId19" Type="http://schemas.openxmlformats.org/officeDocument/2006/relationships/image" Target="../media/image22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5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26" Type="http://schemas.openxmlformats.org/officeDocument/2006/relationships/image" Target="../media/image9.jpg"/><Relationship Id="rId3" Type="http://schemas.openxmlformats.org/officeDocument/2006/relationships/image" Target="../media/image4.jpg"/><Relationship Id="rId21" Type="http://schemas.openxmlformats.org/officeDocument/2006/relationships/image" Target="../media/image24.jpg"/><Relationship Id="rId7" Type="http://schemas.openxmlformats.org/officeDocument/2006/relationships/image" Target="../media/image8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3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4.jpg"/><Relationship Id="rId24" Type="http://schemas.openxmlformats.org/officeDocument/2006/relationships/image" Target="../media/image27.jpg"/><Relationship Id="rId5" Type="http://schemas.openxmlformats.org/officeDocument/2006/relationships/image" Target="../media/image6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3.jpg"/><Relationship Id="rId19" Type="http://schemas.openxmlformats.org/officeDocument/2006/relationships/image" Target="../media/image22.jpg"/><Relationship Id="rId4" Type="http://schemas.openxmlformats.org/officeDocument/2006/relationships/image" Target="../media/image5.jp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image" Target="../media/image25.jp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6.jpg"/><Relationship Id="rId18" Type="http://schemas.openxmlformats.org/officeDocument/2006/relationships/image" Target="../media/image21.jpg"/><Relationship Id="rId26" Type="http://schemas.openxmlformats.org/officeDocument/2006/relationships/image" Target="../media/image9.jpg"/><Relationship Id="rId3" Type="http://schemas.openxmlformats.org/officeDocument/2006/relationships/image" Target="../media/image4.jpg"/><Relationship Id="rId21" Type="http://schemas.openxmlformats.org/officeDocument/2006/relationships/image" Target="../media/image24.jpg"/><Relationship Id="rId7" Type="http://schemas.openxmlformats.org/officeDocument/2006/relationships/image" Target="../media/image8.jpg"/><Relationship Id="rId12" Type="http://schemas.openxmlformats.org/officeDocument/2006/relationships/image" Target="../media/image15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3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4.jpg"/><Relationship Id="rId24" Type="http://schemas.openxmlformats.org/officeDocument/2006/relationships/image" Target="../media/image27.jpg"/><Relationship Id="rId5" Type="http://schemas.openxmlformats.org/officeDocument/2006/relationships/image" Target="../media/image6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3.jpg"/><Relationship Id="rId19" Type="http://schemas.openxmlformats.org/officeDocument/2006/relationships/image" Target="../media/image22.jpg"/><Relationship Id="rId4" Type="http://schemas.openxmlformats.org/officeDocument/2006/relationships/image" Target="../media/image5.jpg"/><Relationship Id="rId9" Type="http://schemas.openxmlformats.org/officeDocument/2006/relationships/image" Target="../media/image12.jpg"/><Relationship Id="rId14" Type="http://schemas.openxmlformats.org/officeDocument/2006/relationships/image" Target="../media/image17.jpg"/><Relationship Id="rId22" Type="http://schemas.openxmlformats.org/officeDocument/2006/relationships/image" Target="../media/image25.jp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9.jpg"/><Relationship Id="rId21" Type="http://schemas.openxmlformats.org/officeDocument/2006/relationships/image" Target="../media/image22.jpg"/><Relationship Id="rId7" Type="http://schemas.openxmlformats.org/officeDocument/2006/relationships/image" Target="../media/image6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11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4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10" Type="http://schemas.openxmlformats.org/officeDocument/2006/relationships/image" Target="../media/image10.jpg"/><Relationship Id="rId19" Type="http://schemas.openxmlformats.org/officeDocument/2006/relationships/image" Target="../media/image20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9.jpg"/><Relationship Id="rId21" Type="http://schemas.openxmlformats.org/officeDocument/2006/relationships/image" Target="../media/image22.jpg"/><Relationship Id="rId7" Type="http://schemas.openxmlformats.org/officeDocument/2006/relationships/image" Target="../media/image6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11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4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10" Type="http://schemas.openxmlformats.org/officeDocument/2006/relationships/image" Target="../media/image10.jpg"/><Relationship Id="rId19" Type="http://schemas.openxmlformats.org/officeDocument/2006/relationships/image" Target="../media/image20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9.jpg"/><Relationship Id="rId21" Type="http://schemas.openxmlformats.org/officeDocument/2006/relationships/image" Target="../media/image22.jpg"/><Relationship Id="rId7" Type="http://schemas.openxmlformats.org/officeDocument/2006/relationships/image" Target="../media/image6.jpg"/><Relationship Id="rId12" Type="http://schemas.openxmlformats.org/officeDocument/2006/relationships/image" Target="../media/image13.jp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11.jpg"/><Relationship Id="rId16" Type="http://schemas.openxmlformats.org/officeDocument/2006/relationships/image" Target="../media/image17.jp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4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10" Type="http://schemas.openxmlformats.org/officeDocument/2006/relationships/image" Target="../media/image10.jpg"/><Relationship Id="rId19" Type="http://schemas.openxmlformats.org/officeDocument/2006/relationships/image" Target="../media/image20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1.jpg"/><Relationship Id="rId26" Type="http://schemas.openxmlformats.org/officeDocument/2006/relationships/image" Target="../media/image17.jpg"/><Relationship Id="rId3" Type="http://schemas.openxmlformats.org/officeDocument/2006/relationships/image" Target="../media/image3.jpg"/><Relationship Id="rId21" Type="http://schemas.openxmlformats.org/officeDocument/2006/relationships/image" Target="../media/image24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9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7.jpg"/><Relationship Id="rId5" Type="http://schemas.openxmlformats.org/officeDocument/2006/relationships/image" Target="../media/image5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2.jpg"/><Relationship Id="rId19" Type="http://schemas.openxmlformats.org/officeDocument/2006/relationships/image" Target="../media/image22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5.jp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1.jpg"/><Relationship Id="rId26" Type="http://schemas.openxmlformats.org/officeDocument/2006/relationships/image" Target="../media/image17.jpg"/><Relationship Id="rId3" Type="http://schemas.openxmlformats.org/officeDocument/2006/relationships/image" Target="../media/image3.jpg"/><Relationship Id="rId21" Type="http://schemas.openxmlformats.org/officeDocument/2006/relationships/image" Target="../media/image24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9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7.jpg"/><Relationship Id="rId5" Type="http://schemas.openxmlformats.org/officeDocument/2006/relationships/image" Target="../media/image5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2.jpg"/><Relationship Id="rId19" Type="http://schemas.openxmlformats.org/officeDocument/2006/relationships/image" Target="../media/image22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5.jp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1.jpg"/><Relationship Id="rId26" Type="http://schemas.openxmlformats.org/officeDocument/2006/relationships/image" Target="../media/image17.jpg"/><Relationship Id="rId3" Type="http://schemas.openxmlformats.org/officeDocument/2006/relationships/image" Target="../media/image3.jpg"/><Relationship Id="rId21" Type="http://schemas.openxmlformats.org/officeDocument/2006/relationships/image" Target="../media/image24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9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7.jpg"/><Relationship Id="rId5" Type="http://schemas.openxmlformats.org/officeDocument/2006/relationships/image" Target="../media/image5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2.jpg"/><Relationship Id="rId19" Type="http://schemas.openxmlformats.org/officeDocument/2006/relationships/image" Target="../media/image22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5.jp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1.jpg"/><Relationship Id="rId26" Type="http://schemas.openxmlformats.org/officeDocument/2006/relationships/image" Target="../media/image17.jpg"/><Relationship Id="rId3" Type="http://schemas.openxmlformats.org/officeDocument/2006/relationships/image" Target="../media/image3.jpg"/><Relationship Id="rId21" Type="http://schemas.openxmlformats.org/officeDocument/2006/relationships/image" Target="../media/image24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20.jpg"/><Relationship Id="rId25" Type="http://schemas.openxmlformats.org/officeDocument/2006/relationships/image" Target="../media/image11.jpg"/><Relationship Id="rId2" Type="http://schemas.openxmlformats.org/officeDocument/2006/relationships/image" Target="../media/image9.jpg"/><Relationship Id="rId16" Type="http://schemas.openxmlformats.org/officeDocument/2006/relationships/image" Target="../media/image19.jpg"/><Relationship Id="rId2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7.jpg"/><Relationship Id="rId5" Type="http://schemas.openxmlformats.org/officeDocument/2006/relationships/image" Target="../media/image5.jpg"/><Relationship Id="rId15" Type="http://schemas.openxmlformats.org/officeDocument/2006/relationships/image" Target="../media/image18.jpg"/><Relationship Id="rId23" Type="http://schemas.openxmlformats.org/officeDocument/2006/relationships/image" Target="../media/image26.jpg"/><Relationship Id="rId10" Type="http://schemas.openxmlformats.org/officeDocument/2006/relationships/image" Target="../media/image12.jpg"/><Relationship Id="rId19" Type="http://schemas.openxmlformats.org/officeDocument/2006/relationships/image" Target="../media/image22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5.jp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3.jpg"/><Relationship Id="rId21" Type="http://schemas.openxmlformats.org/officeDocument/2006/relationships/image" Target="../media/image23.jpg"/><Relationship Id="rId7" Type="http://schemas.openxmlformats.org/officeDocument/2006/relationships/image" Target="../media/image7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9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5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4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4.jpg"/><Relationship Id="rId21" Type="http://schemas.openxmlformats.org/officeDocument/2006/relationships/image" Target="../media/image23.jpg"/><Relationship Id="rId7" Type="http://schemas.openxmlformats.org/officeDocument/2006/relationships/image" Target="../media/image8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3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6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1.jpg"/><Relationship Id="rId3" Type="http://schemas.openxmlformats.org/officeDocument/2006/relationships/image" Target="../media/image4.jpg"/><Relationship Id="rId21" Type="http://schemas.openxmlformats.org/officeDocument/2006/relationships/image" Target="../media/image23.jpg"/><Relationship Id="rId7" Type="http://schemas.openxmlformats.org/officeDocument/2006/relationships/image" Target="../media/image8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3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6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12.jpg"/><Relationship Id="rId19" Type="http://schemas.openxmlformats.org/officeDocument/2006/relationships/image" Target="../media/image2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13" Type="http://schemas.openxmlformats.org/officeDocument/2006/relationships/image" Target="../media/image18.jpg"/><Relationship Id="rId18" Type="http://schemas.openxmlformats.org/officeDocument/2006/relationships/image" Target="../media/image23.jpg"/><Relationship Id="rId26" Type="http://schemas.openxmlformats.org/officeDocument/2006/relationships/image" Target="../media/image12.jpg"/><Relationship Id="rId3" Type="http://schemas.openxmlformats.org/officeDocument/2006/relationships/image" Target="../media/image4.jpg"/><Relationship Id="rId21" Type="http://schemas.openxmlformats.org/officeDocument/2006/relationships/image" Target="../media/image26.jpg"/><Relationship Id="rId7" Type="http://schemas.openxmlformats.org/officeDocument/2006/relationships/image" Target="../media/image10.jpg"/><Relationship Id="rId12" Type="http://schemas.openxmlformats.org/officeDocument/2006/relationships/image" Target="../media/image17.jpg"/><Relationship Id="rId17" Type="http://schemas.openxmlformats.org/officeDocument/2006/relationships/image" Target="../media/image22.jpg"/><Relationship Id="rId25" Type="http://schemas.openxmlformats.org/officeDocument/2006/relationships/image" Target="../media/image8.jpg"/><Relationship Id="rId2" Type="http://schemas.openxmlformats.org/officeDocument/2006/relationships/image" Target="../media/image3.jpg"/><Relationship Id="rId16" Type="http://schemas.openxmlformats.org/officeDocument/2006/relationships/image" Target="../media/image21.jpg"/><Relationship Id="rId20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6.jpg"/><Relationship Id="rId24" Type="http://schemas.openxmlformats.org/officeDocument/2006/relationships/image" Target="../media/image9.jpg"/><Relationship Id="rId5" Type="http://schemas.openxmlformats.org/officeDocument/2006/relationships/image" Target="../media/image6.jpg"/><Relationship Id="rId15" Type="http://schemas.openxmlformats.org/officeDocument/2006/relationships/image" Target="../media/image20.jpg"/><Relationship Id="rId23" Type="http://schemas.openxmlformats.org/officeDocument/2006/relationships/image" Target="../media/image11.jpg"/><Relationship Id="rId10" Type="http://schemas.openxmlformats.org/officeDocument/2006/relationships/image" Target="../media/image15.jpg"/><Relationship Id="rId19" Type="http://schemas.openxmlformats.org/officeDocument/2006/relationships/image" Target="../media/image24.jpg"/><Relationship Id="rId4" Type="http://schemas.openxmlformats.org/officeDocument/2006/relationships/image" Target="../media/image5.jpg"/><Relationship Id="rId9" Type="http://schemas.openxmlformats.org/officeDocument/2006/relationships/image" Target="../media/image14.jpg"/><Relationship Id="rId14" Type="http://schemas.openxmlformats.org/officeDocument/2006/relationships/image" Target="../media/image19.jpg"/><Relationship Id="rId22" Type="http://schemas.openxmlformats.org/officeDocument/2006/relationships/image" Target="../media/image27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2.jpg"/><Relationship Id="rId3" Type="http://schemas.openxmlformats.org/officeDocument/2006/relationships/image" Target="../media/image10.jpg"/><Relationship Id="rId21" Type="http://schemas.openxmlformats.org/officeDocument/2006/relationships/image" Target="../media/image23.jpg"/><Relationship Id="rId7" Type="http://schemas.openxmlformats.org/officeDocument/2006/relationships/image" Target="../media/image4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11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9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7.jpg"/><Relationship Id="rId19" Type="http://schemas.openxmlformats.org/officeDocument/2006/relationships/image" Target="../media/image21.jpg"/><Relationship Id="rId4" Type="http://schemas.openxmlformats.org/officeDocument/2006/relationships/image" Target="../media/image8.jpg"/><Relationship Id="rId9" Type="http://schemas.openxmlformats.org/officeDocument/2006/relationships/image" Target="../media/image6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2.jpg"/><Relationship Id="rId3" Type="http://schemas.openxmlformats.org/officeDocument/2006/relationships/image" Target="../media/image10.jpg"/><Relationship Id="rId21" Type="http://schemas.openxmlformats.org/officeDocument/2006/relationships/image" Target="../media/image23.jpg"/><Relationship Id="rId7" Type="http://schemas.openxmlformats.org/officeDocument/2006/relationships/image" Target="../media/image4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11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9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7.jpg"/><Relationship Id="rId19" Type="http://schemas.openxmlformats.org/officeDocument/2006/relationships/image" Target="../media/image21.jpg"/><Relationship Id="rId4" Type="http://schemas.openxmlformats.org/officeDocument/2006/relationships/image" Target="../media/image8.jpg"/><Relationship Id="rId9" Type="http://schemas.openxmlformats.org/officeDocument/2006/relationships/image" Target="../media/image6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2.jpg"/><Relationship Id="rId3" Type="http://schemas.openxmlformats.org/officeDocument/2006/relationships/image" Target="../media/image10.jpg"/><Relationship Id="rId21" Type="http://schemas.openxmlformats.org/officeDocument/2006/relationships/image" Target="../media/image23.jpg"/><Relationship Id="rId7" Type="http://schemas.openxmlformats.org/officeDocument/2006/relationships/image" Target="../media/image4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11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9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7.jpg"/><Relationship Id="rId19" Type="http://schemas.openxmlformats.org/officeDocument/2006/relationships/image" Target="../media/image21.jpg"/><Relationship Id="rId4" Type="http://schemas.openxmlformats.org/officeDocument/2006/relationships/image" Target="../media/image8.jpg"/><Relationship Id="rId9" Type="http://schemas.openxmlformats.org/officeDocument/2006/relationships/image" Target="../media/image6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image" Target="../media/image15.jpg"/><Relationship Id="rId18" Type="http://schemas.openxmlformats.org/officeDocument/2006/relationships/image" Target="../media/image20.jpg"/><Relationship Id="rId26" Type="http://schemas.openxmlformats.org/officeDocument/2006/relationships/image" Target="../media/image12.jpg"/><Relationship Id="rId3" Type="http://schemas.openxmlformats.org/officeDocument/2006/relationships/image" Target="../media/image10.jpg"/><Relationship Id="rId21" Type="http://schemas.openxmlformats.org/officeDocument/2006/relationships/image" Target="../media/image23.jpg"/><Relationship Id="rId7" Type="http://schemas.openxmlformats.org/officeDocument/2006/relationships/image" Target="../media/image4.jpg"/><Relationship Id="rId12" Type="http://schemas.openxmlformats.org/officeDocument/2006/relationships/image" Target="../media/image14.jpg"/><Relationship Id="rId17" Type="http://schemas.openxmlformats.org/officeDocument/2006/relationships/image" Target="../media/image19.jpg"/><Relationship Id="rId25" Type="http://schemas.openxmlformats.org/officeDocument/2006/relationships/image" Target="../media/image27.jpg"/><Relationship Id="rId2" Type="http://schemas.openxmlformats.org/officeDocument/2006/relationships/image" Target="../media/image11.jpg"/><Relationship Id="rId16" Type="http://schemas.openxmlformats.org/officeDocument/2006/relationships/image" Target="../media/image18.jpg"/><Relationship Id="rId20" Type="http://schemas.openxmlformats.org/officeDocument/2006/relationships/image" Target="../media/image22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11" Type="http://schemas.openxmlformats.org/officeDocument/2006/relationships/image" Target="../media/image13.jpg"/><Relationship Id="rId24" Type="http://schemas.openxmlformats.org/officeDocument/2006/relationships/image" Target="../media/image26.jpg"/><Relationship Id="rId5" Type="http://schemas.openxmlformats.org/officeDocument/2006/relationships/image" Target="../media/image9.jpg"/><Relationship Id="rId15" Type="http://schemas.openxmlformats.org/officeDocument/2006/relationships/image" Target="../media/image17.jpg"/><Relationship Id="rId23" Type="http://schemas.openxmlformats.org/officeDocument/2006/relationships/image" Target="../media/image25.jpg"/><Relationship Id="rId10" Type="http://schemas.openxmlformats.org/officeDocument/2006/relationships/image" Target="../media/image7.jpg"/><Relationship Id="rId19" Type="http://schemas.openxmlformats.org/officeDocument/2006/relationships/image" Target="../media/image21.jpg"/><Relationship Id="rId4" Type="http://schemas.openxmlformats.org/officeDocument/2006/relationships/image" Target="../media/image8.jpg"/><Relationship Id="rId9" Type="http://schemas.openxmlformats.org/officeDocument/2006/relationships/image" Target="../media/image6.jpg"/><Relationship Id="rId14" Type="http://schemas.openxmlformats.org/officeDocument/2006/relationships/image" Target="../media/image16.jpg"/><Relationship Id="rId22" Type="http://schemas.openxmlformats.org/officeDocument/2006/relationships/image" Target="../media/image24.jp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13" Type="http://schemas.openxmlformats.org/officeDocument/2006/relationships/image" Target="../media/image18.jpg"/><Relationship Id="rId18" Type="http://schemas.openxmlformats.org/officeDocument/2006/relationships/image" Target="../media/image23.jpg"/><Relationship Id="rId26" Type="http://schemas.openxmlformats.org/officeDocument/2006/relationships/image" Target="../media/image12.jpg"/><Relationship Id="rId3" Type="http://schemas.openxmlformats.org/officeDocument/2006/relationships/image" Target="../media/image4.jpg"/><Relationship Id="rId21" Type="http://schemas.openxmlformats.org/officeDocument/2006/relationships/image" Target="../media/image26.jpg"/><Relationship Id="rId7" Type="http://schemas.openxmlformats.org/officeDocument/2006/relationships/image" Target="../media/image10.jpg"/><Relationship Id="rId12" Type="http://schemas.openxmlformats.org/officeDocument/2006/relationships/image" Target="../media/image17.jpg"/><Relationship Id="rId17" Type="http://schemas.openxmlformats.org/officeDocument/2006/relationships/image" Target="../media/image22.jpg"/><Relationship Id="rId25" Type="http://schemas.openxmlformats.org/officeDocument/2006/relationships/image" Target="../media/image8.jpg"/><Relationship Id="rId2" Type="http://schemas.openxmlformats.org/officeDocument/2006/relationships/image" Target="../media/image3.jpg"/><Relationship Id="rId16" Type="http://schemas.openxmlformats.org/officeDocument/2006/relationships/image" Target="../media/image21.jpg"/><Relationship Id="rId20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6.jpg"/><Relationship Id="rId24" Type="http://schemas.openxmlformats.org/officeDocument/2006/relationships/image" Target="../media/image9.jpg"/><Relationship Id="rId5" Type="http://schemas.openxmlformats.org/officeDocument/2006/relationships/image" Target="../media/image6.jpg"/><Relationship Id="rId15" Type="http://schemas.openxmlformats.org/officeDocument/2006/relationships/image" Target="../media/image20.jpg"/><Relationship Id="rId23" Type="http://schemas.openxmlformats.org/officeDocument/2006/relationships/image" Target="../media/image11.jpg"/><Relationship Id="rId10" Type="http://schemas.openxmlformats.org/officeDocument/2006/relationships/image" Target="../media/image15.jpg"/><Relationship Id="rId19" Type="http://schemas.openxmlformats.org/officeDocument/2006/relationships/image" Target="../media/image24.jpg"/><Relationship Id="rId4" Type="http://schemas.openxmlformats.org/officeDocument/2006/relationships/image" Target="../media/image5.jpg"/><Relationship Id="rId9" Type="http://schemas.openxmlformats.org/officeDocument/2006/relationships/image" Target="../media/image14.jpg"/><Relationship Id="rId14" Type="http://schemas.openxmlformats.org/officeDocument/2006/relationships/image" Target="../media/image19.jpg"/><Relationship Id="rId22" Type="http://schemas.openxmlformats.org/officeDocument/2006/relationships/image" Target="../media/image27.jp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13" Type="http://schemas.openxmlformats.org/officeDocument/2006/relationships/image" Target="../media/image18.jpg"/><Relationship Id="rId18" Type="http://schemas.openxmlformats.org/officeDocument/2006/relationships/image" Target="../media/image23.jpg"/><Relationship Id="rId26" Type="http://schemas.openxmlformats.org/officeDocument/2006/relationships/image" Target="../media/image12.jpg"/><Relationship Id="rId3" Type="http://schemas.openxmlformats.org/officeDocument/2006/relationships/image" Target="../media/image4.jpg"/><Relationship Id="rId21" Type="http://schemas.openxmlformats.org/officeDocument/2006/relationships/image" Target="../media/image26.jpg"/><Relationship Id="rId7" Type="http://schemas.openxmlformats.org/officeDocument/2006/relationships/image" Target="../media/image10.jpg"/><Relationship Id="rId12" Type="http://schemas.openxmlformats.org/officeDocument/2006/relationships/image" Target="../media/image17.jpg"/><Relationship Id="rId17" Type="http://schemas.openxmlformats.org/officeDocument/2006/relationships/image" Target="../media/image22.jpg"/><Relationship Id="rId25" Type="http://schemas.openxmlformats.org/officeDocument/2006/relationships/image" Target="../media/image8.jpg"/><Relationship Id="rId2" Type="http://schemas.openxmlformats.org/officeDocument/2006/relationships/image" Target="../media/image3.jpg"/><Relationship Id="rId16" Type="http://schemas.openxmlformats.org/officeDocument/2006/relationships/image" Target="../media/image21.jpg"/><Relationship Id="rId20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6.jpg"/><Relationship Id="rId24" Type="http://schemas.openxmlformats.org/officeDocument/2006/relationships/image" Target="../media/image9.jpg"/><Relationship Id="rId5" Type="http://schemas.openxmlformats.org/officeDocument/2006/relationships/image" Target="../media/image6.jpg"/><Relationship Id="rId15" Type="http://schemas.openxmlformats.org/officeDocument/2006/relationships/image" Target="../media/image20.jpg"/><Relationship Id="rId23" Type="http://schemas.openxmlformats.org/officeDocument/2006/relationships/image" Target="../media/image11.jpg"/><Relationship Id="rId10" Type="http://schemas.openxmlformats.org/officeDocument/2006/relationships/image" Target="../media/image15.jpg"/><Relationship Id="rId19" Type="http://schemas.openxmlformats.org/officeDocument/2006/relationships/image" Target="../media/image24.jpg"/><Relationship Id="rId4" Type="http://schemas.openxmlformats.org/officeDocument/2006/relationships/image" Target="../media/image5.jpg"/><Relationship Id="rId9" Type="http://schemas.openxmlformats.org/officeDocument/2006/relationships/image" Target="../media/image14.jpg"/><Relationship Id="rId14" Type="http://schemas.openxmlformats.org/officeDocument/2006/relationships/image" Target="../media/image19.jpg"/><Relationship Id="rId22" Type="http://schemas.openxmlformats.org/officeDocument/2006/relationships/image" Target="../media/image27.jp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13" Type="http://schemas.openxmlformats.org/officeDocument/2006/relationships/image" Target="../media/image18.jpg"/><Relationship Id="rId18" Type="http://schemas.openxmlformats.org/officeDocument/2006/relationships/image" Target="../media/image23.jpg"/><Relationship Id="rId26" Type="http://schemas.openxmlformats.org/officeDocument/2006/relationships/image" Target="../media/image12.jpg"/><Relationship Id="rId3" Type="http://schemas.openxmlformats.org/officeDocument/2006/relationships/image" Target="../media/image4.jpg"/><Relationship Id="rId21" Type="http://schemas.openxmlformats.org/officeDocument/2006/relationships/image" Target="../media/image26.jpg"/><Relationship Id="rId7" Type="http://schemas.openxmlformats.org/officeDocument/2006/relationships/image" Target="../media/image10.jpg"/><Relationship Id="rId12" Type="http://schemas.openxmlformats.org/officeDocument/2006/relationships/image" Target="../media/image17.jpg"/><Relationship Id="rId17" Type="http://schemas.openxmlformats.org/officeDocument/2006/relationships/image" Target="../media/image22.jpg"/><Relationship Id="rId25" Type="http://schemas.openxmlformats.org/officeDocument/2006/relationships/image" Target="../media/image8.jpg"/><Relationship Id="rId2" Type="http://schemas.openxmlformats.org/officeDocument/2006/relationships/image" Target="../media/image3.jpg"/><Relationship Id="rId16" Type="http://schemas.openxmlformats.org/officeDocument/2006/relationships/image" Target="../media/image21.jpg"/><Relationship Id="rId20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6.jpg"/><Relationship Id="rId24" Type="http://schemas.openxmlformats.org/officeDocument/2006/relationships/image" Target="../media/image9.jpg"/><Relationship Id="rId5" Type="http://schemas.openxmlformats.org/officeDocument/2006/relationships/image" Target="../media/image6.jpg"/><Relationship Id="rId15" Type="http://schemas.openxmlformats.org/officeDocument/2006/relationships/image" Target="../media/image20.jpg"/><Relationship Id="rId23" Type="http://schemas.openxmlformats.org/officeDocument/2006/relationships/image" Target="../media/image11.jpg"/><Relationship Id="rId10" Type="http://schemas.openxmlformats.org/officeDocument/2006/relationships/image" Target="../media/image15.jpg"/><Relationship Id="rId19" Type="http://schemas.openxmlformats.org/officeDocument/2006/relationships/image" Target="../media/image24.jpg"/><Relationship Id="rId4" Type="http://schemas.openxmlformats.org/officeDocument/2006/relationships/image" Target="../media/image5.jpg"/><Relationship Id="rId9" Type="http://schemas.openxmlformats.org/officeDocument/2006/relationships/image" Target="../media/image14.jpg"/><Relationship Id="rId14" Type="http://schemas.openxmlformats.org/officeDocument/2006/relationships/image" Target="../media/image19.jpg"/><Relationship Id="rId22" Type="http://schemas.openxmlformats.org/officeDocument/2006/relationships/image" Target="../media/image27.jp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13" Type="http://schemas.openxmlformats.org/officeDocument/2006/relationships/image" Target="../media/image18.jpg"/><Relationship Id="rId18" Type="http://schemas.openxmlformats.org/officeDocument/2006/relationships/image" Target="../media/image23.jpg"/><Relationship Id="rId26" Type="http://schemas.openxmlformats.org/officeDocument/2006/relationships/image" Target="../media/image12.jpg"/><Relationship Id="rId3" Type="http://schemas.openxmlformats.org/officeDocument/2006/relationships/image" Target="../media/image4.jpg"/><Relationship Id="rId21" Type="http://schemas.openxmlformats.org/officeDocument/2006/relationships/image" Target="../media/image26.jpg"/><Relationship Id="rId7" Type="http://schemas.openxmlformats.org/officeDocument/2006/relationships/image" Target="../media/image10.jpg"/><Relationship Id="rId12" Type="http://schemas.openxmlformats.org/officeDocument/2006/relationships/image" Target="../media/image17.jpg"/><Relationship Id="rId17" Type="http://schemas.openxmlformats.org/officeDocument/2006/relationships/image" Target="../media/image22.jpg"/><Relationship Id="rId25" Type="http://schemas.openxmlformats.org/officeDocument/2006/relationships/image" Target="../media/image8.jpg"/><Relationship Id="rId2" Type="http://schemas.openxmlformats.org/officeDocument/2006/relationships/image" Target="../media/image3.jpg"/><Relationship Id="rId16" Type="http://schemas.openxmlformats.org/officeDocument/2006/relationships/image" Target="../media/image21.jpg"/><Relationship Id="rId20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11" Type="http://schemas.openxmlformats.org/officeDocument/2006/relationships/image" Target="../media/image16.jpg"/><Relationship Id="rId24" Type="http://schemas.openxmlformats.org/officeDocument/2006/relationships/image" Target="../media/image9.jpg"/><Relationship Id="rId5" Type="http://schemas.openxmlformats.org/officeDocument/2006/relationships/image" Target="../media/image6.jpg"/><Relationship Id="rId15" Type="http://schemas.openxmlformats.org/officeDocument/2006/relationships/image" Target="../media/image20.jpg"/><Relationship Id="rId23" Type="http://schemas.openxmlformats.org/officeDocument/2006/relationships/image" Target="../media/image11.jpg"/><Relationship Id="rId10" Type="http://schemas.openxmlformats.org/officeDocument/2006/relationships/image" Target="../media/image15.jpg"/><Relationship Id="rId19" Type="http://schemas.openxmlformats.org/officeDocument/2006/relationships/image" Target="../media/image24.jpg"/><Relationship Id="rId4" Type="http://schemas.openxmlformats.org/officeDocument/2006/relationships/image" Target="../media/image5.jpg"/><Relationship Id="rId9" Type="http://schemas.openxmlformats.org/officeDocument/2006/relationships/image" Target="../media/image14.jpg"/><Relationship Id="rId14" Type="http://schemas.openxmlformats.org/officeDocument/2006/relationships/image" Target="../media/image19.jpg"/><Relationship Id="rId22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45718-5660-F4AA-2F36-7A83CE55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AE804847-54A3-ABEA-62AA-6433D7E87123}"/>
              </a:ext>
            </a:extLst>
          </p:cNvPr>
          <p:cNvSpPr txBox="1">
            <a:spLocks/>
          </p:cNvSpPr>
          <p:nvPr/>
        </p:nvSpPr>
        <p:spPr>
          <a:xfrm>
            <a:off x="6009449" y="3526685"/>
            <a:ext cx="5277983" cy="14457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 need to use the </a:t>
            </a:r>
            <a:r>
              <a:rPr lang="en-US" sz="3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and</a:t>
            </a:r>
            <a:r>
              <a:rPr lang="en-US" sz="3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Registered Direction Indicator</a:t>
            </a:r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find the actual password to login</a:t>
            </a:r>
            <a:b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sz="3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46DB588-E0DC-9647-64FE-AC8B9A49DD70}"/>
              </a:ext>
            </a:extLst>
          </p:cNvPr>
          <p:cNvSpPr txBox="1">
            <a:spLocks/>
          </p:cNvSpPr>
          <p:nvPr/>
        </p:nvSpPr>
        <p:spPr>
          <a:xfrm>
            <a:off x="6963178" y="1605047"/>
            <a:ext cx="4228946" cy="637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9CCF9567-9A6B-5324-E87F-E1CEC352C9FA}"/>
              </a:ext>
            </a:extLst>
          </p:cNvPr>
          <p:cNvSpPr txBox="1">
            <a:spLocks/>
          </p:cNvSpPr>
          <p:nvPr/>
        </p:nvSpPr>
        <p:spPr>
          <a:xfrm>
            <a:off x="6963178" y="2247091"/>
            <a:ext cx="4228946" cy="637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Indicator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D2C0F42-7DBB-3331-C721-31601589D9AF}"/>
              </a:ext>
            </a:extLst>
          </p:cNvPr>
          <p:cNvGrpSpPr/>
          <p:nvPr/>
        </p:nvGrpSpPr>
        <p:grpSpPr>
          <a:xfrm>
            <a:off x="1407298" y="462598"/>
            <a:ext cx="3610164" cy="5959356"/>
            <a:chOff x="1407298" y="462598"/>
            <a:chExt cx="3610164" cy="595935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A9763D9-9E52-95DC-1CFC-36632F4FD0F8}"/>
                </a:ext>
              </a:extLst>
            </p:cNvPr>
            <p:cNvGrpSpPr/>
            <p:nvPr/>
          </p:nvGrpSpPr>
          <p:grpSpPr>
            <a:xfrm>
              <a:off x="1407298" y="462598"/>
              <a:ext cx="3610164" cy="5959356"/>
              <a:chOff x="1407298" y="462598"/>
              <a:chExt cx="3610164" cy="5959356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40D2F49C-C155-B80B-43CB-D66006FF5B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07298" y="462598"/>
                <a:ext cx="3545338" cy="5959356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50356EFE-BE25-684B-EA29-6CF41F3120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00271" y="2840282"/>
                <a:ext cx="3517191" cy="3039407"/>
              </a:xfrm>
              <a:prstGeom prst="rect">
                <a:avLst/>
              </a:prstGeom>
            </p:spPr>
          </p:pic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A692E81-7C19-EB42-A944-320B77C7EA37}"/>
                </a:ext>
              </a:extLst>
            </p:cNvPr>
            <p:cNvGrpSpPr/>
            <p:nvPr/>
          </p:nvGrpSpPr>
          <p:grpSpPr>
            <a:xfrm>
              <a:off x="1770658" y="2925203"/>
              <a:ext cx="2818618" cy="2648759"/>
              <a:chOff x="6929429" y="1679085"/>
              <a:chExt cx="3859865" cy="3893119"/>
            </a:xfrm>
          </p:grpSpPr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F9BA7BF7-34B9-605C-E33A-9C05689445A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5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0AEDE3A4-DCD7-85E3-47CA-DB8A029118A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71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F03DC94A-19BB-B57E-F45E-2597EAAE583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0365" y="4042843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0CBB56F6-CF82-782D-5340-7A72299862F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30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F1665BBF-5C3C-50AB-6837-748BE920CC1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71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4F15A9B1-1968-7958-A2AF-EE0FF5A0C1B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0640" y="326660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453FA5B0-F88D-9867-0F1A-9DE184F20BB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9" y="326189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5" name="Picture 74">
                <a:extLst>
                  <a:ext uri="{FF2B5EF4-FFF2-40B4-BE49-F238E27FC236}">
                    <a16:creationId xmlns:a16="http://schemas.microsoft.com/office/drawing/2014/main" id="{A2BFD57B-21C4-D42E-E33E-A62E96F4451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61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6" name="Picture 75">
                <a:extLst>
                  <a:ext uri="{FF2B5EF4-FFF2-40B4-BE49-F238E27FC236}">
                    <a16:creationId xmlns:a16="http://schemas.microsoft.com/office/drawing/2014/main" id="{A9CA973E-9B0E-9D58-807E-A7FDA2870F0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0077" y="32566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2053259F-E4D2-C8F0-CE6A-9E22267B5F5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7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FEE8CB04-EDD2-3D7A-632B-D384954B836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7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9" name="Picture 78">
                <a:extLst>
                  <a:ext uri="{FF2B5EF4-FFF2-40B4-BE49-F238E27FC236}">
                    <a16:creationId xmlns:a16="http://schemas.microsoft.com/office/drawing/2014/main" id="{2A8FC9A1-08A0-EA98-3F59-FA1C5F4B82A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049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E3F78F25-58D2-7DC2-156B-6496C696524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723" y="4837142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4DCF81E9-7164-65BD-ED03-C8B2F9A1E14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0783" y="168131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FD62A772-1656-34BA-F0E9-C7E9A26AFF0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9" y="2468202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128FE826-B2E3-DB66-8C22-2DA917099DB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2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DD6DF4D8-DC91-078E-821C-6BFC0E53BB9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74" y="248436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5" name="Picture 84">
                <a:extLst>
                  <a:ext uri="{FF2B5EF4-FFF2-40B4-BE49-F238E27FC236}">
                    <a16:creationId xmlns:a16="http://schemas.microsoft.com/office/drawing/2014/main" id="{2EA5C6B9-D67D-77F4-A33F-0349A12229C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74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F2C8CB36-05ED-2B85-1D11-83AA56DE562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73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EE938F39-44B0-D4B1-4DE6-680752D81E4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9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8" name="Picture 87">
                <a:extLst>
                  <a:ext uri="{FF2B5EF4-FFF2-40B4-BE49-F238E27FC236}">
                    <a16:creationId xmlns:a16="http://schemas.microsoft.com/office/drawing/2014/main" id="{5F923AA3-9C6C-DC7A-D168-6850EE15908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6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4781D930-406E-43B9-D0D0-DC8E9E83831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8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2A25A927-50B2-E8F0-CD68-268AB9EBA8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30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91" name="Picture 90">
                <a:extLst>
                  <a:ext uri="{FF2B5EF4-FFF2-40B4-BE49-F238E27FC236}">
                    <a16:creationId xmlns:a16="http://schemas.microsoft.com/office/drawing/2014/main" id="{3A6C2926-4F0D-2137-1CB0-59F9DC326D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40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92" name="Picture 91">
                <a:extLst>
                  <a:ext uri="{FF2B5EF4-FFF2-40B4-BE49-F238E27FC236}">
                    <a16:creationId xmlns:a16="http://schemas.microsoft.com/office/drawing/2014/main" id="{F1B274D9-2918-9BF8-D1B6-67BBBEDFD9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</p:grp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AEAEB8-582C-CF64-3021-948542218948}"/>
              </a:ext>
            </a:extLst>
          </p:cNvPr>
          <p:cNvCxnSpPr>
            <a:cxnSpLocks/>
          </p:cNvCxnSpPr>
          <p:nvPr/>
        </p:nvCxnSpPr>
        <p:spPr>
          <a:xfrm flipV="1">
            <a:off x="3677265" y="2401984"/>
            <a:ext cx="3285913" cy="119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94B81F-85D6-19A2-4701-D213497C2F28}"/>
              </a:ext>
            </a:extLst>
          </p:cNvPr>
          <p:cNvCxnSpPr>
            <a:cxnSpLocks/>
          </p:cNvCxnSpPr>
          <p:nvPr/>
        </p:nvCxnSpPr>
        <p:spPr>
          <a:xfrm>
            <a:off x="4414684" y="1627573"/>
            <a:ext cx="2462461" cy="190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57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6234-5CFF-4F12-8697-BB42787B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0605C289-B0F9-9A91-A371-7F2B93FD8A29}"/>
              </a:ext>
            </a:extLst>
          </p:cNvPr>
          <p:cNvSpPr txBox="1">
            <a:spLocks/>
          </p:cNvSpPr>
          <p:nvPr/>
        </p:nvSpPr>
        <p:spPr>
          <a:xfrm>
            <a:off x="5249663" y="1497576"/>
            <a:ext cx="6338916" cy="45400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will use :</a:t>
            </a:r>
            <a:endParaRPr lang="en-US" sz="21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represent Actual Password to Click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*RP 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represent 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100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*DI 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represent </a:t>
            </a:r>
            <a:r>
              <a:rPr lang="en-US" sz="2100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Indicator</a:t>
            </a:r>
          </a:p>
          <a:p>
            <a:pPr algn="l"/>
            <a:endParaRPr lang="en-US" sz="210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l"/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Tutorial 4 using: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 Directions Rules – North, South, East, West, Northeast, Northwest, Southeast, Southwest + Mirroring (Tutorial 3 + Mirroring)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Will have 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Normal Case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Will have 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Special Case (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When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1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</a:t>
            </a:r>
            <a:r>
              <a:rPr lang="en-US" sz="2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 of Grid</a:t>
            </a:r>
            <a:r>
              <a:rPr lang="en-US" sz="21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CBAB3C-F085-6223-AA52-C8ECF1C37D50}"/>
              </a:ext>
            </a:extLst>
          </p:cNvPr>
          <p:cNvSpPr txBox="1">
            <a:spLocks/>
          </p:cNvSpPr>
          <p:nvPr/>
        </p:nvSpPr>
        <p:spPr>
          <a:xfrm>
            <a:off x="-202920" y="65893"/>
            <a:ext cx="2051060" cy="598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F8E3E76-639C-FF29-F75D-DF1790AEBF08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965426" y="1709246"/>
            <a:chExt cx="3859863" cy="389311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6E83529-0EDD-C319-FD92-99CD63035E66}"/>
                </a:ext>
              </a:extLst>
            </p:cNvPr>
            <p:cNvGrpSpPr/>
            <p:nvPr/>
          </p:nvGrpSpPr>
          <p:grpSpPr>
            <a:xfrm>
              <a:off x="965426" y="1709246"/>
              <a:ext cx="3859863" cy="3893119"/>
              <a:chOff x="6929426" y="1679085"/>
              <a:chExt cx="3859863" cy="3893119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CEFAA968-AAF1-4BDF-8B4A-FFFE4756094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928" y="484068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9BD7C93-2A6C-AB21-7DDF-14C2B2D29C8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9C4EECC-0E31-60D6-439A-60F45872EAD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4442223-E586-D6C5-5E55-731FB5C3ED6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5E93A680-B39B-ED72-BE0D-BBE0F8DB41A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2A22A2A8-538E-180A-4016-E59EE0E582D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3EE46952-91E9-8F0B-90D3-5C91EFF53F7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7CC2E680-4FB9-7D5F-922E-CE8673A3AD7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ABC0B0F3-18EB-4D6C-CCC5-6F002AA5C2E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8C32866-B8C8-6046-E720-669F1D99808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0D9EA964-E641-63FB-9431-DB8868F71B8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720" y="483714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C84EB57B-ED40-5919-7B85-7BB29B15FD4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0779" y="168131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1A690262-4978-4089-F24F-A6F6D04316F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7B67C636-2E96-1F7D-9025-43B647E3859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2E741423-79DC-E1C2-322B-849D3ACA0E7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12404AB3-587A-7208-1100-2630A6729F7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E1020498-51B1-860F-7BC3-9616F593875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39A6D64C-97B9-1DB9-937E-15B1EA9E287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9ED810F7-1F60-87E1-5408-8CF1C526BF0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60D1B29B-AD1D-6BB2-C06C-8A8AD116786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0E8D4A65-F477-CFDB-6BC9-9A3903B833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CA921B55-C42F-AA88-8361-E4ED69AA3F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42692D8F-97FA-D96E-53A9-87C90B00AE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794F85FC-CA8F-4F90-B4AE-723AF5A5454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928" y="328029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4C3D29B-845E-35AA-7CFD-D6DCB2704C6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8928" y="2512388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</p:grpSp>
    </p:spTree>
    <p:extLst>
      <p:ext uri="{BB962C8B-B14F-4D97-AF65-F5344CB8AC3E}">
        <p14:creationId xmlns:p14="http://schemas.microsoft.com/office/powerpoint/2010/main" val="3113486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A2D0-CEC0-0E2D-F07F-1BD1C0824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EBA253D-D83F-AFBC-0B2C-B05551E45E09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010A416-14B2-378E-6AB2-8C1802BD891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4149214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 Example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8D8C3C60-960A-3BEB-7436-3EADFCC34E2B}"/>
              </a:ext>
            </a:extLst>
          </p:cNvPr>
          <p:cNvSpPr txBox="1"/>
          <p:nvPr/>
        </p:nvSpPr>
        <p:spPr>
          <a:xfrm>
            <a:off x="1892192" y="753537"/>
            <a:ext cx="1877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1.Direction Indicator </a:t>
            </a:r>
            <a:r>
              <a:rPr lang="en-US" sz="1000" dirty="0"/>
              <a:t>At North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D986FCF7-02B7-EC09-2C11-A6439A06EA9B}"/>
              </a:ext>
            </a:extLst>
          </p:cNvPr>
          <p:cNvSpPr txBox="1"/>
          <p:nvPr/>
        </p:nvSpPr>
        <p:spPr>
          <a:xfrm>
            <a:off x="1734205" y="3483973"/>
            <a:ext cx="2168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5.Direction Indicator </a:t>
            </a:r>
            <a:r>
              <a:rPr lang="en-US" sz="1000" dirty="0"/>
              <a:t>At Northeast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08857559-DF0D-5B22-8E87-6953BA2A9300}"/>
              </a:ext>
            </a:extLst>
          </p:cNvPr>
          <p:cNvSpPr txBox="1"/>
          <p:nvPr/>
        </p:nvSpPr>
        <p:spPr>
          <a:xfrm>
            <a:off x="4192970" y="753537"/>
            <a:ext cx="1903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2.Direction Indicator </a:t>
            </a:r>
            <a:r>
              <a:rPr lang="en-US" sz="1000" dirty="0"/>
              <a:t>At South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6192C5C4-2FE8-BC53-EA48-57514B0B12C4}"/>
              </a:ext>
            </a:extLst>
          </p:cNvPr>
          <p:cNvSpPr txBox="1"/>
          <p:nvPr/>
        </p:nvSpPr>
        <p:spPr>
          <a:xfrm>
            <a:off x="6483483" y="753537"/>
            <a:ext cx="1903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3.Direction Indicator </a:t>
            </a:r>
            <a:r>
              <a:rPr lang="en-US" sz="1000" dirty="0"/>
              <a:t>At East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43313E37-0436-54F9-FD1F-EB0CFA4253DE}"/>
              </a:ext>
            </a:extLst>
          </p:cNvPr>
          <p:cNvSpPr txBox="1"/>
          <p:nvPr/>
        </p:nvSpPr>
        <p:spPr>
          <a:xfrm>
            <a:off x="8771775" y="749609"/>
            <a:ext cx="1843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4.Direction Indicator </a:t>
            </a:r>
            <a:r>
              <a:rPr lang="en-US" sz="1000" dirty="0"/>
              <a:t>At West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D98DA9E3-AF79-AAD3-4186-AF8575D57533}"/>
              </a:ext>
            </a:extLst>
          </p:cNvPr>
          <p:cNvSpPr txBox="1"/>
          <p:nvPr/>
        </p:nvSpPr>
        <p:spPr>
          <a:xfrm>
            <a:off x="4029767" y="3488147"/>
            <a:ext cx="2185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6.Direction Indicator </a:t>
            </a:r>
            <a:r>
              <a:rPr lang="en-US" sz="1000" dirty="0"/>
              <a:t>At Northwest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CE57976C-3D69-4F70-EEC8-130B2221E94A}"/>
              </a:ext>
            </a:extLst>
          </p:cNvPr>
          <p:cNvSpPr txBox="1"/>
          <p:nvPr/>
        </p:nvSpPr>
        <p:spPr>
          <a:xfrm>
            <a:off x="6341435" y="3474918"/>
            <a:ext cx="2185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7.Direction Indicator </a:t>
            </a:r>
            <a:r>
              <a:rPr lang="en-US" sz="1000" dirty="0"/>
              <a:t>At Southeast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0BDD204F-691E-FC00-FE5A-F34CC75325F1}"/>
              </a:ext>
            </a:extLst>
          </p:cNvPr>
          <p:cNvSpPr txBox="1"/>
          <p:nvPr/>
        </p:nvSpPr>
        <p:spPr>
          <a:xfrm>
            <a:off x="8618223" y="3487630"/>
            <a:ext cx="2185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8.Direction Indicator </a:t>
            </a:r>
            <a:r>
              <a:rPr lang="en-US" sz="1000" dirty="0"/>
              <a:t>At Southwest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EB9D5F2-988E-E6B2-DC5C-2A06C388B79C}"/>
              </a:ext>
            </a:extLst>
          </p:cNvPr>
          <p:cNvGrpSpPr/>
          <p:nvPr/>
        </p:nvGrpSpPr>
        <p:grpSpPr>
          <a:xfrm>
            <a:off x="3806985" y="1186506"/>
            <a:ext cx="2180206" cy="2283181"/>
            <a:chOff x="965426" y="1709246"/>
            <a:chExt cx="3859863" cy="3893119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5C966DD6-C067-7ABD-4910-999D4CB587B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6555" y="4863762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39698A45-B205-9928-5E63-05FC1ED0B24D}"/>
                </a:ext>
              </a:extLst>
            </p:cNvPr>
            <p:cNvGrpSpPr/>
            <p:nvPr/>
          </p:nvGrpSpPr>
          <p:grpSpPr>
            <a:xfrm>
              <a:off x="965426" y="1709246"/>
              <a:ext cx="3859863" cy="3893119"/>
              <a:chOff x="6929426" y="1679085"/>
              <a:chExt cx="3859863" cy="3893119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D0CEE411-3426-738D-C684-B0AA26A65FF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6C7B251D-FA6A-7059-1CBB-AB2ACEDCFC9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6778EAE1-8FFA-D375-092F-B78C92986D8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503DF164-BC2C-6EA5-FC3E-6585F10581B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5439C194-5925-F7E6-6C6A-F8D98DC458C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73314BCD-984A-20C7-F1EE-371D32FCB0A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BF91E96B-C489-9CAE-D4DE-D061B220136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23D6E81F-67AB-4FF6-5322-4CCBD354B8A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1C49B073-A2DE-BE17-2E59-F7C7A477BC2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AAAD9656-5C66-4F9E-8D23-53A4EFEC64A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28" name="Picture 127">
                <a:extLst>
                  <a:ext uri="{FF2B5EF4-FFF2-40B4-BE49-F238E27FC236}">
                    <a16:creationId xmlns:a16="http://schemas.microsoft.com/office/drawing/2014/main" id="{E867CFCA-B08C-3685-9350-B5581CF206D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720" y="483714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29" name="Picture 128">
                <a:extLst>
                  <a:ext uri="{FF2B5EF4-FFF2-40B4-BE49-F238E27FC236}">
                    <a16:creationId xmlns:a16="http://schemas.microsoft.com/office/drawing/2014/main" id="{9B0C4CC6-95AD-38D4-684B-C50FE90206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0779" y="168131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C5442368-1538-4B56-DEC0-4709254F711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A845082F-976B-4D12-94AE-7CBF0B9F80F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2" name="Picture 161">
                <a:extLst>
                  <a:ext uri="{FF2B5EF4-FFF2-40B4-BE49-F238E27FC236}">
                    <a16:creationId xmlns:a16="http://schemas.microsoft.com/office/drawing/2014/main" id="{FB332E1D-CC07-B285-0E89-6C05C4DF7DF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3" name="Picture 162">
                <a:extLst>
                  <a:ext uri="{FF2B5EF4-FFF2-40B4-BE49-F238E27FC236}">
                    <a16:creationId xmlns:a16="http://schemas.microsoft.com/office/drawing/2014/main" id="{7C998BB1-8EB0-20CB-E744-9A9085CE2FC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4" name="Picture 163">
                <a:extLst>
                  <a:ext uri="{FF2B5EF4-FFF2-40B4-BE49-F238E27FC236}">
                    <a16:creationId xmlns:a16="http://schemas.microsoft.com/office/drawing/2014/main" id="{0F906324-8010-8B05-F441-F14A670DFA5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5" name="Picture 164">
                <a:extLst>
                  <a:ext uri="{FF2B5EF4-FFF2-40B4-BE49-F238E27FC236}">
                    <a16:creationId xmlns:a16="http://schemas.microsoft.com/office/drawing/2014/main" id="{6C810057-D345-091E-C466-62E9679775F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8" name="Picture 367">
                <a:extLst>
                  <a:ext uri="{FF2B5EF4-FFF2-40B4-BE49-F238E27FC236}">
                    <a16:creationId xmlns:a16="http://schemas.microsoft.com/office/drawing/2014/main" id="{B5B6840D-CF52-255E-7CEB-43C5C5AF6EB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9" name="Picture 368">
                <a:extLst>
                  <a:ext uri="{FF2B5EF4-FFF2-40B4-BE49-F238E27FC236}">
                    <a16:creationId xmlns:a16="http://schemas.microsoft.com/office/drawing/2014/main" id="{E45768C4-36DE-97E8-27B3-C75BC49E4AE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70" name="Picture 369">
                <a:extLst>
                  <a:ext uri="{FF2B5EF4-FFF2-40B4-BE49-F238E27FC236}">
                    <a16:creationId xmlns:a16="http://schemas.microsoft.com/office/drawing/2014/main" id="{880BB515-10BE-DF7F-0022-8EBD74055F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378" name="Picture 377">
                <a:extLst>
                  <a:ext uri="{FF2B5EF4-FFF2-40B4-BE49-F238E27FC236}">
                    <a16:creationId xmlns:a16="http://schemas.microsoft.com/office/drawing/2014/main" id="{DE522F81-C1A3-B2DC-C662-0DA468D14F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379" name="Picture 378">
                <a:extLst>
                  <a:ext uri="{FF2B5EF4-FFF2-40B4-BE49-F238E27FC236}">
                    <a16:creationId xmlns:a16="http://schemas.microsoft.com/office/drawing/2014/main" id="{5F03A83E-A059-A7AF-51E4-ED4160B2F7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380" name="Picture 379">
                <a:extLst>
                  <a:ext uri="{FF2B5EF4-FFF2-40B4-BE49-F238E27FC236}">
                    <a16:creationId xmlns:a16="http://schemas.microsoft.com/office/drawing/2014/main" id="{D55E864B-A7FB-BCDD-7C13-52359AC5592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928" y="3280299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691ECEE-A824-777E-1487-2C7208E3E0E9}"/>
                </a:ext>
              </a:extLst>
            </p:cNvPr>
            <p:cNvSpPr txBox="1"/>
            <p:nvPr/>
          </p:nvSpPr>
          <p:spPr>
            <a:xfrm>
              <a:off x="3575373" y="3736706"/>
              <a:ext cx="51140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7DB49DA-AB1C-346E-3869-A46C7850DFF4}"/>
                </a:ext>
              </a:extLst>
            </p:cNvPr>
            <p:cNvSpPr txBox="1"/>
            <p:nvPr/>
          </p:nvSpPr>
          <p:spPr>
            <a:xfrm>
              <a:off x="3641275" y="5274259"/>
              <a:ext cx="48302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284EF31-3F56-6566-0333-69C56C26056A}"/>
                </a:ext>
              </a:extLst>
            </p:cNvPr>
            <p:cNvSpPr txBox="1"/>
            <p:nvPr/>
          </p:nvSpPr>
          <p:spPr>
            <a:xfrm>
              <a:off x="3482146" y="2944270"/>
              <a:ext cx="545460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8EFD7F94-32E1-EB6E-E6B4-A70E9A714E52}"/>
              </a:ext>
            </a:extLst>
          </p:cNvPr>
          <p:cNvGrpSpPr/>
          <p:nvPr/>
        </p:nvGrpSpPr>
        <p:grpSpPr>
          <a:xfrm>
            <a:off x="6123296" y="1182706"/>
            <a:ext cx="2180206" cy="2283181"/>
            <a:chOff x="965426" y="1709246"/>
            <a:chExt cx="3859863" cy="3893119"/>
          </a:xfrm>
        </p:grpSpPr>
        <p:pic>
          <p:nvPicPr>
            <p:cNvPr id="382" name="Picture 381">
              <a:extLst>
                <a:ext uri="{FF2B5EF4-FFF2-40B4-BE49-F238E27FC236}">
                  <a16:creationId xmlns:a16="http://schemas.microsoft.com/office/drawing/2014/main" id="{558BD85D-1FFA-E129-598C-F1220D19BB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6555" y="4863762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DDF394CC-5E95-F98C-F441-CE0561849BDF}"/>
                </a:ext>
              </a:extLst>
            </p:cNvPr>
            <p:cNvGrpSpPr/>
            <p:nvPr/>
          </p:nvGrpSpPr>
          <p:grpSpPr>
            <a:xfrm>
              <a:off x="965426" y="1709246"/>
              <a:ext cx="3859863" cy="3893119"/>
              <a:chOff x="6929426" y="1679085"/>
              <a:chExt cx="3859863" cy="3893119"/>
            </a:xfrm>
          </p:grpSpPr>
          <p:pic>
            <p:nvPicPr>
              <p:cNvPr id="388" name="Picture 387">
                <a:extLst>
                  <a:ext uri="{FF2B5EF4-FFF2-40B4-BE49-F238E27FC236}">
                    <a16:creationId xmlns:a16="http://schemas.microsoft.com/office/drawing/2014/main" id="{2A298F68-9200-8BC3-9251-5B04F88B503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89" name="Picture 388">
                <a:extLst>
                  <a:ext uri="{FF2B5EF4-FFF2-40B4-BE49-F238E27FC236}">
                    <a16:creationId xmlns:a16="http://schemas.microsoft.com/office/drawing/2014/main" id="{E53DF331-2CB4-F5F8-7FB9-C6047A93A2A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90" name="Picture 389">
                <a:extLst>
                  <a:ext uri="{FF2B5EF4-FFF2-40B4-BE49-F238E27FC236}">
                    <a16:creationId xmlns:a16="http://schemas.microsoft.com/office/drawing/2014/main" id="{C31DAA68-1332-5441-62AA-7B4F6837098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91" name="Picture 390">
                <a:extLst>
                  <a:ext uri="{FF2B5EF4-FFF2-40B4-BE49-F238E27FC236}">
                    <a16:creationId xmlns:a16="http://schemas.microsoft.com/office/drawing/2014/main" id="{51B6ABA6-A050-B8DE-2334-D41653F83B5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92" name="Picture 391">
                <a:extLst>
                  <a:ext uri="{FF2B5EF4-FFF2-40B4-BE49-F238E27FC236}">
                    <a16:creationId xmlns:a16="http://schemas.microsoft.com/office/drawing/2014/main" id="{BD92DD39-E033-74E8-2AF4-F4498C67821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93" name="Picture 392">
                <a:extLst>
                  <a:ext uri="{FF2B5EF4-FFF2-40B4-BE49-F238E27FC236}">
                    <a16:creationId xmlns:a16="http://schemas.microsoft.com/office/drawing/2014/main" id="{EF1D53DF-4E0D-9A61-521D-F62A349C79E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94" name="Picture 393">
                <a:extLst>
                  <a:ext uri="{FF2B5EF4-FFF2-40B4-BE49-F238E27FC236}">
                    <a16:creationId xmlns:a16="http://schemas.microsoft.com/office/drawing/2014/main" id="{7ADDC19E-77A9-E711-1CA3-48D02058318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95" name="Picture 394">
                <a:extLst>
                  <a:ext uri="{FF2B5EF4-FFF2-40B4-BE49-F238E27FC236}">
                    <a16:creationId xmlns:a16="http://schemas.microsoft.com/office/drawing/2014/main" id="{B3313D99-4FA7-4A9B-4561-C6FEA6FA236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96" name="Picture 395">
                <a:extLst>
                  <a:ext uri="{FF2B5EF4-FFF2-40B4-BE49-F238E27FC236}">
                    <a16:creationId xmlns:a16="http://schemas.microsoft.com/office/drawing/2014/main" id="{33C6E86C-64A3-350D-7F60-BD3CF4378E8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97" name="Picture 396">
                <a:extLst>
                  <a:ext uri="{FF2B5EF4-FFF2-40B4-BE49-F238E27FC236}">
                    <a16:creationId xmlns:a16="http://schemas.microsoft.com/office/drawing/2014/main" id="{319E59A4-D443-6452-61F3-36546611CB7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98" name="Picture 397">
                <a:extLst>
                  <a:ext uri="{FF2B5EF4-FFF2-40B4-BE49-F238E27FC236}">
                    <a16:creationId xmlns:a16="http://schemas.microsoft.com/office/drawing/2014/main" id="{2C918F64-AE19-9772-9A81-852B2544A7E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99" name="Picture 398">
                <a:extLst>
                  <a:ext uri="{FF2B5EF4-FFF2-40B4-BE49-F238E27FC236}">
                    <a16:creationId xmlns:a16="http://schemas.microsoft.com/office/drawing/2014/main" id="{070DD768-AA66-EBC8-F7DD-880D87446BF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0779" y="168131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00" name="Picture 399">
                <a:extLst>
                  <a:ext uri="{FF2B5EF4-FFF2-40B4-BE49-F238E27FC236}">
                    <a16:creationId xmlns:a16="http://schemas.microsoft.com/office/drawing/2014/main" id="{B8AABBC1-4CA8-F6BF-CDBB-A9A27FAC25E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01" name="Picture 400">
                <a:extLst>
                  <a:ext uri="{FF2B5EF4-FFF2-40B4-BE49-F238E27FC236}">
                    <a16:creationId xmlns:a16="http://schemas.microsoft.com/office/drawing/2014/main" id="{FADBD2F1-96F0-9ABF-29C5-A37CBB61820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02" name="Picture 401">
                <a:extLst>
                  <a:ext uri="{FF2B5EF4-FFF2-40B4-BE49-F238E27FC236}">
                    <a16:creationId xmlns:a16="http://schemas.microsoft.com/office/drawing/2014/main" id="{04342215-6F62-EB24-7440-8F4DFDD8E30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03" name="Picture 402">
                <a:extLst>
                  <a:ext uri="{FF2B5EF4-FFF2-40B4-BE49-F238E27FC236}">
                    <a16:creationId xmlns:a16="http://schemas.microsoft.com/office/drawing/2014/main" id="{60109289-F728-30AF-16D4-A99FF3372ED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04" name="Picture 403">
                <a:extLst>
                  <a:ext uri="{FF2B5EF4-FFF2-40B4-BE49-F238E27FC236}">
                    <a16:creationId xmlns:a16="http://schemas.microsoft.com/office/drawing/2014/main" id="{27CC51A0-5BD7-04E2-A2D9-1F90A9B8BA9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05" name="Picture 404">
                <a:extLst>
                  <a:ext uri="{FF2B5EF4-FFF2-40B4-BE49-F238E27FC236}">
                    <a16:creationId xmlns:a16="http://schemas.microsoft.com/office/drawing/2014/main" id="{94A1A499-DF29-0C42-FA49-25E5F997B13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06" name="Picture 405">
                <a:extLst>
                  <a:ext uri="{FF2B5EF4-FFF2-40B4-BE49-F238E27FC236}">
                    <a16:creationId xmlns:a16="http://schemas.microsoft.com/office/drawing/2014/main" id="{53E4821D-1961-2BE1-E0AB-4C225158F83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07" name="Picture 406">
                <a:extLst>
                  <a:ext uri="{FF2B5EF4-FFF2-40B4-BE49-F238E27FC236}">
                    <a16:creationId xmlns:a16="http://schemas.microsoft.com/office/drawing/2014/main" id="{AA990B2E-6B5B-E587-58BF-99C3FE0C5B1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08" name="Picture 407">
                <a:extLst>
                  <a:ext uri="{FF2B5EF4-FFF2-40B4-BE49-F238E27FC236}">
                    <a16:creationId xmlns:a16="http://schemas.microsoft.com/office/drawing/2014/main" id="{2E5F1C2A-3386-C338-453C-FF549D7844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409" name="Picture 408">
                <a:extLst>
                  <a:ext uri="{FF2B5EF4-FFF2-40B4-BE49-F238E27FC236}">
                    <a16:creationId xmlns:a16="http://schemas.microsoft.com/office/drawing/2014/main" id="{F19960E1-9A56-CBC2-4EDE-D95316CECD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410" name="Picture 409">
                <a:extLst>
                  <a:ext uri="{FF2B5EF4-FFF2-40B4-BE49-F238E27FC236}">
                    <a16:creationId xmlns:a16="http://schemas.microsoft.com/office/drawing/2014/main" id="{6395DB4D-CC87-3D06-A60E-5D3B1B6E94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411" name="Picture 410">
                <a:extLst>
                  <a:ext uri="{FF2B5EF4-FFF2-40B4-BE49-F238E27FC236}">
                    <a16:creationId xmlns:a16="http://schemas.microsoft.com/office/drawing/2014/main" id="{E0336AEA-DF0C-A0B0-6E9E-5FD4EB3963C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24806" y="4840684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0688FA79-A157-3432-E640-86D296AAC945}"/>
                </a:ext>
              </a:extLst>
            </p:cNvPr>
            <p:cNvSpPr txBox="1"/>
            <p:nvPr/>
          </p:nvSpPr>
          <p:spPr>
            <a:xfrm>
              <a:off x="2060736" y="5298321"/>
              <a:ext cx="51140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526EDDF3-AA65-58DA-4502-E83AA6D04596}"/>
                </a:ext>
              </a:extLst>
            </p:cNvPr>
            <p:cNvSpPr txBox="1"/>
            <p:nvPr/>
          </p:nvSpPr>
          <p:spPr>
            <a:xfrm>
              <a:off x="3641275" y="5274259"/>
              <a:ext cx="48302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9B785511-AAFF-31E5-8794-4A91F3CAF2D1}"/>
                </a:ext>
              </a:extLst>
            </p:cNvPr>
            <p:cNvSpPr txBox="1"/>
            <p:nvPr/>
          </p:nvSpPr>
          <p:spPr>
            <a:xfrm>
              <a:off x="1163195" y="5311622"/>
              <a:ext cx="545460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56E60F90-A0D3-954E-9D55-929B6EBF0F11}"/>
              </a:ext>
            </a:extLst>
          </p:cNvPr>
          <p:cNvGrpSpPr/>
          <p:nvPr/>
        </p:nvGrpSpPr>
        <p:grpSpPr>
          <a:xfrm>
            <a:off x="8459010" y="1178945"/>
            <a:ext cx="2180206" cy="2301721"/>
            <a:chOff x="965426" y="1706417"/>
            <a:chExt cx="3859863" cy="3924733"/>
          </a:xfrm>
        </p:grpSpPr>
        <p:pic>
          <p:nvPicPr>
            <p:cNvPr id="413" name="Picture 412">
              <a:extLst>
                <a:ext uri="{FF2B5EF4-FFF2-40B4-BE49-F238E27FC236}">
                  <a16:creationId xmlns:a16="http://schemas.microsoft.com/office/drawing/2014/main" id="{91732999-73C0-E483-7534-767516641FE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5366" y="4888168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C4AE322E-AC89-3437-3A50-E84AD2934732}"/>
                </a:ext>
              </a:extLst>
            </p:cNvPr>
            <p:cNvGrpSpPr/>
            <p:nvPr/>
          </p:nvGrpSpPr>
          <p:grpSpPr>
            <a:xfrm>
              <a:off x="965426" y="1706417"/>
              <a:ext cx="3859863" cy="3924733"/>
              <a:chOff x="6929426" y="1676256"/>
              <a:chExt cx="3859863" cy="3924733"/>
            </a:xfrm>
          </p:grpSpPr>
          <p:pic>
            <p:nvPicPr>
              <p:cNvPr id="419" name="Picture 418">
                <a:extLst>
                  <a:ext uri="{FF2B5EF4-FFF2-40B4-BE49-F238E27FC236}">
                    <a16:creationId xmlns:a16="http://schemas.microsoft.com/office/drawing/2014/main" id="{F6DC4282-70BD-891A-FB89-8EFBD9F28AE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20" name="Picture 419">
                <a:extLst>
                  <a:ext uri="{FF2B5EF4-FFF2-40B4-BE49-F238E27FC236}">
                    <a16:creationId xmlns:a16="http://schemas.microsoft.com/office/drawing/2014/main" id="{E7EEDF13-DEC7-35AD-FA5B-DB73438D20D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32635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421" name="Picture 420">
                <a:extLst>
                  <a:ext uri="{FF2B5EF4-FFF2-40B4-BE49-F238E27FC236}">
                    <a16:creationId xmlns:a16="http://schemas.microsoft.com/office/drawing/2014/main" id="{7F0F5E7F-B751-812D-2185-A7BE15ECAFE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422" name="Picture 421">
                <a:extLst>
                  <a:ext uri="{FF2B5EF4-FFF2-40B4-BE49-F238E27FC236}">
                    <a16:creationId xmlns:a16="http://schemas.microsoft.com/office/drawing/2014/main" id="{DBBE0E05-77C2-DAF2-5E9F-918053CF53E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23" name="Picture 422">
                <a:extLst>
                  <a:ext uri="{FF2B5EF4-FFF2-40B4-BE49-F238E27FC236}">
                    <a16:creationId xmlns:a16="http://schemas.microsoft.com/office/drawing/2014/main" id="{BBE20CD7-BCE5-E42B-E237-81FD391A44B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24" name="Picture 423">
                <a:extLst>
                  <a:ext uri="{FF2B5EF4-FFF2-40B4-BE49-F238E27FC236}">
                    <a16:creationId xmlns:a16="http://schemas.microsoft.com/office/drawing/2014/main" id="{AEFEEE0A-13E8-9CAD-E049-2F41CDD48B6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425" name="Picture 424">
                <a:extLst>
                  <a:ext uri="{FF2B5EF4-FFF2-40B4-BE49-F238E27FC236}">
                    <a16:creationId xmlns:a16="http://schemas.microsoft.com/office/drawing/2014/main" id="{E0223B52-58AE-81F3-B096-3469B8C721C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426" name="Picture 425">
                <a:extLst>
                  <a:ext uri="{FF2B5EF4-FFF2-40B4-BE49-F238E27FC236}">
                    <a16:creationId xmlns:a16="http://schemas.microsoft.com/office/drawing/2014/main" id="{0A9079C1-67B5-B4D6-4A43-75AA300366A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27" name="Picture 426">
                <a:extLst>
                  <a:ext uri="{FF2B5EF4-FFF2-40B4-BE49-F238E27FC236}">
                    <a16:creationId xmlns:a16="http://schemas.microsoft.com/office/drawing/2014/main" id="{65548265-2795-F7AD-6A9C-D36B3BF3BB8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28" name="Picture 427">
                <a:extLst>
                  <a:ext uri="{FF2B5EF4-FFF2-40B4-BE49-F238E27FC236}">
                    <a16:creationId xmlns:a16="http://schemas.microsoft.com/office/drawing/2014/main" id="{32E77935-4D06-864D-BC74-3BD6176371D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29" name="Picture 428">
                <a:extLst>
                  <a:ext uri="{FF2B5EF4-FFF2-40B4-BE49-F238E27FC236}">
                    <a16:creationId xmlns:a16="http://schemas.microsoft.com/office/drawing/2014/main" id="{4C6D676F-EC61-AD72-1DC8-73CA0E19488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1676256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430" name="Picture 429">
                <a:extLst>
                  <a:ext uri="{FF2B5EF4-FFF2-40B4-BE49-F238E27FC236}">
                    <a16:creationId xmlns:a16="http://schemas.microsoft.com/office/drawing/2014/main" id="{F89CB559-5A7B-C311-E231-DC137F9F78A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0917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31" name="Picture 430">
                <a:extLst>
                  <a:ext uri="{FF2B5EF4-FFF2-40B4-BE49-F238E27FC236}">
                    <a16:creationId xmlns:a16="http://schemas.microsoft.com/office/drawing/2014/main" id="{4170D4DA-3F50-FFEC-C76F-FE85C2508F9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32" name="Picture 431">
                <a:extLst>
                  <a:ext uri="{FF2B5EF4-FFF2-40B4-BE49-F238E27FC236}">
                    <a16:creationId xmlns:a16="http://schemas.microsoft.com/office/drawing/2014/main" id="{4B83DA65-6F7D-51A7-2B86-ECDAE4B3379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33" name="Picture 432">
                <a:extLst>
                  <a:ext uri="{FF2B5EF4-FFF2-40B4-BE49-F238E27FC236}">
                    <a16:creationId xmlns:a16="http://schemas.microsoft.com/office/drawing/2014/main" id="{AD15972B-EB20-D2FC-0FDF-C13D067061E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34" name="Picture 433">
                <a:extLst>
                  <a:ext uri="{FF2B5EF4-FFF2-40B4-BE49-F238E27FC236}">
                    <a16:creationId xmlns:a16="http://schemas.microsoft.com/office/drawing/2014/main" id="{5E263DAC-07DD-8AFF-BC8D-0308CC5DB64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35" name="Picture 434">
                <a:extLst>
                  <a:ext uri="{FF2B5EF4-FFF2-40B4-BE49-F238E27FC236}">
                    <a16:creationId xmlns:a16="http://schemas.microsoft.com/office/drawing/2014/main" id="{3A09873D-171E-8FFA-AB8F-1A64D757757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36" name="Picture 435">
                <a:extLst>
                  <a:ext uri="{FF2B5EF4-FFF2-40B4-BE49-F238E27FC236}">
                    <a16:creationId xmlns:a16="http://schemas.microsoft.com/office/drawing/2014/main" id="{74E7A390-2F7B-10F2-839E-0494499033F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37" name="Picture 436">
                <a:extLst>
                  <a:ext uri="{FF2B5EF4-FFF2-40B4-BE49-F238E27FC236}">
                    <a16:creationId xmlns:a16="http://schemas.microsoft.com/office/drawing/2014/main" id="{090F6E0D-08F7-8BF9-D91B-489F8656CDC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2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38" name="Picture 437">
                <a:extLst>
                  <a:ext uri="{FF2B5EF4-FFF2-40B4-BE49-F238E27FC236}">
                    <a16:creationId xmlns:a16="http://schemas.microsoft.com/office/drawing/2014/main" id="{91545B9D-9015-D7CF-1AAB-E81CFCADED1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39" name="Picture 438">
                <a:extLst>
                  <a:ext uri="{FF2B5EF4-FFF2-40B4-BE49-F238E27FC236}">
                    <a16:creationId xmlns:a16="http://schemas.microsoft.com/office/drawing/2014/main" id="{286BC14A-52BF-FF4E-C10A-C7F7344C70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440" name="Picture 439">
                <a:extLst>
                  <a:ext uri="{FF2B5EF4-FFF2-40B4-BE49-F238E27FC236}">
                    <a16:creationId xmlns:a16="http://schemas.microsoft.com/office/drawing/2014/main" id="{B70CEFC4-7C54-0812-0646-9AC53E04FB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441" name="Picture 440">
                <a:extLst>
                  <a:ext uri="{FF2B5EF4-FFF2-40B4-BE49-F238E27FC236}">
                    <a16:creationId xmlns:a16="http://schemas.microsoft.com/office/drawing/2014/main" id="{D5F7DED2-32C9-25D5-6061-2E2C8D2493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442" name="Picture 441">
                <a:extLst>
                  <a:ext uri="{FF2B5EF4-FFF2-40B4-BE49-F238E27FC236}">
                    <a16:creationId xmlns:a16="http://schemas.microsoft.com/office/drawing/2014/main" id="{122A5199-88CB-E1B2-4C8B-C3D9A052A9F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4869469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D907F6CE-4586-986F-AF3E-35119E349D46}"/>
                </a:ext>
              </a:extLst>
            </p:cNvPr>
            <p:cNvSpPr txBox="1"/>
            <p:nvPr/>
          </p:nvSpPr>
          <p:spPr>
            <a:xfrm>
              <a:off x="2817091" y="5316840"/>
              <a:ext cx="51140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416" name="TextBox 415">
              <a:extLst>
                <a:ext uri="{FF2B5EF4-FFF2-40B4-BE49-F238E27FC236}">
                  <a16:creationId xmlns:a16="http://schemas.microsoft.com/office/drawing/2014/main" id="{F911FC9A-0025-A8AF-D381-0835C9344E8E}"/>
                </a:ext>
              </a:extLst>
            </p:cNvPr>
            <p:cNvSpPr txBox="1"/>
            <p:nvPr/>
          </p:nvSpPr>
          <p:spPr>
            <a:xfrm>
              <a:off x="2090086" y="5298665"/>
              <a:ext cx="48302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778E69D7-08B1-9534-8FF1-A4AC8176A1EF}"/>
                </a:ext>
              </a:extLst>
            </p:cNvPr>
            <p:cNvSpPr txBox="1"/>
            <p:nvPr/>
          </p:nvSpPr>
          <p:spPr>
            <a:xfrm>
              <a:off x="3482300" y="5296514"/>
              <a:ext cx="545460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09447EFC-E155-15A1-C367-3460BCA2CA15}"/>
              </a:ext>
            </a:extLst>
          </p:cNvPr>
          <p:cNvGrpSpPr/>
          <p:nvPr/>
        </p:nvGrpSpPr>
        <p:grpSpPr>
          <a:xfrm>
            <a:off x="1521768" y="3839479"/>
            <a:ext cx="2180206" cy="2294999"/>
            <a:chOff x="965426" y="1706417"/>
            <a:chExt cx="3859863" cy="3913271"/>
          </a:xfrm>
        </p:grpSpPr>
        <p:pic>
          <p:nvPicPr>
            <p:cNvPr id="476" name="Picture 475">
              <a:extLst>
                <a:ext uri="{FF2B5EF4-FFF2-40B4-BE49-F238E27FC236}">
                  <a16:creationId xmlns:a16="http://schemas.microsoft.com/office/drawing/2014/main" id="{88EB3E86-5447-DE14-C834-97B7BD7C21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4204" y="3309092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477" name="Group 476">
              <a:extLst>
                <a:ext uri="{FF2B5EF4-FFF2-40B4-BE49-F238E27FC236}">
                  <a16:creationId xmlns:a16="http://schemas.microsoft.com/office/drawing/2014/main" id="{2FFA8CC3-15E6-F32B-9EEE-966B7370CD59}"/>
                </a:ext>
              </a:extLst>
            </p:cNvPr>
            <p:cNvGrpSpPr/>
            <p:nvPr/>
          </p:nvGrpSpPr>
          <p:grpSpPr>
            <a:xfrm>
              <a:off x="965426" y="1706417"/>
              <a:ext cx="3859863" cy="3913271"/>
              <a:chOff x="6929426" y="1676256"/>
              <a:chExt cx="3859863" cy="3913271"/>
            </a:xfrm>
          </p:grpSpPr>
          <p:pic>
            <p:nvPicPr>
              <p:cNvPr id="483" name="Picture 482">
                <a:extLst>
                  <a:ext uri="{FF2B5EF4-FFF2-40B4-BE49-F238E27FC236}">
                    <a16:creationId xmlns:a16="http://schemas.microsoft.com/office/drawing/2014/main" id="{70843634-A1A4-824F-B48D-CF792F763E2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84" name="Picture 483">
                <a:extLst>
                  <a:ext uri="{FF2B5EF4-FFF2-40B4-BE49-F238E27FC236}">
                    <a16:creationId xmlns:a16="http://schemas.microsoft.com/office/drawing/2014/main" id="{4AAE6DC9-C8AB-575F-D32B-0840F986C7E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485" name="Picture 484">
                <a:extLst>
                  <a:ext uri="{FF2B5EF4-FFF2-40B4-BE49-F238E27FC236}">
                    <a16:creationId xmlns:a16="http://schemas.microsoft.com/office/drawing/2014/main" id="{0F97526B-6B07-27E7-EDBA-7215CCBE557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486" name="Picture 485">
                <a:extLst>
                  <a:ext uri="{FF2B5EF4-FFF2-40B4-BE49-F238E27FC236}">
                    <a16:creationId xmlns:a16="http://schemas.microsoft.com/office/drawing/2014/main" id="{43C65667-9575-09D9-271B-5D1D0372476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87" name="Picture 486">
                <a:extLst>
                  <a:ext uri="{FF2B5EF4-FFF2-40B4-BE49-F238E27FC236}">
                    <a16:creationId xmlns:a16="http://schemas.microsoft.com/office/drawing/2014/main" id="{70A8C83C-1ABB-12CC-1A6D-99166EDC9BB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88" name="Picture 487">
                <a:extLst>
                  <a:ext uri="{FF2B5EF4-FFF2-40B4-BE49-F238E27FC236}">
                    <a16:creationId xmlns:a16="http://schemas.microsoft.com/office/drawing/2014/main" id="{67C5612C-75F6-129D-AFF4-3CB5EB262B5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489" name="Picture 488">
                <a:extLst>
                  <a:ext uri="{FF2B5EF4-FFF2-40B4-BE49-F238E27FC236}">
                    <a16:creationId xmlns:a16="http://schemas.microsoft.com/office/drawing/2014/main" id="{CED8F13D-3B3A-963E-74D3-108439A9F54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490" name="Picture 489">
                <a:extLst>
                  <a:ext uri="{FF2B5EF4-FFF2-40B4-BE49-F238E27FC236}">
                    <a16:creationId xmlns:a16="http://schemas.microsoft.com/office/drawing/2014/main" id="{F616353C-B51D-F716-7C2A-7CF3F5852D0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91" name="Picture 490">
                <a:extLst>
                  <a:ext uri="{FF2B5EF4-FFF2-40B4-BE49-F238E27FC236}">
                    <a16:creationId xmlns:a16="http://schemas.microsoft.com/office/drawing/2014/main" id="{AD226C77-1A4A-2241-3761-40FFFABEB43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92" name="Picture 491">
                <a:extLst>
                  <a:ext uri="{FF2B5EF4-FFF2-40B4-BE49-F238E27FC236}">
                    <a16:creationId xmlns:a16="http://schemas.microsoft.com/office/drawing/2014/main" id="{D97CEF59-732A-383E-F77D-5899E1757C3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93" name="Picture 492">
                <a:extLst>
                  <a:ext uri="{FF2B5EF4-FFF2-40B4-BE49-F238E27FC236}">
                    <a16:creationId xmlns:a16="http://schemas.microsoft.com/office/drawing/2014/main" id="{1B1EC900-9F7A-F62C-FA05-F72CECB236E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1676256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494" name="Picture 493">
                <a:extLst>
                  <a:ext uri="{FF2B5EF4-FFF2-40B4-BE49-F238E27FC236}">
                    <a16:creationId xmlns:a16="http://schemas.microsoft.com/office/drawing/2014/main" id="{70D14012-665A-9FDA-2349-FCD59A5C9B3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0917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95" name="Picture 494">
                <a:extLst>
                  <a:ext uri="{FF2B5EF4-FFF2-40B4-BE49-F238E27FC236}">
                    <a16:creationId xmlns:a16="http://schemas.microsoft.com/office/drawing/2014/main" id="{81367858-F14C-8A31-BF2E-85E0307838E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96" name="Picture 495">
                <a:extLst>
                  <a:ext uri="{FF2B5EF4-FFF2-40B4-BE49-F238E27FC236}">
                    <a16:creationId xmlns:a16="http://schemas.microsoft.com/office/drawing/2014/main" id="{B3A965E3-E9DC-FFC1-8773-7E4343DB15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97" name="Picture 496">
                <a:extLst>
                  <a:ext uri="{FF2B5EF4-FFF2-40B4-BE49-F238E27FC236}">
                    <a16:creationId xmlns:a16="http://schemas.microsoft.com/office/drawing/2014/main" id="{C829D652-0974-9C51-FB49-0B2E7BF1340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98" name="Picture 497">
                <a:extLst>
                  <a:ext uri="{FF2B5EF4-FFF2-40B4-BE49-F238E27FC236}">
                    <a16:creationId xmlns:a16="http://schemas.microsoft.com/office/drawing/2014/main" id="{AC9B3DA4-AEB2-193B-7AC7-CF576E5CBF3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99" name="Picture 498">
                <a:extLst>
                  <a:ext uri="{FF2B5EF4-FFF2-40B4-BE49-F238E27FC236}">
                    <a16:creationId xmlns:a16="http://schemas.microsoft.com/office/drawing/2014/main" id="{5161F1D8-E73B-0EBF-458A-B8FFB8AC43D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00" name="Picture 499">
                <a:extLst>
                  <a:ext uri="{FF2B5EF4-FFF2-40B4-BE49-F238E27FC236}">
                    <a16:creationId xmlns:a16="http://schemas.microsoft.com/office/drawing/2014/main" id="{672CA71E-382D-5B85-2C3F-BC37F8D5BAD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01" name="Picture 500">
                <a:extLst>
                  <a:ext uri="{FF2B5EF4-FFF2-40B4-BE49-F238E27FC236}">
                    <a16:creationId xmlns:a16="http://schemas.microsoft.com/office/drawing/2014/main" id="{3B965AAA-0457-F8D7-E7BC-8EF5F7D6208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13564" y="4840684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02" name="Picture 501">
                <a:extLst>
                  <a:ext uri="{FF2B5EF4-FFF2-40B4-BE49-F238E27FC236}">
                    <a16:creationId xmlns:a16="http://schemas.microsoft.com/office/drawing/2014/main" id="{1D2849A5-FE65-8740-B868-961F3C02722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63064" y="484068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03" name="Picture 502">
                <a:extLst>
                  <a:ext uri="{FF2B5EF4-FFF2-40B4-BE49-F238E27FC236}">
                    <a16:creationId xmlns:a16="http://schemas.microsoft.com/office/drawing/2014/main" id="{2E23F27C-7CEE-B5C3-A55E-EFB0346B6D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504" name="Picture 503">
                <a:extLst>
                  <a:ext uri="{FF2B5EF4-FFF2-40B4-BE49-F238E27FC236}">
                    <a16:creationId xmlns:a16="http://schemas.microsoft.com/office/drawing/2014/main" id="{03D34444-CADB-6C08-52D5-EDAC0C54F9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505" name="Picture 504">
                <a:extLst>
                  <a:ext uri="{FF2B5EF4-FFF2-40B4-BE49-F238E27FC236}">
                    <a16:creationId xmlns:a16="http://schemas.microsoft.com/office/drawing/2014/main" id="{7DA1CC0E-EA6E-16CD-DB7A-8794D0FC44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506" name="Picture 505">
                <a:extLst>
                  <a:ext uri="{FF2B5EF4-FFF2-40B4-BE49-F238E27FC236}">
                    <a16:creationId xmlns:a16="http://schemas.microsoft.com/office/drawing/2014/main" id="{46A2CF57-1152-12EC-26F9-457E9FAA209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13564" y="4062693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478" name="TextBox 477">
              <a:extLst>
                <a:ext uri="{FF2B5EF4-FFF2-40B4-BE49-F238E27FC236}">
                  <a16:creationId xmlns:a16="http://schemas.microsoft.com/office/drawing/2014/main" id="{696F2B33-E468-A08B-B235-72518231F9A9}"/>
                </a:ext>
              </a:extLst>
            </p:cNvPr>
            <p:cNvSpPr txBox="1"/>
            <p:nvPr/>
          </p:nvSpPr>
          <p:spPr>
            <a:xfrm>
              <a:off x="2021410" y="4503932"/>
              <a:ext cx="51140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2D954B32-D736-FF71-63DC-55F6AE820D1A}"/>
                </a:ext>
              </a:extLst>
            </p:cNvPr>
            <p:cNvSpPr txBox="1"/>
            <p:nvPr/>
          </p:nvSpPr>
          <p:spPr>
            <a:xfrm>
              <a:off x="3668923" y="3719591"/>
              <a:ext cx="48302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81A00F25-0484-EFBB-5A35-D468CE930095}"/>
                </a:ext>
              </a:extLst>
            </p:cNvPr>
            <p:cNvSpPr txBox="1"/>
            <p:nvPr/>
          </p:nvSpPr>
          <p:spPr>
            <a:xfrm>
              <a:off x="1153484" y="5280352"/>
              <a:ext cx="545460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325CC2CA-BBD5-5501-A330-7C0A5D167D9B}"/>
              </a:ext>
            </a:extLst>
          </p:cNvPr>
          <p:cNvGrpSpPr/>
          <p:nvPr/>
        </p:nvGrpSpPr>
        <p:grpSpPr>
          <a:xfrm>
            <a:off x="3834317" y="3855258"/>
            <a:ext cx="2188991" cy="2299715"/>
            <a:chOff x="965426" y="1706417"/>
            <a:chExt cx="3875416" cy="3921312"/>
          </a:xfrm>
        </p:grpSpPr>
        <p:pic>
          <p:nvPicPr>
            <p:cNvPr id="508" name="Picture 507">
              <a:extLst>
                <a:ext uri="{FF2B5EF4-FFF2-40B4-BE49-F238E27FC236}">
                  <a16:creationId xmlns:a16="http://schemas.microsoft.com/office/drawing/2014/main" id="{065136E2-33D6-5248-3833-B00554698B2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5366" y="2525748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509" name="Group 508">
              <a:extLst>
                <a:ext uri="{FF2B5EF4-FFF2-40B4-BE49-F238E27FC236}">
                  <a16:creationId xmlns:a16="http://schemas.microsoft.com/office/drawing/2014/main" id="{BC36E908-F589-B7E7-6325-D075FEACEF5D}"/>
                </a:ext>
              </a:extLst>
            </p:cNvPr>
            <p:cNvGrpSpPr/>
            <p:nvPr/>
          </p:nvGrpSpPr>
          <p:grpSpPr>
            <a:xfrm>
              <a:off x="965426" y="1706417"/>
              <a:ext cx="3859863" cy="3913271"/>
              <a:chOff x="6929426" y="1676256"/>
              <a:chExt cx="3859863" cy="3913271"/>
            </a:xfrm>
          </p:grpSpPr>
          <p:pic>
            <p:nvPicPr>
              <p:cNvPr id="516" name="Picture 515">
                <a:extLst>
                  <a:ext uri="{FF2B5EF4-FFF2-40B4-BE49-F238E27FC236}">
                    <a16:creationId xmlns:a16="http://schemas.microsoft.com/office/drawing/2014/main" id="{1004A822-41D5-7F78-E010-A66D61FFC51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17" name="Picture 516">
                <a:extLst>
                  <a:ext uri="{FF2B5EF4-FFF2-40B4-BE49-F238E27FC236}">
                    <a16:creationId xmlns:a16="http://schemas.microsoft.com/office/drawing/2014/main" id="{A0449D45-906D-6A31-4E0A-7D5DB744EC7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20810" y="4840684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18" name="Picture 517">
                <a:extLst>
                  <a:ext uri="{FF2B5EF4-FFF2-40B4-BE49-F238E27FC236}">
                    <a16:creationId xmlns:a16="http://schemas.microsoft.com/office/drawing/2014/main" id="{6F4C8D77-0853-F5EA-3FB3-44E90F2A30D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19" name="Picture 518">
                <a:extLst>
                  <a:ext uri="{FF2B5EF4-FFF2-40B4-BE49-F238E27FC236}">
                    <a16:creationId xmlns:a16="http://schemas.microsoft.com/office/drawing/2014/main" id="{73EC4E34-802C-493B-F943-66BCA30F967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20" name="Picture 519">
                <a:extLst>
                  <a:ext uri="{FF2B5EF4-FFF2-40B4-BE49-F238E27FC236}">
                    <a16:creationId xmlns:a16="http://schemas.microsoft.com/office/drawing/2014/main" id="{E1AB5E2B-3B05-B31C-C975-667C1D3FC14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21" name="Picture 520">
                <a:extLst>
                  <a:ext uri="{FF2B5EF4-FFF2-40B4-BE49-F238E27FC236}">
                    <a16:creationId xmlns:a16="http://schemas.microsoft.com/office/drawing/2014/main" id="{C0D95091-1A80-3D3E-3534-92DA1515E72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22" name="Picture 521">
                <a:extLst>
                  <a:ext uri="{FF2B5EF4-FFF2-40B4-BE49-F238E27FC236}">
                    <a16:creationId xmlns:a16="http://schemas.microsoft.com/office/drawing/2014/main" id="{4A8B1245-6682-1518-DE20-9ABED6E987D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23" name="Picture 522">
                <a:extLst>
                  <a:ext uri="{FF2B5EF4-FFF2-40B4-BE49-F238E27FC236}">
                    <a16:creationId xmlns:a16="http://schemas.microsoft.com/office/drawing/2014/main" id="{F2F0F465-C48C-6EBB-14EC-8BEE766A1F2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24" name="Picture 523">
                <a:extLst>
                  <a:ext uri="{FF2B5EF4-FFF2-40B4-BE49-F238E27FC236}">
                    <a16:creationId xmlns:a16="http://schemas.microsoft.com/office/drawing/2014/main" id="{4B5D0A32-98D7-4C46-96CB-9E84D4F86B1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25" name="Picture 524">
                <a:extLst>
                  <a:ext uri="{FF2B5EF4-FFF2-40B4-BE49-F238E27FC236}">
                    <a16:creationId xmlns:a16="http://schemas.microsoft.com/office/drawing/2014/main" id="{1BD7714E-896E-7EFE-81D5-CB0BADE1A12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26" name="Picture 525">
                <a:extLst>
                  <a:ext uri="{FF2B5EF4-FFF2-40B4-BE49-F238E27FC236}">
                    <a16:creationId xmlns:a16="http://schemas.microsoft.com/office/drawing/2014/main" id="{6EDA2FA6-BE20-7945-CC36-E4533362CAD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1676256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27" name="Picture 526">
                <a:extLst>
                  <a:ext uri="{FF2B5EF4-FFF2-40B4-BE49-F238E27FC236}">
                    <a16:creationId xmlns:a16="http://schemas.microsoft.com/office/drawing/2014/main" id="{A08D829A-6415-6B86-E94B-258774ED6C8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0917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28" name="Picture 527">
                <a:extLst>
                  <a:ext uri="{FF2B5EF4-FFF2-40B4-BE49-F238E27FC236}">
                    <a16:creationId xmlns:a16="http://schemas.microsoft.com/office/drawing/2014/main" id="{B0AE8634-21B4-C451-2E68-D4F2FA82458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29" name="Picture 528">
                <a:extLst>
                  <a:ext uri="{FF2B5EF4-FFF2-40B4-BE49-F238E27FC236}">
                    <a16:creationId xmlns:a16="http://schemas.microsoft.com/office/drawing/2014/main" id="{5D9139B7-5ED9-EA91-6952-BCAD70B5723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30" name="Picture 529">
                <a:extLst>
                  <a:ext uri="{FF2B5EF4-FFF2-40B4-BE49-F238E27FC236}">
                    <a16:creationId xmlns:a16="http://schemas.microsoft.com/office/drawing/2014/main" id="{F1ED419B-0651-6A41-1501-8EAFB7DEBB2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31" name="Picture 530">
                <a:extLst>
                  <a:ext uri="{FF2B5EF4-FFF2-40B4-BE49-F238E27FC236}">
                    <a16:creationId xmlns:a16="http://schemas.microsoft.com/office/drawing/2014/main" id="{7E2C0DD5-BB45-73DC-15B8-6367D81B2ED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32" name="Picture 531">
                <a:extLst>
                  <a:ext uri="{FF2B5EF4-FFF2-40B4-BE49-F238E27FC236}">
                    <a16:creationId xmlns:a16="http://schemas.microsoft.com/office/drawing/2014/main" id="{9A47851A-5CB5-8D44-409B-3AD208DE4FB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4777" y="326205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33" name="Picture 532">
                <a:extLst>
                  <a:ext uri="{FF2B5EF4-FFF2-40B4-BE49-F238E27FC236}">
                    <a16:creationId xmlns:a16="http://schemas.microsoft.com/office/drawing/2014/main" id="{42C33978-5CD3-D520-1F74-21EFA7874E2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34" name="Picture 533">
                <a:extLst>
                  <a:ext uri="{FF2B5EF4-FFF2-40B4-BE49-F238E27FC236}">
                    <a16:creationId xmlns:a16="http://schemas.microsoft.com/office/drawing/2014/main" id="{6833EB06-CE44-B942-CD7C-89F52D6E4FA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35" name="Picture 534">
                <a:extLst>
                  <a:ext uri="{FF2B5EF4-FFF2-40B4-BE49-F238E27FC236}">
                    <a16:creationId xmlns:a16="http://schemas.microsoft.com/office/drawing/2014/main" id="{0F50B943-FF05-E56B-48B2-3ABEA15B0E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536" name="Picture 535">
                <a:extLst>
                  <a:ext uri="{FF2B5EF4-FFF2-40B4-BE49-F238E27FC236}">
                    <a16:creationId xmlns:a16="http://schemas.microsoft.com/office/drawing/2014/main" id="{DB19B7DF-51E4-F2ED-4EB5-4BE24101DD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537" name="Picture 536">
                <a:extLst>
                  <a:ext uri="{FF2B5EF4-FFF2-40B4-BE49-F238E27FC236}">
                    <a16:creationId xmlns:a16="http://schemas.microsoft.com/office/drawing/2014/main" id="{316DEE03-3405-6771-3644-339427EA2D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538" name="Picture 537">
                <a:extLst>
                  <a:ext uri="{FF2B5EF4-FFF2-40B4-BE49-F238E27FC236}">
                    <a16:creationId xmlns:a16="http://schemas.microsoft.com/office/drawing/2014/main" id="{F8F0C3DF-9BEE-CAEE-8534-C5F37CE16EE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9972" y="3267446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3BBE1DDD-4BED-1B8A-4575-B3CC59EB416F}"/>
                </a:ext>
              </a:extLst>
            </p:cNvPr>
            <p:cNvSpPr txBox="1"/>
            <p:nvPr/>
          </p:nvSpPr>
          <p:spPr>
            <a:xfrm>
              <a:off x="2818316" y="3724772"/>
              <a:ext cx="51140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1DFE381F-288B-68C7-86EF-C9703060475B}"/>
                </a:ext>
              </a:extLst>
            </p:cNvPr>
            <p:cNvSpPr txBox="1"/>
            <p:nvPr/>
          </p:nvSpPr>
          <p:spPr>
            <a:xfrm>
              <a:off x="2079936" y="2944269"/>
              <a:ext cx="48302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489F2DF3-F5AC-D8A0-3C23-62FBA708F005}"/>
                </a:ext>
              </a:extLst>
            </p:cNvPr>
            <p:cNvSpPr txBox="1"/>
            <p:nvPr/>
          </p:nvSpPr>
          <p:spPr>
            <a:xfrm>
              <a:off x="3492725" y="4499419"/>
              <a:ext cx="545460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pic>
          <p:nvPicPr>
            <p:cNvPr id="515" name="Picture 514">
              <a:extLst>
                <a:ext uri="{FF2B5EF4-FFF2-40B4-BE49-F238E27FC236}">
                  <a16:creationId xmlns:a16="http://schemas.microsoft.com/office/drawing/2014/main" id="{5C9C9702-1C75-2AC3-5E8E-E9F788FED4D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9322" y="48962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grpSp>
        <p:nvGrpSpPr>
          <p:cNvPr id="539" name="Group 538">
            <a:extLst>
              <a:ext uri="{FF2B5EF4-FFF2-40B4-BE49-F238E27FC236}">
                <a16:creationId xmlns:a16="http://schemas.microsoft.com/office/drawing/2014/main" id="{867D043E-CC2E-1ED7-5ECB-9389E31E5A64}"/>
              </a:ext>
            </a:extLst>
          </p:cNvPr>
          <p:cNvGrpSpPr/>
          <p:nvPr/>
        </p:nvGrpSpPr>
        <p:grpSpPr>
          <a:xfrm>
            <a:off x="6086247" y="3877599"/>
            <a:ext cx="2228996" cy="2294999"/>
            <a:chOff x="879048" y="1706417"/>
            <a:chExt cx="3946241" cy="3913271"/>
          </a:xfrm>
        </p:grpSpPr>
        <p:pic>
          <p:nvPicPr>
            <p:cNvPr id="540" name="Picture 539">
              <a:extLst>
                <a:ext uri="{FF2B5EF4-FFF2-40B4-BE49-F238E27FC236}">
                  <a16:creationId xmlns:a16="http://schemas.microsoft.com/office/drawing/2014/main" id="{97C6B2F9-8F72-7BC0-69C6-EE2DABDC97A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1684" y="4076590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99642494-383F-39C5-CE73-657226C52449}"/>
                </a:ext>
              </a:extLst>
            </p:cNvPr>
            <p:cNvGrpSpPr/>
            <p:nvPr/>
          </p:nvGrpSpPr>
          <p:grpSpPr>
            <a:xfrm>
              <a:off x="965426" y="1706417"/>
              <a:ext cx="3859863" cy="3913271"/>
              <a:chOff x="6929426" y="1676256"/>
              <a:chExt cx="3859863" cy="3913271"/>
            </a:xfrm>
          </p:grpSpPr>
          <p:pic>
            <p:nvPicPr>
              <p:cNvPr id="547" name="Picture 546">
                <a:extLst>
                  <a:ext uri="{FF2B5EF4-FFF2-40B4-BE49-F238E27FC236}">
                    <a16:creationId xmlns:a16="http://schemas.microsoft.com/office/drawing/2014/main" id="{87DD7253-0E15-707C-DB63-D94E667F28D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48" name="Picture 547">
                <a:extLst>
                  <a:ext uri="{FF2B5EF4-FFF2-40B4-BE49-F238E27FC236}">
                    <a16:creationId xmlns:a16="http://schemas.microsoft.com/office/drawing/2014/main" id="{938D9810-7548-D398-AA31-FEB0FD3742C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49" name="Picture 548">
                <a:extLst>
                  <a:ext uri="{FF2B5EF4-FFF2-40B4-BE49-F238E27FC236}">
                    <a16:creationId xmlns:a16="http://schemas.microsoft.com/office/drawing/2014/main" id="{D7A4A95E-62AA-C9F5-832C-32F5FAEC7C8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50" name="Picture 549">
                <a:extLst>
                  <a:ext uri="{FF2B5EF4-FFF2-40B4-BE49-F238E27FC236}">
                    <a16:creationId xmlns:a16="http://schemas.microsoft.com/office/drawing/2014/main" id="{69FB1CA3-2A70-F13E-6185-9F59AF75484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51" name="Picture 550">
                <a:extLst>
                  <a:ext uri="{FF2B5EF4-FFF2-40B4-BE49-F238E27FC236}">
                    <a16:creationId xmlns:a16="http://schemas.microsoft.com/office/drawing/2014/main" id="{BB086EF9-C71F-1245-9DB9-E87A827078B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52" name="Picture 551">
                <a:extLst>
                  <a:ext uri="{FF2B5EF4-FFF2-40B4-BE49-F238E27FC236}">
                    <a16:creationId xmlns:a16="http://schemas.microsoft.com/office/drawing/2014/main" id="{5D20551C-AD04-5F9A-49BB-7142CCD333A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53" name="Picture 552">
                <a:extLst>
                  <a:ext uri="{FF2B5EF4-FFF2-40B4-BE49-F238E27FC236}">
                    <a16:creationId xmlns:a16="http://schemas.microsoft.com/office/drawing/2014/main" id="{0593851C-1CE5-FC6D-E6B1-F5E12526EAE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54" name="Picture 553">
                <a:extLst>
                  <a:ext uri="{FF2B5EF4-FFF2-40B4-BE49-F238E27FC236}">
                    <a16:creationId xmlns:a16="http://schemas.microsoft.com/office/drawing/2014/main" id="{8A858B93-5B0B-521F-38A5-B9DB5540739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55" name="Picture 554">
                <a:extLst>
                  <a:ext uri="{FF2B5EF4-FFF2-40B4-BE49-F238E27FC236}">
                    <a16:creationId xmlns:a16="http://schemas.microsoft.com/office/drawing/2014/main" id="{485FCB20-2783-4EB9-DC1A-66478DF1EA8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56" name="Picture 555">
                <a:extLst>
                  <a:ext uri="{FF2B5EF4-FFF2-40B4-BE49-F238E27FC236}">
                    <a16:creationId xmlns:a16="http://schemas.microsoft.com/office/drawing/2014/main" id="{BC1F25D5-EB08-C0B6-8881-053CADD2FEF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5870" y="327236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57" name="Picture 556">
                <a:extLst>
                  <a:ext uri="{FF2B5EF4-FFF2-40B4-BE49-F238E27FC236}">
                    <a16:creationId xmlns:a16="http://schemas.microsoft.com/office/drawing/2014/main" id="{0B1AFCEA-4DFD-7B6D-5205-C24A3DCAA4C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1676256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58" name="Picture 557">
                <a:extLst>
                  <a:ext uri="{FF2B5EF4-FFF2-40B4-BE49-F238E27FC236}">
                    <a16:creationId xmlns:a16="http://schemas.microsoft.com/office/drawing/2014/main" id="{D4FBFE78-4A8C-1CA1-4163-4FE8427236B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0917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59" name="Picture 558">
                <a:extLst>
                  <a:ext uri="{FF2B5EF4-FFF2-40B4-BE49-F238E27FC236}">
                    <a16:creationId xmlns:a16="http://schemas.microsoft.com/office/drawing/2014/main" id="{0E50E8B6-51A1-C581-DA69-73CF62EFAD6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168520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60" name="Picture 559">
                <a:extLst>
                  <a:ext uri="{FF2B5EF4-FFF2-40B4-BE49-F238E27FC236}">
                    <a16:creationId xmlns:a16="http://schemas.microsoft.com/office/drawing/2014/main" id="{8F6C92A3-83F7-34D4-B413-C9B323FE3DD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61" name="Picture 560">
                <a:extLst>
                  <a:ext uri="{FF2B5EF4-FFF2-40B4-BE49-F238E27FC236}">
                    <a16:creationId xmlns:a16="http://schemas.microsoft.com/office/drawing/2014/main" id="{3DD80A48-4913-8339-96D0-068C5F34F74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62" name="Picture 561">
                <a:extLst>
                  <a:ext uri="{FF2B5EF4-FFF2-40B4-BE49-F238E27FC236}">
                    <a16:creationId xmlns:a16="http://schemas.microsoft.com/office/drawing/2014/main" id="{97D4D686-8C3E-9D34-6502-B4E54A739A0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63" name="Picture 562">
                <a:extLst>
                  <a:ext uri="{FF2B5EF4-FFF2-40B4-BE49-F238E27FC236}">
                    <a16:creationId xmlns:a16="http://schemas.microsoft.com/office/drawing/2014/main" id="{7685B28A-1739-5F8E-6911-F42AA116B9C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64" name="Picture 563">
                <a:extLst>
                  <a:ext uri="{FF2B5EF4-FFF2-40B4-BE49-F238E27FC236}">
                    <a16:creationId xmlns:a16="http://schemas.microsoft.com/office/drawing/2014/main" id="{653205D4-E813-104F-2B33-C465877364D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65" name="Picture 564">
                <a:extLst>
                  <a:ext uri="{FF2B5EF4-FFF2-40B4-BE49-F238E27FC236}">
                    <a16:creationId xmlns:a16="http://schemas.microsoft.com/office/drawing/2014/main" id="{85B61A96-03E4-7B2D-80E3-A3BC8A76A05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66" name="Picture 565">
                <a:extLst>
                  <a:ext uri="{FF2B5EF4-FFF2-40B4-BE49-F238E27FC236}">
                    <a16:creationId xmlns:a16="http://schemas.microsoft.com/office/drawing/2014/main" id="{FFF980C6-6077-3118-163D-71B4F3FC078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67" name="Picture 566">
                <a:extLst>
                  <a:ext uri="{FF2B5EF4-FFF2-40B4-BE49-F238E27FC236}">
                    <a16:creationId xmlns:a16="http://schemas.microsoft.com/office/drawing/2014/main" id="{AAF88489-E387-7130-5E96-AC5C01FAD6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568" name="Picture 567">
                <a:extLst>
                  <a:ext uri="{FF2B5EF4-FFF2-40B4-BE49-F238E27FC236}">
                    <a16:creationId xmlns:a16="http://schemas.microsoft.com/office/drawing/2014/main" id="{0B486C40-6F28-8948-E2DA-BD75846733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569" name="Picture 568">
                <a:extLst>
                  <a:ext uri="{FF2B5EF4-FFF2-40B4-BE49-F238E27FC236}">
                    <a16:creationId xmlns:a16="http://schemas.microsoft.com/office/drawing/2014/main" id="{AD3C4DCA-2270-0256-7428-D626B7D5BE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570" name="Picture 569">
                <a:extLst>
                  <a:ext uri="{FF2B5EF4-FFF2-40B4-BE49-F238E27FC236}">
                    <a16:creationId xmlns:a16="http://schemas.microsoft.com/office/drawing/2014/main" id="{CA45C5D6-DA6A-4382-C19C-9AB1F1C3054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14898" y="2470501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542" name="TextBox 541">
              <a:extLst>
                <a:ext uri="{FF2B5EF4-FFF2-40B4-BE49-F238E27FC236}">
                  <a16:creationId xmlns:a16="http://schemas.microsoft.com/office/drawing/2014/main" id="{DA616126-50FA-DF1A-7B6D-AFB8A1F7F461}"/>
                </a:ext>
              </a:extLst>
            </p:cNvPr>
            <p:cNvSpPr txBox="1"/>
            <p:nvPr/>
          </p:nvSpPr>
          <p:spPr>
            <a:xfrm>
              <a:off x="2013517" y="2916280"/>
              <a:ext cx="562975" cy="288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543" name="TextBox 542">
              <a:extLst>
                <a:ext uri="{FF2B5EF4-FFF2-40B4-BE49-F238E27FC236}">
                  <a16:creationId xmlns:a16="http://schemas.microsoft.com/office/drawing/2014/main" id="{93FE2DE1-7041-978D-C3FE-B4962A7D3488}"/>
                </a:ext>
              </a:extLst>
            </p:cNvPr>
            <p:cNvSpPr txBox="1"/>
            <p:nvPr/>
          </p:nvSpPr>
          <p:spPr>
            <a:xfrm>
              <a:off x="3638736" y="4525211"/>
              <a:ext cx="48302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E9481D69-6089-7E04-8E68-F3706E5C078B}"/>
                </a:ext>
              </a:extLst>
            </p:cNvPr>
            <p:cNvSpPr txBox="1"/>
            <p:nvPr/>
          </p:nvSpPr>
          <p:spPr>
            <a:xfrm>
              <a:off x="879048" y="2120110"/>
              <a:ext cx="545460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D3C8FBA5-2EF3-3506-878D-E5B3FB29CF71}"/>
              </a:ext>
            </a:extLst>
          </p:cNvPr>
          <p:cNvGrpSpPr/>
          <p:nvPr/>
        </p:nvGrpSpPr>
        <p:grpSpPr>
          <a:xfrm>
            <a:off x="8437709" y="3881628"/>
            <a:ext cx="2181501" cy="2294999"/>
            <a:chOff x="963134" y="1706417"/>
            <a:chExt cx="3862155" cy="3913271"/>
          </a:xfrm>
        </p:grpSpPr>
        <p:pic>
          <p:nvPicPr>
            <p:cNvPr id="572" name="Picture 571">
              <a:extLst>
                <a:ext uri="{FF2B5EF4-FFF2-40B4-BE49-F238E27FC236}">
                  <a16:creationId xmlns:a16="http://schemas.microsoft.com/office/drawing/2014/main" id="{04306BFE-11EA-A06A-5498-581A31BE81C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3134" y="4876680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573" name="Group 572">
              <a:extLst>
                <a:ext uri="{FF2B5EF4-FFF2-40B4-BE49-F238E27FC236}">
                  <a16:creationId xmlns:a16="http://schemas.microsoft.com/office/drawing/2014/main" id="{5CB280F7-AF2C-FCDD-2EC4-BE19A3071544}"/>
                </a:ext>
              </a:extLst>
            </p:cNvPr>
            <p:cNvGrpSpPr/>
            <p:nvPr/>
          </p:nvGrpSpPr>
          <p:grpSpPr>
            <a:xfrm>
              <a:off x="965426" y="1706417"/>
              <a:ext cx="3859863" cy="3913271"/>
              <a:chOff x="6929426" y="1676256"/>
              <a:chExt cx="3859863" cy="3913271"/>
            </a:xfrm>
          </p:grpSpPr>
          <p:pic>
            <p:nvPicPr>
              <p:cNvPr id="578" name="Picture 577">
                <a:extLst>
                  <a:ext uri="{FF2B5EF4-FFF2-40B4-BE49-F238E27FC236}">
                    <a16:creationId xmlns:a16="http://schemas.microsoft.com/office/drawing/2014/main" id="{F02A0245-F4B5-8146-C869-5BA934F3207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79" name="Picture 578">
                <a:extLst>
                  <a:ext uri="{FF2B5EF4-FFF2-40B4-BE49-F238E27FC236}">
                    <a16:creationId xmlns:a16="http://schemas.microsoft.com/office/drawing/2014/main" id="{B54C80E5-68D6-86BE-22A5-C86796F24FE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80" name="Picture 579">
                <a:extLst>
                  <a:ext uri="{FF2B5EF4-FFF2-40B4-BE49-F238E27FC236}">
                    <a16:creationId xmlns:a16="http://schemas.microsoft.com/office/drawing/2014/main" id="{985C5868-6255-A7BD-937B-E894A521729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81" name="Picture 580">
                <a:extLst>
                  <a:ext uri="{FF2B5EF4-FFF2-40B4-BE49-F238E27FC236}">
                    <a16:creationId xmlns:a16="http://schemas.microsoft.com/office/drawing/2014/main" id="{A10A931B-DCB1-8539-8301-BEFFCB97D27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82" name="Picture 581">
                <a:extLst>
                  <a:ext uri="{FF2B5EF4-FFF2-40B4-BE49-F238E27FC236}">
                    <a16:creationId xmlns:a16="http://schemas.microsoft.com/office/drawing/2014/main" id="{D3EC32CD-5770-F748-104C-96DA3AEF595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83" name="Picture 582">
                <a:extLst>
                  <a:ext uri="{FF2B5EF4-FFF2-40B4-BE49-F238E27FC236}">
                    <a16:creationId xmlns:a16="http://schemas.microsoft.com/office/drawing/2014/main" id="{AD592484-B783-076E-6C09-461B8F1ABFB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84" name="Picture 583">
                <a:extLst>
                  <a:ext uri="{FF2B5EF4-FFF2-40B4-BE49-F238E27FC236}">
                    <a16:creationId xmlns:a16="http://schemas.microsoft.com/office/drawing/2014/main" id="{8C5B71B9-9DA0-0489-2A41-10C7CECBF04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85" name="Picture 584">
                <a:extLst>
                  <a:ext uri="{FF2B5EF4-FFF2-40B4-BE49-F238E27FC236}">
                    <a16:creationId xmlns:a16="http://schemas.microsoft.com/office/drawing/2014/main" id="{E7454C48-2CAE-85AD-78BA-FDBDD9DDAE3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86" name="Picture 585">
                <a:extLst>
                  <a:ext uri="{FF2B5EF4-FFF2-40B4-BE49-F238E27FC236}">
                    <a16:creationId xmlns:a16="http://schemas.microsoft.com/office/drawing/2014/main" id="{71DEF325-FEAF-1B00-0427-4F6DD69DF82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87" name="Picture 586">
                <a:extLst>
                  <a:ext uri="{FF2B5EF4-FFF2-40B4-BE49-F238E27FC236}">
                    <a16:creationId xmlns:a16="http://schemas.microsoft.com/office/drawing/2014/main" id="{BF7BA563-BD03-E75C-A8F3-3B16F4319EF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88" name="Picture 587">
                <a:extLst>
                  <a:ext uri="{FF2B5EF4-FFF2-40B4-BE49-F238E27FC236}">
                    <a16:creationId xmlns:a16="http://schemas.microsoft.com/office/drawing/2014/main" id="{82B171CA-6C47-FA46-BC5F-E38A65D89AE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1676256"/>
                <a:ext cx="731520" cy="731519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89" name="Picture 588">
                <a:extLst>
                  <a:ext uri="{FF2B5EF4-FFF2-40B4-BE49-F238E27FC236}">
                    <a16:creationId xmlns:a16="http://schemas.microsoft.com/office/drawing/2014/main" id="{1AA804BE-CA0F-E536-96D7-0F9ADBEF911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0917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90" name="Picture 589">
                <a:extLst>
                  <a:ext uri="{FF2B5EF4-FFF2-40B4-BE49-F238E27FC236}">
                    <a16:creationId xmlns:a16="http://schemas.microsoft.com/office/drawing/2014/main" id="{44D592D9-1E24-7926-6A0D-1A30B74F38A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91" name="Picture 590">
                <a:extLst>
                  <a:ext uri="{FF2B5EF4-FFF2-40B4-BE49-F238E27FC236}">
                    <a16:creationId xmlns:a16="http://schemas.microsoft.com/office/drawing/2014/main" id="{C169D7A8-090B-9EDB-AAC5-507C5AA3F10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92" name="Picture 591">
                <a:extLst>
                  <a:ext uri="{FF2B5EF4-FFF2-40B4-BE49-F238E27FC236}">
                    <a16:creationId xmlns:a16="http://schemas.microsoft.com/office/drawing/2014/main" id="{4084497C-AFB7-CF4D-5B24-4BC7D4F79BE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15086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93" name="Picture 592">
                <a:extLst>
                  <a:ext uri="{FF2B5EF4-FFF2-40B4-BE49-F238E27FC236}">
                    <a16:creationId xmlns:a16="http://schemas.microsoft.com/office/drawing/2014/main" id="{F37B00DD-652B-45FC-D833-4B967294F50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94" name="Picture 593">
                <a:extLst>
                  <a:ext uri="{FF2B5EF4-FFF2-40B4-BE49-F238E27FC236}">
                    <a16:creationId xmlns:a16="http://schemas.microsoft.com/office/drawing/2014/main" id="{80FF1F57-F172-3FB4-2852-31BCFD02B68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95" name="Picture 594">
                <a:extLst>
                  <a:ext uri="{FF2B5EF4-FFF2-40B4-BE49-F238E27FC236}">
                    <a16:creationId xmlns:a16="http://schemas.microsoft.com/office/drawing/2014/main" id="{1211AF96-51C0-01B5-709A-D9943A539E6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96" name="Picture 595">
                <a:extLst>
                  <a:ext uri="{FF2B5EF4-FFF2-40B4-BE49-F238E27FC236}">
                    <a16:creationId xmlns:a16="http://schemas.microsoft.com/office/drawing/2014/main" id="{E4D70183-8E8A-91BF-279A-307EE3924C5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97" name="Picture 596">
                <a:extLst>
                  <a:ext uri="{FF2B5EF4-FFF2-40B4-BE49-F238E27FC236}">
                    <a16:creationId xmlns:a16="http://schemas.microsoft.com/office/drawing/2014/main" id="{28581534-C3B1-A1C5-7BE5-D27822A3828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98" name="Picture 597">
                <a:extLst>
                  <a:ext uri="{FF2B5EF4-FFF2-40B4-BE49-F238E27FC236}">
                    <a16:creationId xmlns:a16="http://schemas.microsoft.com/office/drawing/2014/main" id="{C322B909-301D-206F-821A-70E952A9A6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599" name="Picture 598">
                <a:extLst>
                  <a:ext uri="{FF2B5EF4-FFF2-40B4-BE49-F238E27FC236}">
                    <a16:creationId xmlns:a16="http://schemas.microsoft.com/office/drawing/2014/main" id="{FA8F61D2-C4D7-9483-5D2F-7AED5CBDB5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73790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600" name="Picture 599">
                <a:extLst>
                  <a:ext uri="{FF2B5EF4-FFF2-40B4-BE49-F238E27FC236}">
                    <a16:creationId xmlns:a16="http://schemas.microsoft.com/office/drawing/2014/main" id="{838B0AEB-9CED-24F0-C994-DB15D83948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46383" y="3263539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601" name="Picture 600">
                <a:extLst>
                  <a:ext uri="{FF2B5EF4-FFF2-40B4-BE49-F238E27FC236}">
                    <a16:creationId xmlns:a16="http://schemas.microsoft.com/office/drawing/2014/main" id="{711EB2D4-23B5-24B7-3859-7CD12AB7D19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8774" y="2482227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574" name="TextBox 573">
              <a:extLst>
                <a:ext uri="{FF2B5EF4-FFF2-40B4-BE49-F238E27FC236}">
                  <a16:creationId xmlns:a16="http://schemas.microsoft.com/office/drawing/2014/main" id="{F0FCF0CC-231C-1814-2E5B-B647E65C145B}"/>
                </a:ext>
              </a:extLst>
            </p:cNvPr>
            <p:cNvSpPr txBox="1"/>
            <p:nvPr/>
          </p:nvSpPr>
          <p:spPr>
            <a:xfrm>
              <a:off x="2812434" y="2922885"/>
              <a:ext cx="51140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575" name="TextBox 574">
              <a:extLst>
                <a:ext uri="{FF2B5EF4-FFF2-40B4-BE49-F238E27FC236}">
                  <a16:creationId xmlns:a16="http://schemas.microsoft.com/office/drawing/2014/main" id="{1B17ED9B-F905-C3CF-832A-E02807C27192}"/>
                </a:ext>
              </a:extLst>
            </p:cNvPr>
            <p:cNvSpPr txBox="1"/>
            <p:nvPr/>
          </p:nvSpPr>
          <p:spPr>
            <a:xfrm>
              <a:off x="1277225" y="5307427"/>
              <a:ext cx="48302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576" name="TextBox 575">
              <a:extLst>
                <a:ext uri="{FF2B5EF4-FFF2-40B4-BE49-F238E27FC236}">
                  <a16:creationId xmlns:a16="http://schemas.microsoft.com/office/drawing/2014/main" id="{B403A0AD-4F3B-48B5-CDE5-8DBF45D1C0E9}"/>
                </a:ext>
              </a:extLst>
            </p:cNvPr>
            <p:cNvSpPr txBox="1"/>
            <p:nvPr/>
          </p:nvSpPr>
          <p:spPr>
            <a:xfrm>
              <a:off x="3492725" y="2125287"/>
              <a:ext cx="545460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603" name="Group 602">
            <a:extLst>
              <a:ext uri="{FF2B5EF4-FFF2-40B4-BE49-F238E27FC236}">
                <a16:creationId xmlns:a16="http://schemas.microsoft.com/office/drawing/2014/main" id="{DAB29171-6B9C-B43B-B187-E1AC25180DEA}"/>
              </a:ext>
            </a:extLst>
          </p:cNvPr>
          <p:cNvGrpSpPr/>
          <p:nvPr/>
        </p:nvGrpSpPr>
        <p:grpSpPr>
          <a:xfrm>
            <a:off x="1514881" y="1177220"/>
            <a:ext cx="2180206" cy="2283180"/>
            <a:chOff x="965426" y="1709246"/>
            <a:chExt cx="3859863" cy="3893119"/>
          </a:xfrm>
        </p:grpSpPr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CE023A91-19FE-FC8E-4800-A45DC95B8132}"/>
                </a:ext>
              </a:extLst>
            </p:cNvPr>
            <p:cNvGrpSpPr/>
            <p:nvPr/>
          </p:nvGrpSpPr>
          <p:grpSpPr>
            <a:xfrm>
              <a:off x="965426" y="1709246"/>
              <a:ext cx="3859863" cy="3893119"/>
              <a:chOff x="6929426" y="1679085"/>
              <a:chExt cx="3859863" cy="3893119"/>
            </a:xfrm>
          </p:grpSpPr>
          <p:pic>
            <p:nvPicPr>
              <p:cNvPr id="610" name="Picture 609">
                <a:extLst>
                  <a:ext uri="{FF2B5EF4-FFF2-40B4-BE49-F238E27FC236}">
                    <a16:creationId xmlns:a16="http://schemas.microsoft.com/office/drawing/2014/main" id="{49E0335E-02AC-AC6B-986B-712F44F35B3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928" y="484068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11" name="Picture 610">
                <a:extLst>
                  <a:ext uri="{FF2B5EF4-FFF2-40B4-BE49-F238E27FC236}">
                    <a16:creationId xmlns:a16="http://schemas.microsoft.com/office/drawing/2014/main" id="{1097FAF3-28C1-5150-2E51-1FD49E8121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12" name="Picture 611">
                <a:extLst>
                  <a:ext uri="{FF2B5EF4-FFF2-40B4-BE49-F238E27FC236}">
                    <a16:creationId xmlns:a16="http://schemas.microsoft.com/office/drawing/2014/main" id="{0135E8C6-65B3-134F-1B2B-2428D2B95BB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613" name="Picture 612">
                <a:extLst>
                  <a:ext uri="{FF2B5EF4-FFF2-40B4-BE49-F238E27FC236}">
                    <a16:creationId xmlns:a16="http://schemas.microsoft.com/office/drawing/2014/main" id="{6E2C9560-4222-513F-AF0E-BC2CA566EAE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14" name="Picture 613">
                <a:extLst>
                  <a:ext uri="{FF2B5EF4-FFF2-40B4-BE49-F238E27FC236}">
                    <a16:creationId xmlns:a16="http://schemas.microsoft.com/office/drawing/2014/main" id="{C9D15F27-EEB1-2B96-43B7-F4AA73536D2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15" name="Picture 614">
                <a:extLst>
                  <a:ext uri="{FF2B5EF4-FFF2-40B4-BE49-F238E27FC236}">
                    <a16:creationId xmlns:a16="http://schemas.microsoft.com/office/drawing/2014/main" id="{110F34F9-3E69-44FA-157E-D0269585803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616" name="Picture 615">
                <a:extLst>
                  <a:ext uri="{FF2B5EF4-FFF2-40B4-BE49-F238E27FC236}">
                    <a16:creationId xmlns:a16="http://schemas.microsoft.com/office/drawing/2014/main" id="{AF8C9DAB-E3E5-8326-D322-2BEBB66B035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617" name="Picture 616">
                <a:extLst>
                  <a:ext uri="{FF2B5EF4-FFF2-40B4-BE49-F238E27FC236}">
                    <a16:creationId xmlns:a16="http://schemas.microsoft.com/office/drawing/2014/main" id="{9D97B5B4-E72E-EB0E-9F4C-235181361DD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18" name="Picture 617">
                <a:extLst>
                  <a:ext uri="{FF2B5EF4-FFF2-40B4-BE49-F238E27FC236}">
                    <a16:creationId xmlns:a16="http://schemas.microsoft.com/office/drawing/2014/main" id="{01ADFC63-6169-12FA-1C36-9E59290A588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19" name="Picture 618">
                <a:extLst>
                  <a:ext uri="{FF2B5EF4-FFF2-40B4-BE49-F238E27FC236}">
                    <a16:creationId xmlns:a16="http://schemas.microsoft.com/office/drawing/2014/main" id="{66F63540-FB84-F9D2-BC54-F1C9A02947B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20" name="Picture 619">
                <a:extLst>
                  <a:ext uri="{FF2B5EF4-FFF2-40B4-BE49-F238E27FC236}">
                    <a16:creationId xmlns:a16="http://schemas.microsoft.com/office/drawing/2014/main" id="{53612D34-8223-BB82-6D21-E5DC43DAF9D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720" y="483714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21" name="Picture 620">
                <a:extLst>
                  <a:ext uri="{FF2B5EF4-FFF2-40B4-BE49-F238E27FC236}">
                    <a16:creationId xmlns:a16="http://schemas.microsoft.com/office/drawing/2014/main" id="{12F26A75-B410-0F5D-5BE6-90B167594BA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0779" y="168131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22" name="Picture 621">
                <a:extLst>
                  <a:ext uri="{FF2B5EF4-FFF2-40B4-BE49-F238E27FC236}">
                    <a16:creationId xmlns:a16="http://schemas.microsoft.com/office/drawing/2014/main" id="{CEF5DD8B-196C-5360-A076-701AFA7F275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23" name="Picture 622">
                <a:extLst>
                  <a:ext uri="{FF2B5EF4-FFF2-40B4-BE49-F238E27FC236}">
                    <a16:creationId xmlns:a16="http://schemas.microsoft.com/office/drawing/2014/main" id="{5CF7EFEB-E36B-A828-3DE5-E417AA4A86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24" name="Picture 623">
                <a:extLst>
                  <a:ext uri="{FF2B5EF4-FFF2-40B4-BE49-F238E27FC236}">
                    <a16:creationId xmlns:a16="http://schemas.microsoft.com/office/drawing/2014/main" id="{5E73050E-74BD-6BAC-2BD5-6FB5CDE4DB5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25" name="Picture 624">
                <a:extLst>
                  <a:ext uri="{FF2B5EF4-FFF2-40B4-BE49-F238E27FC236}">
                    <a16:creationId xmlns:a16="http://schemas.microsoft.com/office/drawing/2014/main" id="{13BEA828-2CEB-0D21-9B42-E051D8B0A9A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26" name="Picture 625">
                <a:extLst>
                  <a:ext uri="{FF2B5EF4-FFF2-40B4-BE49-F238E27FC236}">
                    <a16:creationId xmlns:a16="http://schemas.microsoft.com/office/drawing/2014/main" id="{1850C6AA-A9BF-C1C7-C361-81FC594813A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27" name="Picture 626">
                <a:extLst>
                  <a:ext uri="{FF2B5EF4-FFF2-40B4-BE49-F238E27FC236}">
                    <a16:creationId xmlns:a16="http://schemas.microsoft.com/office/drawing/2014/main" id="{FD75FD87-E819-6120-5427-D4ED81AFDA1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28" name="Picture 627">
                <a:extLst>
                  <a:ext uri="{FF2B5EF4-FFF2-40B4-BE49-F238E27FC236}">
                    <a16:creationId xmlns:a16="http://schemas.microsoft.com/office/drawing/2014/main" id="{80123927-BA26-7983-47A2-C59D216FA19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29" name="Picture 628">
                <a:extLst>
                  <a:ext uri="{FF2B5EF4-FFF2-40B4-BE49-F238E27FC236}">
                    <a16:creationId xmlns:a16="http://schemas.microsoft.com/office/drawing/2014/main" id="{D9042628-FC69-938D-E144-301D93E3BAA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30" name="Picture 629">
                <a:extLst>
                  <a:ext uri="{FF2B5EF4-FFF2-40B4-BE49-F238E27FC236}">
                    <a16:creationId xmlns:a16="http://schemas.microsoft.com/office/drawing/2014/main" id="{D671EC74-20F3-A9DD-E076-C9411157F7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631" name="Picture 630">
                <a:extLst>
                  <a:ext uri="{FF2B5EF4-FFF2-40B4-BE49-F238E27FC236}">
                    <a16:creationId xmlns:a16="http://schemas.microsoft.com/office/drawing/2014/main" id="{4558EA1F-D044-11B7-875E-48DD5DD987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632" name="Picture 631">
                <a:extLst>
                  <a:ext uri="{FF2B5EF4-FFF2-40B4-BE49-F238E27FC236}">
                    <a16:creationId xmlns:a16="http://schemas.microsoft.com/office/drawing/2014/main" id="{68002CAB-58CA-32DA-390A-00FAE25B26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633" name="Picture 632">
                <a:extLst>
                  <a:ext uri="{FF2B5EF4-FFF2-40B4-BE49-F238E27FC236}">
                    <a16:creationId xmlns:a16="http://schemas.microsoft.com/office/drawing/2014/main" id="{88E99AEE-D626-6834-BD50-B1DD3136156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928" y="3280299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3D68DD8A-B88A-8D8A-C285-BDA7408582A8}"/>
                </a:ext>
              </a:extLst>
            </p:cNvPr>
            <p:cNvSpPr txBox="1"/>
            <p:nvPr/>
          </p:nvSpPr>
          <p:spPr>
            <a:xfrm>
              <a:off x="3575373" y="3736705"/>
              <a:ext cx="51140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606" name="TextBox 605">
              <a:extLst>
                <a:ext uri="{FF2B5EF4-FFF2-40B4-BE49-F238E27FC236}">
                  <a16:creationId xmlns:a16="http://schemas.microsoft.com/office/drawing/2014/main" id="{7686BFB6-2489-7C06-E141-C63E579B1AE3}"/>
                </a:ext>
              </a:extLst>
            </p:cNvPr>
            <p:cNvSpPr txBox="1"/>
            <p:nvPr/>
          </p:nvSpPr>
          <p:spPr>
            <a:xfrm>
              <a:off x="3653646" y="2922886"/>
              <a:ext cx="508473" cy="629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endParaRPr>
            </a:p>
          </p:txBody>
        </p:sp>
        <p:pic>
          <p:nvPicPr>
            <p:cNvPr id="607" name="Picture 606">
              <a:extLst>
                <a:ext uri="{FF2B5EF4-FFF2-40B4-BE49-F238E27FC236}">
                  <a16:creationId xmlns:a16="http://schemas.microsoft.com/office/drawing/2014/main" id="{4382B448-6D24-7C57-B572-EE3996B2849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8928" y="2512388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sp>
          <p:nvSpPr>
            <p:cNvPr id="608" name="TextBox 607">
              <a:extLst>
                <a:ext uri="{FF2B5EF4-FFF2-40B4-BE49-F238E27FC236}">
                  <a16:creationId xmlns:a16="http://schemas.microsoft.com/office/drawing/2014/main" id="{6CC1DE98-206F-F523-9592-2397C23E4C40}"/>
                </a:ext>
              </a:extLst>
            </p:cNvPr>
            <p:cNvSpPr txBox="1"/>
            <p:nvPr/>
          </p:nvSpPr>
          <p:spPr>
            <a:xfrm>
              <a:off x="3641450" y="2956868"/>
              <a:ext cx="483025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609" name="TextBox 608">
              <a:extLst>
                <a:ext uri="{FF2B5EF4-FFF2-40B4-BE49-F238E27FC236}">
                  <a16:creationId xmlns:a16="http://schemas.microsoft.com/office/drawing/2014/main" id="{7E9335A0-B79A-3487-A26F-E04D9D75FCAA}"/>
                </a:ext>
              </a:extLst>
            </p:cNvPr>
            <p:cNvSpPr txBox="1"/>
            <p:nvPr/>
          </p:nvSpPr>
          <p:spPr>
            <a:xfrm>
              <a:off x="3509906" y="4497973"/>
              <a:ext cx="545460" cy="288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38E4CC6-8E6A-7DC3-415B-9D9C55D1AADC}"/>
              </a:ext>
            </a:extLst>
          </p:cNvPr>
          <p:cNvGrpSpPr/>
          <p:nvPr/>
        </p:nvGrpSpPr>
        <p:grpSpPr>
          <a:xfrm>
            <a:off x="4250713" y="19004"/>
            <a:ext cx="6395270" cy="546289"/>
            <a:chOff x="4247416" y="109504"/>
            <a:chExt cx="6395270" cy="54628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B473A1C-7A49-A6CC-6525-0567F4CDBFCA}"/>
                </a:ext>
              </a:extLst>
            </p:cNvPr>
            <p:cNvGrpSpPr/>
            <p:nvPr/>
          </p:nvGrpSpPr>
          <p:grpSpPr>
            <a:xfrm>
              <a:off x="4247416" y="109504"/>
              <a:ext cx="6395270" cy="401914"/>
              <a:chOff x="3617977" y="80327"/>
              <a:chExt cx="6395270" cy="579223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646C51-EC7C-BD1E-46B0-7C774E18693A}"/>
                  </a:ext>
                </a:extLst>
              </p:cNvPr>
              <p:cNvSpPr txBox="1"/>
              <p:nvPr/>
            </p:nvSpPr>
            <p:spPr>
              <a:xfrm>
                <a:off x="3617977" y="195744"/>
                <a:ext cx="308098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000000"/>
                    </a:highlight>
                  </a:rPr>
                  <a:t>*PW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01E170-2DC0-5595-5B4F-54B661D8B9A4}"/>
                  </a:ext>
                </a:extLst>
              </p:cNvPr>
              <p:cNvSpPr txBox="1"/>
              <p:nvPr/>
            </p:nvSpPr>
            <p:spPr>
              <a:xfrm>
                <a:off x="3624858" y="365021"/>
                <a:ext cx="288862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FF0000"/>
                    </a:highlight>
                  </a:rPr>
                  <a:t>*RP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9FF6E1-B875-0A81-8DA6-E446A744FDDD}"/>
                  </a:ext>
                </a:extLst>
              </p:cNvPr>
              <p:cNvSpPr txBox="1"/>
              <p:nvPr/>
            </p:nvSpPr>
            <p:spPr>
              <a:xfrm>
                <a:off x="3900454" y="80327"/>
                <a:ext cx="6106160" cy="354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Actual Password to Click</a:t>
                </a:r>
                <a:endParaRPr lang="en-US" sz="1000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9E033AC-530E-A7E6-E7F7-49840A39D08F}"/>
                  </a:ext>
                </a:extLst>
              </p:cNvPr>
              <p:cNvSpPr txBox="1"/>
              <p:nvPr/>
            </p:nvSpPr>
            <p:spPr>
              <a:xfrm>
                <a:off x="3907087" y="304706"/>
                <a:ext cx="6106160" cy="354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Registered Password</a:t>
                </a:r>
                <a:endParaRPr lang="en-US" sz="1000" dirty="0"/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07FCE4-53A7-9E96-71B8-295CE0E19ADB}"/>
                </a:ext>
              </a:extLst>
            </p:cNvPr>
            <p:cNvSpPr txBox="1"/>
            <p:nvPr/>
          </p:nvSpPr>
          <p:spPr>
            <a:xfrm>
              <a:off x="4260378" y="448538"/>
              <a:ext cx="27283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208DFF-AAD2-B0C6-160D-C5EE8A0DD436}"/>
                </a:ext>
              </a:extLst>
            </p:cNvPr>
            <p:cNvSpPr txBox="1"/>
            <p:nvPr/>
          </p:nvSpPr>
          <p:spPr>
            <a:xfrm>
              <a:off x="4536526" y="409572"/>
              <a:ext cx="610616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ln w="0"/>
                  <a:solidFill>
                    <a:srgbClr val="00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Direction Indicator</a:t>
              </a:r>
              <a:endParaRPr lang="en-US" sz="1000" dirty="0">
                <a:solidFill>
                  <a:srgbClr val="00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360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A9B22-94B1-0205-D834-097DA7D3E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CAEE11B7-168A-AC75-8E13-5FCBDACAC163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F53FF3B4-A790-7BDD-112C-A924DB185C06}"/>
              </a:ext>
            </a:extLst>
          </p:cNvPr>
          <p:cNvSpPr txBox="1">
            <a:spLocks/>
          </p:cNvSpPr>
          <p:nvPr/>
        </p:nvSpPr>
        <p:spPr>
          <a:xfrm>
            <a:off x="-1024858" y="-15045"/>
            <a:ext cx="4149214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 1 Example 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555FABC6-BF04-8611-13B5-5C568B39D181}"/>
              </a:ext>
            </a:extLst>
          </p:cNvPr>
          <p:cNvSpPr txBox="1"/>
          <p:nvPr/>
        </p:nvSpPr>
        <p:spPr>
          <a:xfrm>
            <a:off x="567332" y="146365"/>
            <a:ext cx="1865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1.Direction Indicator </a:t>
            </a:r>
            <a:r>
              <a:rPr lang="en-US" sz="1000" dirty="0"/>
              <a:t>At North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5F9DB9E9-62B7-79B1-D58F-728B8893B67C}"/>
              </a:ext>
            </a:extLst>
          </p:cNvPr>
          <p:cNvSpPr txBox="1"/>
          <p:nvPr/>
        </p:nvSpPr>
        <p:spPr>
          <a:xfrm>
            <a:off x="2827" y="3349957"/>
            <a:ext cx="17204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5.Direction Indicator </a:t>
            </a:r>
            <a:r>
              <a:rPr lang="en-US" sz="1000" dirty="0"/>
              <a:t>At Northeast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616D2074-872B-7536-CC56-07C53BFAFD2E}"/>
              </a:ext>
            </a:extLst>
          </p:cNvPr>
          <p:cNvSpPr txBox="1"/>
          <p:nvPr/>
        </p:nvSpPr>
        <p:spPr>
          <a:xfrm>
            <a:off x="3245663" y="17173"/>
            <a:ext cx="16485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2.Direction Indicator </a:t>
            </a:r>
            <a:r>
              <a:rPr lang="en-US" sz="1000" dirty="0"/>
              <a:t>At South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3C635AFD-B1BF-84C3-5C2E-5070B76679C5}"/>
              </a:ext>
            </a:extLst>
          </p:cNvPr>
          <p:cNvSpPr txBox="1"/>
          <p:nvPr/>
        </p:nvSpPr>
        <p:spPr>
          <a:xfrm>
            <a:off x="6319666" y="146365"/>
            <a:ext cx="1903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3.Direction Indicator </a:t>
            </a:r>
            <a:r>
              <a:rPr lang="en-US" sz="1000" dirty="0"/>
              <a:t>At East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94917EFE-15C1-6C6E-48BC-9BA9695F44AE}"/>
              </a:ext>
            </a:extLst>
          </p:cNvPr>
          <p:cNvSpPr txBox="1"/>
          <p:nvPr/>
        </p:nvSpPr>
        <p:spPr>
          <a:xfrm>
            <a:off x="8943509" y="146365"/>
            <a:ext cx="1843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4.Direction Indicator </a:t>
            </a:r>
            <a:r>
              <a:rPr lang="en-US" sz="1000" dirty="0"/>
              <a:t>At West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0BC341F8-D36B-CB85-7044-FE4046A6633F}"/>
              </a:ext>
            </a:extLst>
          </p:cNvPr>
          <p:cNvSpPr txBox="1"/>
          <p:nvPr/>
        </p:nvSpPr>
        <p:spPr>
          <a:xfrm>
            <a:off x="3198371" y="3387275"/>
            <a:ext cx="2185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6.Direction Indicator </a:t>
            </a:r>
            <a:r>
              <a:rPr lang="en-US" sz="1000" dirty="0"/>
              <a:t>At Northwest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5E93CAE-FF27-D62D-0265-8636AE27270A}"/>
              </a:ext>
            </a:extLst>
          </p:cNvPr>
          <p:cNvSpPr txBox="1"/>
          <p:nvPr/>
        </p:nvSpPr>
        <p:spPr>
          <a:xfrm>
            <a:off x="6299640" y="3381758"/>
            <a:ext cx="2185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7.Direction Indicator </a:t>
            </a:r>
            <a:r>
              <a:rPr lang="en-US" sz="1000" dirty="0"/>
              <a:t>At Southeast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84F13DBE-D36A-A5F8-3CB5-FC1DDED9A589}"/>
              </a:ext>
            </a:extLst>
          </p:cNvPr>
          <p:cNvSpPr txBox="1"/>
          <p:nvPr/>
        </p:nvSpPr>
        <p:spPr>
          <a:xfrm>
            <a:off x="8986285" y="3429000"/>
            <a:ext cx="19438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8.Direction Indicator </a:t>
            </a:r>
            <a:r>
              <a:rPr lang="en-US" sz="1000" dirty="0"/>
              <a:t>At Southwest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CF42F1-0FDB-3F0E-68A1-9ED8A3179B8F}"/>
              </a:ext>
            </a:extLst>
          </p:cNvPr>
          <p:cNvGrpSpPr/>
          <p:nvPr/>
        </p:nvGrpSpPr>
        <p:grpSpPr>
          <a:xfrm>
            <a:off x="647119" y="549921"/>
            <a:ext cx="2242613" cy="3072865"/>
            <a:chOff x="965426" y="1709246"/>
            <a:chExt cx="3859863" cy="466308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E11A845-BA60-7CCF-B066-93544FB51EE1}"/>
                </a:ext>
              </a:extLst>
            </p:cNvPr>
            <p:cNvSpPr/>
            <p:nvPr/>
          </p:nvSpPr>
          <p:spPr>
            <a:xfrm>
              <a:off x="3296555" y="5640812"/>
              <a:ext cx="731520" cy="73152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Out of Grid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BA9AE57-AD02-0AB4-B695-3211C9EF0451}"/>
                </a:ext>
              </a:extLst>
            </p:cNvPr>
            <p:cNvGrpSpPr/>
            <p:nvPr/>
          </p:nvGrpSpPr>
          <p:grpSpPr>
            <a:xfrm>
              <a:off x="965426" y="1709246"/>
              <a:ext cx="3859863" cy="3893119"/>
              <a:chOff x="6929426" y="1679085"/>
              <a:chExt cx="3859863" cy="3893119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73D72D9-54A2-C7B0-A830-CCB195B3EC3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47F51012-9AC7-CE3D-402E-E7A3B6D72DE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6128F35A-19DB-5025-6342-80D616A10F1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A8A5E5B-25BE-0B4D-01E7-F61D9648D2E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E6863D7C-99AE-BFDF-D9D8-506D1B1842E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EF1B770-2E7D-E283-0786-ED13A1265DC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58B14A44-3CD4-8B02-0545-5C01F57E982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5D91809F-A50A-1437-D71A-D9D7106F970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7987" y="327236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A3CC1DB1-45A4-9B8F-9B45-F4EF4567DA6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7AEA6C18-C295-F366-E934-A27F5384756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39A3EF4C-64A2-699E-D922-9F205D6EF1A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720" y="483714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472330ED-A1EC-BDFB-D056-47F03B5B246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0779" y="168131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809B879E-9600-F14E-0660-1997C8E0889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36D07BA7-F01D-119E-8414-9A10A78E979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5E1FDBAD-A896-1A7A-0E8F-9E9D5339CDE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5ED9AFFB-F6FC-033D-B739-BB005C3E57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DB27BF48-5B33-77D4-4B42-925210E5377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B80E260D-5182-9B2E-BBF5-63A67B94642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ECB47F31-750B-BA65-379B-51866AE5B2F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EEF8976D-1C06-608D-9690-4EBA15BE24E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4AB74B3E-F718-22CD-7533-BB973E2DE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64891AB5-19AC-9717-80B8-21529C795D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F5878EFE-10E5-FEF5-3AAD-800324CB43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74400C99-CDF3-5F9F-971B-6A29AED54A5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7987" y="4840684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D14F0A3-D59F-1595-88C4-6A8A0D044455}"/>
                </a:ext>
              </a:extLst>
            </p:cNvPr>
            <p:cNvSpPr txBox="1"/>
            <p:nvPr/>
          </p:nvSpPr>
          <p:spPr>
            <a:xfrm>
              <a:off x="3604007" y="5295758"/>
              <a:ext cx="28886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44CB5BC-286D-BC5F-392B-138C1500B99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7100" y="2498217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C64455-923B-70B3-ACC3-A60D4EA248BE}"/>
                </a:ext>
              </a:extLst>
            </p:cNvPr>
            <p:cNvSpPr txBox="1"/>
            <p:nvPr/>
          </p:nvSpPr>
          <p:spPr>
            <a:xfrm>
              <a:off x="3626884" y="2914534"/>
              <a:ext cx="27283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EA76BB-B33B-46B9-CBE6-A78C6404C71C}"/>
                </a:ext>
              </a:extLst>
            </p:cNvPr>
            <p:cNvSpPr txBox="1"/>
            <p:nvPr/>
          </p:nvSpPr>
          <p:spPr>
            <a:xfrm>
              <a:off x="3475748" y="2111914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26CB1663-B281-B0BA-0545-2DD48EE6EEFA}"/>
                </a:ext>
              </a:extLst>
            </p:cNvPr>
            <p:cNvCxnSpPr>
              <a:stCxn id="3" idx="3"/>
              <a:endCxn id="11" idx="0"/>
            </p:cNvCxnSpPr>
            <p:nvPr/>
          </p:nvCxnSpPr>
          <p:spPr>
            <a:xfrm flipH="1" flipV="1">
              <a:off x="3655323" y="1718324"/>
              <a:ext cx="372752" cy="4288248"/>
            </a:xfrm>
            <a:prstGeom prst="bentConnector4">
              <a:avLst>
                <a:gd name="adj1" fmla="val -306638"/>
                <a:gd name="adj2" fmla="val 107362"/>
              </a:avLst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CB432C-F62C-F695-CC8B-D3A6B903453E}"/>
              </a:ext>
            </a:extLst>
          </p:cNvPr>
          <p:cNvGrpSpPr/>
          <p:nvPr/>
        </p:nvGrpSpPr>
        <p:grpSpPr>
          <a:xfrm>
            <a:off x="3355839" y="71660"/>
            <a:ext cx="2242613" cy="3080424"/>
            <a:chOff x="965426" y="969034"/>
            <a:chExt cx="3859863" cy="4674558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AA20531-6B00-6DC8-4FD7-272892E48B3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96555" y="4863762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C542827F-0132-D4DE-4C72-F3E4DCC502D8}"/>
                </a:ext>
              </a:extLst>
            </p:cNvPr>
            <p:cNvGrpSpPr/>
            <p:nvPr/>
          </p:nvGrpSpPr>
          <p:grpSpPr>
            <a:xfrm>
              <a:off x="965426" y="1709246"/>
              <a:ext cx="3859863" cy="3893119"/>
              <a:chOff x="6929426" y="1679085"/>
              <a:chExt cx="3859863" cy="3893119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7C8EC74D-5859-3B5D-121B-08D52792144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25B4AA8C-51C0-9F8F-4BC5-6DFED361F77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D4B7FFB5-ACF0-53E3-DE4C-6285610FA0A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869B7821-7910-E9AA-D65C-CAA82191872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48" name="Picture 447">
                <a:extLst>
                  <a:ext uri="{FF2B5EF4-FFF2-40B4-BE49-F238E27FC236}">
                    <a16:creationId xmlns:a16="http://schemas.microsoft.com/office/drawing/2014/main" id="{38774BD0-914A-4153-7F7E-F04789D06C3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49" name="Picture 448">
                <a:extLst>
                  <a:ext uri="{FF2B5EF4-FFF2-40B4-BE49-F238E27FC236}">
                    <a16:creationId xmlns:a16="http://schemas.microsoft.com/office/drawing/2014/main" id="{5FCCE35D-EAE3-A5C2-9B62-CE07C3E4AA8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450" name="Picture 449">
                <a:extLst>
                  <a:ext uri="{FF2B5EF4-FFF2-40B4-BE49-F238E27FC236}">
                    <a16:creationId xmlns:a16="http://schemas.microsoft.com/office/drawing/2014/main" id="{B32E1B0E-5CFF-FCE1-41AE-E59DDACD39C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451" name="Picture 450">
                <a:extLst>
                  <a:ext uri="{FF2B5EF4-FFF2-40B4-BE49-F238E27FC236}">
                    <a16:creationId xmlns:a16="http://schemas.microsoft.com/office/drawing/2014/main" id="{5D1191FF-92DA-464F-EE84-DB9B33A1FC9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7987" y="327236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52" name="Picture 451">
                <a:extLst>
                  <a:ext uri="{FF2B5EF4-FFF2-40B4-BE49-F238E27FC236}">
                    <a16:creationId xmlns:a16="http://schemas.microsoft.com/office/drawing/2014/main" id="{5200E73C-C0FC-3245-38E8-70E3356B643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53" name="Picture 452">
                <a:extLst>
                  <a:ext uri="{FF2B5EF4-FFF2-40B4-BE49-F238E27FC236}">
                    <a16:creationId xmlns:a16="http://schemas.microsoft.com/office/drawing/2014/main" id="{353BAE1D-A41B-FFB0-4179-E1038B947D6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54" name="Picture 453">
                <a:extLst>
                  <a:ext uri="{FF2B5EF4-FFF2-40B4-BE49-F238E27FC236}">
                    <a16:creationId xmlns:a16="http://schemas.microsoft.com/office/drawing/2014/main" id="{98B079D4-AE16-FE15-977C-3E7A7B111C3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720" y="483714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55" name="Picture 454">
                <a:extLst>
                  <a:ext uri="{FF2B5EF4-FFF2-40B4-BE49-F238E27FC236}">
                    <a16:creationId xmlns:a16="http://schemas.microsoft.com/office/drawing/2014/main" id="{38C95C7D-238F-1661-89C6-98386D19471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0779" y="168131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56" name="Picture 455">
                <a:extLst>
                  <a:ext uri="{FF2B5EF4-FFF2-40B4-BE49-F238E27FC236}">
                    <a16:creationId xmlns:a16="http://schemas.microsoft.com/office/drawing/2014/main" id="{E7F6C1E2-A76C-A625-B5A9-2DBB80295D2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57" name="Picture 456">
                <a:extLst>
                  <a:ext uri="{FF2B5EF4-FFF2-40B4-BE49-F238E27FC236}">
                    <a16:creationId xmlns:a16="http://schemas.microsoft.com/office/drawing/2014/main" id="{349D847C-9B6F-CA9D-4464-066E46D2AA4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58" name="Picture 457">
                <a:extLst>
                  <a:ext uri="{FF2B5EF4-FFF2-40B4-BE49-F238E27FC236}">
                    <a16:creationId xmlns:a16="http://schemas.microsoft.com/office/drawing/2014/main" id="{90D55736-5409-EFC9-3376-D29AA40796A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59" name="Picture 458">
                <a:extLst>
                  <a:ext uri="{FF2B5EF4-FFF2-40B4-BE49-F238E27FC236}">
                    <a16:creationId xmlns:a16="http://schemas.microsoft.com/office/drawing/2014/main" id="{A1D9342D-4B92-D8A3-C0D6-F3A49204C38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60" name="Picture 459">
                <a:extLst>
                  <a:ext uri="{FF2B5EF4-FFF2-40B4-BE49-F238E27FC236}">
                    <a16:creationId xmlns:a16="http://schemas.microsoft.com/office/drawing/2014/main" id="{BD496A1C-528D-A5AD-6F30-3304BDF2BD7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61" name="Picture 460">
                <a:extLst>
                  <a:ext uri="{FF2B5EF4-FFF2-40B4-BE49-F238E27FC236}">
                    <a16:creationId xmlns:a16="http://schemas.microsoft.com/office/drawing/2014/main" id="{1D836878-CC15-4C3F-0214-0C04EA48781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62" name="Picture 461">
                <a:extLst>
                  <a:ext uri="{FF2B5EF4-FFF2-40B4-BE49-F238E27FC236}">
                    <a16:creationId xmlns:a16="http://schemas.microsoft.com/office/drawing/2014/main" id="{E85E0402-4CC4-A0DC-87EB-B3392534666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63" name="Picture 462">
                <a:extLst>
                  <a:ext uri="{FF2B5EF4-FFF2-40B4-BE49-F238E27FC236}">
                    <a16:creationId xmlns:a16="http://schemas.microsoft.com/office/drawing/2014/main" id="{B49D20BD-FEA3-9C7E-E7F9-30A18A3D0CB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64" name="Picture 463">
                <a:extLst>
                  <a:ext uri="{FF2B5EF4-FFF2-40B4-BE49-F238E27FC236}">
                    <a16:creationId xmlns:a16="http://schemas.microsoft.com/office/drawing/2014/main" id="{F09B0861-08EC-2279-91D7-083D679408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465" name="Picture 464">
                <a:extLst>
                  <a:ext uri="{FF2B5EF4-FFF2-40B4-BE49-F238E27FC236}">
                    <a16:creationId xmlns:a16="http://schemas.microsoft.com/office/drawing/2014/main" id="{7BD3A128-92BB-8FA3-F7B8-D176FDD104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466" name="Picture 465">
                <a:extLst>
                  <a:ext uri="{FF2B5EF4-FFF2-40B4-BE49-F238E27FC236}">
                    <a16:creationId xmlns:a16="http://schemas.microsoft.com/office/drawing/2014/main" id="{9556C947-6D59-2A82-1CFC-5024BB47F4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467" name="Picture 466">
                <a:extLst>
                  <a:ext uri="{FF2B5EF4-FFF2-40B4-BE49-F238E27FC236}">
                    <a16:creationId xmlns:a16="http://schemas.microsoft.com/office/drawing/2014/main" id="{3A220470-F811-4DD1-9CC3-1E3F409AB76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3019" y="1702397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B49F0C6-6299-AE47-A349-5E54A39A37C6}"/>
                </a:ext>
              </a:extLst>
            </p:cNvPr>
            <p:cNvSpPr txBox="1"/>
            <p:nvPr/>
          </p:nvSpPr>
          <p:spPr>
            <a:xfrm>
              <a:off x="3597427" y="2150388"/>
              <a:ext cx="28886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55B9FC0-B38E-8B78-0BE0-82FF05664A1E}"/>
                </a:ext>
              </a:extLst>
            </p:cNvPr>
            <p:cNvSpPr txBox="1"/>
            <p:nvPr/>
          </p:nvSpPr>
          <p:spPr>
            <a:xfrm>
              <a:off x="3641274" y="5274260"/>
              <a:ext cx="27283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2AF9BC8-BBDC-BC8C-CCF6-653EAE9EE09C}"/>
                </a:ext>
              </a:extLst>
            </p:cNvPr>
            <p:cNvSpPr txBox="1"/>
            <p:nvPr/>
          </p:nvSpPr>
          <p:spPr>
            <a:xfrm>
              <a:off x="3473982" y="4848179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EEE6C96-EEAE-5632-7776-82895FA77AD2}"/>
                </a:ext>
              </a:extLst>
            </p:cNvPr>
            <p:cNvSpPr/>
            <p:nvPr/>
          </p:nvSpPr>
          <p:spPr>
            <a:xfrm>
              <a:off x="3309019" y="969034"/>
              <a:ext cx="731520" cy="73152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Out of Grid</a:t>
              </a:r>
            </a:p>
          </p:txBody>
        </p: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C2DCCE98-3E49-F1E0-D473-B5927487FB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1274" y="1334794"/>
              <a:ext cx="399265" cy="4308798"/>
            </a:xfrm>
            <a:prstGeom prst="bentConnector4">
              <a:avLst>
                <a:gd name="adj1" fmla="val -283549"/>
                <a:gd name="adj2" fmla="val 105530"/>
              </a:avLst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32D8879E-DA1D-6D07-8FF6-9F3E6834AE59}"/>
              </a:ext>
            </a:extLst>
          </p:cNvPr>
          <p:cNvGrpSpPr/>
          <p:nvPr/>
        </p:nvGrpSpPr>
        <p:grpSpPr>
          <a:xfrm>
            <a:off x="5951832" y="553715"/>
            <a:ext cx="2687366" cy="2565975"/>
            <a:chOff x="199943" y="1709246"/>
            <a:chExt cx="4625346" cy="3893880"/>
          </a:xfrm>
        </p:grpSpPr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D0AB81F0-2DFC-9812-CC2D-7FA355954A34}"/>
                </a:ext>
              </a:extLst>
            </p:cNvPr>
            <p:cNvGrpSpPr/>
            <p:nvPr/>
          </p:nvGrpSpPr>
          <p:grpSpPr>
            <a:xfrm>
              <a:off x="199943" y="1709246"/>
              <a:ext cx="4625346" cy="3893880"/>
              <a:chOff x="199943" y="1709246"/>
              <a:chExt cx="4625346" cy="3893880"/>
            </a:xfrm>
          </p:grpSpPr>
          <p:pic>
            <p:nvPicPr>
              <p:cNvPr id="469" name="Picture 468">
                <a:extLst>
                  <a:ext uri="{FF2B5EF4-FFF2-40B4-BE49-F238E27FC236}">
                    <a16:creationId xmlns:a16="http://schemas.microsoft.com/office/drawing/2014/main" id="{844A36B2-A5C0-80EC-623E-A8F5CF05509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96555" y="486376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  <p:grpSp>
            <p:nvGrpSpPr>
              <p:cNvPr id="470" name="Group 469">
                <a:extLst>
                  <a:ext uri="{FF2B5EF4-FFF2-40B4-BE49-F238E27FC236}">
                    <a16:creationId xmlns:a16="http://schemas.microsoft.com/office/drawing/2014/main" id="{8E855246-2100-1297-E362-877655756359}"/>
                  </a:ext>
                </a:extLst>
              </p:cNvPr>
              <p:cNvGrpSpPr/>
              <p:nvPr/>
            </p:nvGrpSpPr>
            <p:grpSpPr>
              <a:xfrm>
                <a:off x="965426" y="1709246"/>
                <a:ext cx="3859863" cy="3893880"/>
                <a:chOff x="6929426" y="1679085"/>
                <a:chExt cx="3859863" cy="3893880"/>
              </a:xfrm>
            </p:grpSpPr>
            <p:pic>
              <p:nvPicPr>
                <p:cNvPr id="481" name="Picture 480">
                  <a:extLst>
                    <a:ext uri="{FF2B5EF4-FFF2-40B4-BE49-F238E27FC236}">
                      <a16:creationId xmlns:a16="http://schemas.microsoft.com/office/drawing/2014/main" id="{51625561-6357-F637-CFC7-E2CAE3F5947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2482227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482" name="Picture 481">
                  <a:extLst>
                    <a:ext uri="{FF2B5EF4-FFF2-40B4-BE49-F238E27FC236}">
                      <a16:creationId xmlns:a16="http://schemas.microsoft.com/office/drawing/2014/main" id="{70FE65D8-26D5-28A6-7C3B-41EF34BB242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833601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513" name="Picture 512">
                  <a:extLst>
                    <a:ext uri="{FF2B5EF4-FFF2-40B4-BE49-F238E27FC236}">
                      <a16:creationId xmlns:a16="http://schemas.microsoft.com/office/drawing/2014/main" id="{DE82FEEB-01E1-EDBF-5872-CDABF875451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164" y="3272365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514" name="Picture 513">
                  <a:extLst>
                    <a:ext uri="{FF2B5EF4-FFF2-40B4-BE49-F238E27FC236}">
                      <a16:creationId xmlns:a16="http://schemas.microsoft.com/office/drawing/2014/main" id="{5CCF0B95-DA1F-3166-9F76-D1D860678D6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75529" y="168816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545" name="Picture 544">
                  <a:extLst>
                    <a:ext uri="{FF2B5EF4-FFF2-40B4-BE49-F238E27FC236}">
                      <a16:creationId xmlns:a16="http://schemas.microsoft.com/office/drawing/2014/main" id="{57C4253B-2D5D-5C4F-C5C7-BC59699F850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1701290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546" name="Picture 545">
                  <a:extLst>
                    <a:ext uri="{FF2B5EF4-FFF2-40B4-BE49-F238E27FC236}">
                      <a16:creationId xmlns:a16="http://schemas.microsoft.com/office/drawing/2014/main" id="{6BDD2963-4C22-AFDF-3C12-7D075670FD08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9366" y="3283440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132" name="Picture 131">
                  <a:extLst>
                    <a:ext uri="{FF2B5EF4-FFF2-40B4-BE49-F238E27FC236}">
                      <a16:creationId xmlns:a16="http://schemas.microsoft.com/office/drawing/2014/main" id="{41115EF5-7FDD-E2AB-FF5E-82A9F8494564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6357" y="4046439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133" name="Picture 132">
                  <a:extLst>
                    <a:ext uri="{FF2B5EF4-FFF2-40B4-BE49-F238E27FC236}">
                      <a16:creationId xmlns:a16="http://schemas.microsoft.com/office/drawing/2014/main" id="{3D63BD96-FCCF-EA5D-0C81-B5FA50E0C54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169784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34" name="Picture 133">
                  <a:extLst>
                    <a:ext uri="{FF2B5EF4-FFF2-40B4-BE49-F238E27FC236}">
                      <a16:creationId xmlns:a16="http://schemas.microsoft.com/office/drawing/2014/main" id="{A97024A5-2314-CCB6-5690-4981C08A83E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164" y="24722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35" name="Picture 134">
                  <a:extLst>
                    <a:ext uri="{FF2B5EF4-FFF2-40B4-BE49-F238E27FC236}">
                      <a16:creationId xmlns:a16="http://schemas.microsoft.com/office/drawing/2014/main" id="{900A952C-AF48-4237-82C7-61C13DD399A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60555" y="40464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36" name="Picture 135">
                  <a:extLst>
                    <a:ext uri="{FF2B5EF4-FFF2-40B4-BE49-F238E27FC236}">
                      <a16:creationId xmlns:a16="http://schemas.microsoft.com/office/drawing/2014/main" id="{2D30F96F-EB5B-C216-26CF-63430AAC373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60555" y="3283440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137" name="Picture 136">
                  <a:extLst>
                    <a:ext uri="{FF2B5EF4-FFF2-40B4-BE49-F238E27FC236}">
                      <a16:creationId xmlns:a16="http://schemas.microsoft.com/office/drawing/2014/main" id="{62774753-688D-B24A-B976-A798A1B5A25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0779" y="168131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38" name="Picture 137">
                  <a:extLst>
                    <a:ext uri="{FF2B5EF4-FFF2-40B4-BE49-F238E27FC236}">
                      <a16:creationId xmlns:a16="http://schemas.microsoft.com/office/drawing/2014/main" id="{FC49EC59-261E-AFC3-5A56-97A44666A0AB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95426" y="246820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39" name="Picture 138">
                  <a:extLst>
                    <a:ext uri="{FF2B5EF4-FFF2-40B4-BE49-F238E27FC236}">
                      <a16:creationId xmlns:a16="http://schemas.microsoft.com/office/drawing/2014/main" id="{172EFD73-CE12-0C36-1662-A87B3045BD8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901" y="16790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40" name="Picture 139">
                  <a:extLst>
                    <a:ext uri="{FF2B5EF4-FFF2-40B4-BE49-F238E27FC236}">
                      <a16:creationId xmlns:a16="http://schemas.microsoft.com/office/drawing/2014/main" id="{3EA1AFEA-4572-AE19-5BE6-F9CD360796D8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2484368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41" name="Picture 140">
                  <a:extLst>
                    <a:ext uri="{FF2B5EF4-FFF2-40B4-BE49-F238E27FC236}">
                      <a16:creationId xmlns:a16="http://schemas.microsoft.com/office/drawing/2014/main" id="{BDDE80B1-1455-9D18-BCB9-0424DA35A1E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3267446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42" name="Picture 141">
                  <a:extLst>
                    <a:ext uri="{FF2B5EF4-FFF2-40B4-BE49-F238E27FC236}">
                      <a16:creationId xmlns:a16="http://schemas.microsoft.com/office/drawing/2014/main" id="{8FBA0EEC-B677-4F4D-CEFA-3070A022FD41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05052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43" name="Picture 142">
                  <a:extLst>
                    <a:ext uri="{FF2B5EF4-FFF2-40B4-BE49-F238E27FC236}">
                      <a16:creationId xmlns:a16="http://schemas.microsoft.com/office/drawing/2014/main" id="{5A9BD1E0-928C-D35C-3178-EA9A2428FA3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98785" y="32635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44" name="Picture 143">
                  <a:extLst>
                    <a:ext uri="{FF2B5EF4-FFF2-40B4-BE49-F238E27FC236}">
                      <a16:creationId xmlns:a16="http://schemas.microsoft.com/office/drawing/2014/main" id="{38F60735-C958-9E21-1E4D-320111B8D124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7473" y="483891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45" name="Picture 144">
                  <a:extLst>
                    <a:ext uri="{FF2B5EF4-FFF2-40B4-BE49-F238E27FC236}">
                      <a16:creationId xmlns:a16="http://schemas.microsoft.com/office/drawing/2014/main" id="{DA39281D-CA80-7B02-7CC2-67B54AE55522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9366" y="40464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146" name="Picture 145">
                  <a:extLst>
                    <a:ext uri="{FF2B5EF4-FFF2-40B4-BE49-F238E27FC236}">
                      <a16:creationId xmlns:a16="http://schemas.microsoft.com/office/drawing/2014/main" id="{5D0BC436-A877-095B-54F9-21F8F2556E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4046439"/>
                  <a:ext cx="734469" cy="731520"/>
                </a:xfrm>
                <a:prstGeom prst="rect">
                  <a:avLst/>
                </a:prstGeom>
              </p:spPr>
            </p:pic>
            <p:pic>
              <p:nvPicPr>
                <p:cNvPr id="147" name="Picture 146">
                  <a:extLst>
                    <a:ext uri="{FF2B5EF4-FFF2-40B4-BE49-F238E27FC236}">
                      <a16:creationId xmlns:a16="http://schemas.microsoft.com/office/drawing/2014/main" id="{00ACC73F-5BCA-E921-49E6-4BD7CA370C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88559" y="4841445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148" name="Picture 147">
                  <a:extLst>
                    <a:ext uri="{FF2B5EF4-FFF2-40B4-BE49-F238E27FC236}">
                      <a16:creationId xmlns:a16="http://schemas.microsoft.com/office/drawing/2014/main" id="{5FB3858A-97ED-CF5D-8CD0-AEB9050FDA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22043" y="2475851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149" name="Picture 148">
                  <a:extLst>
                    <a:ext uri="{FF2B5EF4-FFF2-40B4-BE49-F238E27FC236}">
                      <a16:creationId xmlns:a16="http://schemas.microsoft.com/office/drawing/2014/main" id="{D966E01D-0ED4-28A0-EAAE-01D16481894A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6518" y="4841445"/>
                  <a:ext cx="731520" cy="731520"/>
                </a:xfrm>
                <a:prstGeom prst="rect">
                  <a:avLst/>
                </a:prstGeom>
                <a:ln w="38100">
                  <a:solidFill>
                    <a:srgbClr val="FF0000"/>
                  </a:solidFill>
                </a:ln>
                <a:effectLst>
                  <a:softEdge rad="0"/>
                </a:effectLst>
              </p:spPr>
            </p:pic>
          </p:grpSp>
          <p:sp>
            <p:nvSpPr>
              <p:cNvPr id="471" name="TextBox 470">
                <a:extLst>
                  <a:ext uri="{FF2B5EF4-FFF2-40B4-BE49-F238E27FC236}">
                    <a16:creationId xmlns:a16="http://schemas.microsoft.com/office/drawing/2014/main" id="{B2FD9F4D-506E-B887-718A-E73F819AFF2C}"/>
                  </a:ext>
                </a:extLst>
              </p:cNvPr>
              <p:cNvSpPr txBox="1"/>
              <p:nvPr/>
            </p:nvSpPr>
            <p:spPr>
              <a:xfrm>
                <a:off x="3641274" y="5274260"/>
                <a:ext cx="272832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00FF00"/>
                    </a:highlight>
                  </a:rPr>
                  <a:t>*DI</a:t>
                </a:r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270DEC2F-0AC4-3D40-3E47-81CFE10CB2A9}"/>
                  </a:ext>
                </a:extLst>
              </p:cNvPr>
              <p:cNvSpPr/>
              <p:nvPr/>
            </p:nvSpPr>
            <p:spPr>
              <a:xfrm>
                <a:off x="199943" y="4871606"/>
                <a:ext cx="731520" cy="7315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Out of Grid</a:t>
                </a:r>
              </a:p>
            </p:txBody>
          </p:sp>
          <p:cxnSp>
            <p:nvCxnSpPr>
              <p:cNvPr id="473" name="Connector: Elbow 472">
                <a:extLst>
                  <a:ext uri="{FF2B5EF4-FFF2-40B4-BE49-F238E27FC236}">
                    <a16:creationId xmlns:a16="http://schemas.microsoft.com/office/drawing/2014/main" id="{274F144A-CFB1-9D7C-9938-2CF4D51C0ABE}"/>
                  </a:ext>
                </a:extLst>
              </p:cNvPr>
              <p:cNvCxnSpPr>
                <a:cxnSpLocks/>
                <a:stCxn id="472" idx="2"/>
                <a:endCxn id="482" idx="2"/>
              </p:cNvCxnSpPr>
              <p:nvPr/>
            </p:nvCxnSpPr>
            <p:spPr>
              <a:xfrm rot="5400000" flipH="1" flipV="1">
                <a:off x="2506994" y="3653991"/>
                <a:ext cx="7844" cy="3890426"/>
              </a:xfrm>
              <a:prstGeom prst="bentConnector3">
                <a:avLst>
                  <a:gd name="adj1" fmla="val -2914329"/>
                </a:avLst>
              </a:prstGeom>
              <a:ln>
                <a:solidFill>
                  <a:schemeClr val="tx1"/>
                </a:solidFill>
                <a:prstDash val="lg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4" name="TextBox 473">
                <a:extLst>
                  <a:ext uri="{FF2B5EF4-FFF2-40B4-BE49-F238E27FC236}">
                    <a16:creationId xmlns:a16="http://schemas.microsoft.com/office/drawing/2014/main" id="{C6C6B686-DC91-75DF-BC48-C3B63C075689}"/>
                  </a:ext>
                </a:extLst>
              </p:cNvPr>
              <p:cNvSpPr txBox="1"/>
              <p:nvPr/>
            </p:nvSpPr>
            <p:spPr>
              <a:xfrm>
                <a:off x="4278881" y="5271277"/>
                <a:ext cx="308098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000000"/>
                    </a:highlight>
                  </a:rPr>
                  <a:t>*PW</a:t>
                </a:r>
              </a:p>
            </p:txBody>
          </p: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28B2FE8-2A2C-7825-6329-D64C9E3EFD3B}"/>
                </a:ext>
              </a:extLst>
            </p:cNvPr>
            <p:cNvSpPr txBox="1"/>
            <p:nvPr/>
          </p:nvSpPr>
          <p:spPr>
            <a:xfrm>
              <a:off x="1249931" y="5305444"/>
              <a:ext cx="28886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8D26226-9C85-957D-C78D-F6B51F2F13A8}"/>
              </a:ext>
            </a:extLst>
          </p:cNvPr>
          <p:cNvGrpSpPr/>
          <p:nvPr/>
        </p:nvGrpSpPr>
        <p:grpSpPr>
          <a:xfrm>
            <a:off x="9028122" y="561976"/>
            <a:ext cx="2687420" cy="2578755"/>
            <a:chOff x="965426" y="1706417"/>
            <a:chExt cx="4625438" cy="3913271"/>
          </a:xfrm>
        </p:grpSpPr>
        <p:pic>
          <p:nvPicPr>
            <p:cNvPr id="153" name="Picture 152">
              <a:extLst>
                <a:ext uri="{FF2B5EF4-FFF2-40B4-BE49-F238E27FC236}">
                  <a16:creationId xmlns:a16="http://schemas.microsoft.com/office/drawing/2014/main" id="{53D165A7-37EE-DD5C-81BB-4E5543A858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5366" y="4888168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FB56D6C3-F9A0-9955-EF1F-2856177CD475}"/>
                </a:ext>
              </a:extLst>
            </p:cNvPr>
            <p:cNvGrpSpPr/>
            <p:nvPr/>
          </p:nvGrpSpPr>
          <p:grpSpPr>
            <a:xfrm>
              <a:off x="965426" y="1706417"/>
              <a:ext cx="3859863" cy="3913271"/>
              <a:chOff x="6929426" y="1676256"/>
              <a:chExt cx="3859863" cy="3913271"/>
            </a:xfrm>
          </p:grpSpPr>
          <p:pic>
            <p:nvPicPr>
              <p:cNvPr id="160" name="Picture 159">
                <a:extLst>
                  <a:ext uri="{FF2B5EF4-FFF2-40B4-BE49-F238E27FC236}">
                    <a16:creationId xmlns:a16="http://schemas.microsoft.com/office/drawing/2014/main" id="{3CB95927-F24F-C2F8-2F9F-73EE262E1AB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1" name="Picture 160">
                <a:extLst>
                  <a:ext uri="{FF2B5EF4-FFF2-40B4-BE49-F238E27FC236}">
                    <a16:creationId xmlns:a16="http://schemas.microsoft.com/office/drawing/2014/main" id="{708130DA-315D-F3E5-665D-D6DA05C01D9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32635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66" name="Picture 165">
                <a:extLst>
                  <a:ext uri="{FF2B5EF4-FFF2-40B4-BE49-F238E27FC236}">
                    <a16:creationId xmlns:a16="http://schemas.microsoft.com/office/drawing/2014/main" id="{D9F353E8-CEC2-B3E6-2249-BA4862CB116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67" name="Picture 166">
                <a:extLst>
                  <a:ext uri="{FF2B5EF4-FFF2-40B4-BE49-F238E27FC236}">
                    <a16:creationId xmlns:a16="http://schemas.microsoft.com/office/drawing/2014/main" id="{88381E2A-3C31-A0A3-BE6A-44755ABE709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8" name="Picture 167">
                <a:extLst>
                  <a:ext uri="{FF2B5EF4-FFF2-40B4-BE49-F238E27FC236}">
                    <a16:creationId xmlns:a16="http://schemas.microsoft.com/office/drawing/2014/main" id="{BB47841A-895C-B1AC-3987-094F8C49884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9" name="Picture 168">
                <a:extLst>
                  <a:ext uri="{FF2B5EF4-FFF2-40B4-BE49-F238E27FC236}">
                    <a16:creationId xmlns:a16="http://schemas.microsoft.com/office/drawing/2014/main" id="{85325845-E91C-C419-89C4-63250669E0F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70" name="Picture 169">
                <a:extLst>
                  <a:ext uri="{FF2B5EF4-FFF2-40B4-BE49-F238E27FC236}">
                    <a16:creationId xmlns:a16="http://schemas.microsoft.com/office/drawing/2014/main" id="{05C3A02C-0EBC-A61D-0C02-21B122492F9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71" name="Picture 170">
                <a:extLst>
                  <a:ext uri="{FF2B5EF4-FFF2-40B4-BE49-F238E27FC236}">
                    <a16:creationId xmlns:a16="http://schemas.microsoft.com/office/drawing/2014/main" id="{AE70DCAA-061D-91CB-EE20-B4B94C6A202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2" name="Picture 171">
                <a:extLst>
                  <a:ext uri="{FF2B5EF4-FFF2-40B4-BE49-F238E27FC236}">
                    <a16:creationId xmlns:a16="http://schemas.microsoft.com/office/drawing/2014/main" id="{E98BDFC2-9D85-CB7A-4D00-DCBB497ABD4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3" name="Picture 172">
                <a:extLst>
                  <a:ext uri="{FF2B5EF4-FFF2-40B4-BE49-F238E27FC236}">
                    <a16:creationId xmlns:a16="http://schemas.microsoft.com/office/drawing/2014/main" id="{D6EC0536-17BF-DE42-7942-1B5D5213C26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4" name="Picture 173">
                <a:extLst>
                  <a:ext uri="{FF2B5EF4-FFF2-40B4-BE49-F238E27FC236}">
                    <a16:creationId xmlns:a16="http://schemas.microsoft.com/office/drawing/2014/main" id="{D6E4AB6B-DBB7-6BC4-4BC8-9EA8DEB5BDF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1676256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75" name="Picture 174">
                <a:extLst>
                  <a:ext uri="{FF2B5EF4-FFF2-40B4-BE49-F238E27FC236}">
                    <a16:creationId xmlns:a16="http://schemas.microsoft.com/office/drawing/2014/main" id="{8BDE107E-EB79-BA9B-2841-5B80F5BAEFE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0917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6" name="Picture 175">
                <a:extLst>
                  <a:ext uri="{FF2B5EF4-FFF2-40B4-BE49-F238E27FC236}">
                    <a16:creationId xmlns:a16="http://schemas.microsoft.com/office/drawing/2014/main" id="{B26AD15A-AC89-0400-6E33-833DEEEC211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7" name="Picture 176">
                <a:extLst>
                  <a:ext uri="{FF2B5EF4-FFF2-40B4-BE49-F238E27FC236}">
                    <a16:creationId xmlns:a16="http://schemas.microsoft.com/office/drawing/2014/main" id="{4FBC480B-5FA1-B385-B6BD-E804C084B5A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8" name="Picture 177">
                <a:extLst>
                  <a:ext uri="{FF2B5EF4-FFF2-40B4-BE49-F238E27FC236}">
                    <a16:creationId xmlns:a16="http://schemas.microsoft.com/office/drawing/2014/main" id="{7E2F5E21-5207-EA76-4C59-B1D8B90C194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9" name="Picture 178">
                <a:extLst>
                  <a:ext uri="{FF2B5EF4-FFF2-40B4-BE49-F238E27FC236}">
                    <a16:creationId xmlns:a16="http://schemas.microsoft.com/office/drawing/2014/main" id="{97A16519-4C6B-4435-F405-19C698B6955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0" name="Picture 179">
                <a:extLst>
                  <a:ext uri="{FF2B5EF4-FFF2-40B4-BE49-F238E27FC236}">
                    <a16:creationId xmlns:a16="http://schemas.microsoft.com/office/drawing/2014/main" id="{EED180F2-6AC0-981D-9F8C-531F657ACE6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1" name="Picture 180">
                <a:extLst>
                  <a:ext uri="{FF2B5EF4-FFF2-40B4-BE49-F238E27FC236}">
                    <a16:creationId xmlns:a16="http://schemas.microsoft.com/office/drawing/2014/main" id="{E534253C-E634-DF14-0ECD-C6FB170B250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2" name="Picture 181">
                <a:extLst>
                  <a:ext uri="{FF2B5EF4-FFF2-40B4-BE49-F238E27FC236}">
                    <a16:creationId xmlns:a16="http://schemas.microsoft.com/office/drawing/2014/main" id="{9F2ECFB9-70D5-06D9-9F1C-2B245029248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094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3" name="Picture 182">
                <a:extLst>
                  <a:ext uri="{FF2B5EF4-FFF2-40B4-BE49-F238E27FC236}">
                    <a16:creationId xmlns:a16="http://schemas.microsoft.com/office/drawing/2014/main" id="{A7CC8F16-A181-EFBE-6852-CBAC1D91A1A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5D36A1D8-AF96-CCD7-227F-C73168D13A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185" name="Picture 184">
                <a:extLst>
                  <a:ext uri="{FF2B5EF4-FFF2-40B4-BE49-F238E27FC236}">
                    <a16:creationId xmlns:a16="http://schemas.microsoft.com/office/drawing/2014/main" id="{52C85255-C96A-A9D1-326A-BB7AC7C35C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186" name="Picture 185">
                <a:extLst>
                  <a:ext uri="{FF2B5EF4-FFF2-40B4-BE49-F238E27FC236}">
                    <a16:creationId xmlns:a16="http://schemas.microsoft.com/office/drawing/2014/main" id="{22F9B667-1769-F9A6-9FDB-00D2DBCD7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187" name="Picture 186">
                <a:extLst>
                  <a:ext uri="{FF2B5EF4-FFF2-40B4-BE49-F238E27FC236}">
                    <a16:creationId xmlns:a16="http://schemas.microsoft.com/office/drawing/2014/main" id="{8CDF6AE0-3C84-1B73-BE4F-68CF01D2BBD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4695" y="4840684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23985CF8-5DFF-B710-2D2D-2D4BEE6CF1BA}"/>
                </a:ext>
              </a:extLst>
            </p:cNvPr>
            <p:cNvSpPr txBox="1"/>
            <p:nvPr/>
          </p:nvSpPr>
          <p:spPr>
            <a:xfrm>
              <a:off x="4353172" y="5298666"/>
              <a:ext cx="28886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B3BAA5D7-2FE2-9FED-6DDC-6EAF7967226F}"/>
                </a:ext>
              </a:extLst>
            </p:cNvPr>
            <p:cNvSpPr txBox="1"/>
            <p:nvPr/>
          </p:nvSpPr>
          <p:spPr>
            <a:xfrm>
              <a:off x="2090085" y="5298666"/>
              <a:ext cx="27283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B259687B-FB27-CEFB-8490-F0871FA4FF5A}"/>
                </a:ext>
              </a:extLst>
            </p:cNvPr>
            <p:cNvSpPr/>
            <p:nvPr/>
          </p:nvSpPr>
          <p:spPr>
            <a:xfrm>
              <a:off x="4859344" y="4863125"/>
              <a:ext cx="731520" cy="73152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Out of Grid</a:t>
              </a:r>
            </a:p>
          </p:txBody>
        </p:sp>
        <p:cxnSp>
          <p:nvCxnSpPr>
            <p:cNvPr id="158" name="Connector: Elbow 157">
              <a:extLst>
                <a:ext uri="{FF2B5EF4-FFF2-40B4-BE49-F238E27FC236}">
                  <a16:creationId xmlns:a16="http://schemas.microsoft.com/office/drawing/2014/main" id="{88DCFB72-A5F1-EAE9-47AA-13A73BDF59E1}"/>
                </a:ext>
              </a:extLst>
            </p:cNvPr>
            <p:cNvCxnSpPr>
              <a:stCxn id="157" idx="2"/>
              <a:endCxn id="185" idx="2"/>
            </p:cNvCxnSpPr>
            <p:nvPr/>
          </p:nvCxnSpPr>
          <p:spPr>
            <a:xfrm rot="5400000">
              <a:off x="3275391" y="3652652"/>
              <a:ext cx="7720" cy="3891706"/>
            </a:xfrm>
            <a:prstGeom prst="bentConnector3">
              <a:avLst>
                <a:gd name="adj1" fmla="val 3061140"/>
              </a:avLst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51E14C56-4B7A-19E7-9A35-0312F8AAF358}"/>
                </a:ext>
              </a:extLst>
            </p:cNvPr>
            <p:cNvSpPr txBox="1"/>
            <p:nvPr/>
          </p:nvSpPr>
          <p:spPr>
            <a:xfrm>
              <a:off x="1153486" y="5259820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829F0F7C-65E7-92BA-7A5B-A06B3AB352C0}"/>
              </a:ext>
            </a:extLst>
          </p:cNvPr>
          <p:cNvGrpSpPr/>
          <p:nvPr/>
        </p:nvGrpSpPr>
        <p:grpSpPr>
          <a:xfrm>
            <a:off x="738598" y="3728488"/>
            <a:ext cx="2242614" cy="3065758"/>
            <a:chOff x="965425" y="1706417"/>
            <a:chExt cx="3859864" cy="4652301"/>
          </a:xfrm>
        </p:grpSpPr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341269A4-5535-9D30-18F0-4CC1F18987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4204" y="3309092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60AFE7FB-C31B-1D2F-473D-B6966E09E259}"/>
                </a:ext>
              </a:extLst>
            </p:cNvPr>
            <p:cNvGrpSpPr/>
            <p:nvPr/>
          </p:nvGrpSpPr>
          <p:grpSpPr>
            <a:xfrm>
              <a:off x="965426" y="1706417"/>
              <a:ext cx="3859863" cy="3913271"/>
              <a:chOff x="6929426" y="1676256"/>
              <a:chExt cx="3859863" cy="3913271"/>
            </a:xfrm>
          </p:grpSpPr>
          <p:pic>
            <p:nvPicPr>
              <p:cNvPr id="636" name="Picture 635">
                <a:extLst>
                  <a:ext uri="{FF2B5EF4-FFF2-40B4-BE49-F238E27FC236}">
                    <a16:creationId xmlns:a16="http://schemas.microsoft.com/office/drawing/2014/main" id="{AF15BF12-9E1D-2456-7DDE-95824B0E93C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37" name="Picture 636">
                <a:extLst>
                  <a:ext uri="{FF2B5EF4-FFF2-40B4-BE49-F238E27FC236}">
                    <a16:creationId xmlns:a16="http://schemas.microsoft.com/office/drawing/2014/main" id="{15F42582-65C8-F24D-6EAA-65E224032EB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638" name="Picture 637">
                <a:extLst>
                  <a:ext uri="{FF2B5EF4-FFF2-40B4-BE49-F238E27FC236}">
                    <a16:creationId xmlns:a16="http://schemas.microsoft.com/office/drawing/2014/main" id="{AF0E9204-5276-ADE0-5733-A03D00546DE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639" name="Picture 638">
                <a:extLst>
                  <a:ext uri="{FF2B5EF4-FFF2-40B4-BE49-F238E27FC236}">
                    <a16:creationId xmlns:a16="http://schemas.microsoft.com/office/drawing/2014/main" id="{4CDEDB0F-242D-5130-22AC-0D78BF03300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0" name="Picture 319">
                <a:extLst>
                  <a:ext uri="{FF2B5EF4-FFF2-40B4-BE49-F238E27FC236}">
                    <a16:creationId xmlns:a16="http://schemas.microsoft.com/office/drawing/2014/main" id="{3E91E9F3-8F8A-4548-7000-AB32849C6A7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1" name="Picture 320">
                <a:extLst>
                  <a:ext uri="{FF2B5EF4-FFF2-40B4-BE49-F238E27FC236}">
                    <a16:creationId xmlns:a16="http://schemas.microsoft.com/office/drawing/2014/main" id="{8EF20F42-D90F-9D6D-96CF-C48FE9E85C7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22" name="Picture 321">
                <a:extLst>
                  <a:ext uri="{FF2B5EF4-FFF2-40B4-BE49-F238E27FC236}">
                    <a16:creationId xmlns:a16="http://schemas.microsoft.com/office/drawing/2014/main" id="{6D4F3A82-DCA9-CC07-8B2D-B8F9B2B975B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23" name="Picture 322">
                <a:extLst>
                  <a:ext uri="{FF2B5EF4-FFF2-40B4-BE49-F238E27FC236}">
                    <a16:creationId xmlns:a16="http://schemas.microsoft.com/office/drawing/2014/main" id="{1E94955A-0342-DE9D-A6F7-90CAC873C8F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4" name="Picture 323">
                <a:extLst>
                  <a:ext uri="{FF2B5EF4-FFF2-40B4-BE49-F238E27FC236}">
                    <a16:creationId xmlns:a16="http://schemas.microsoft.com/office/drawing/2014/main" id="{687C0E51-702B-8DA3-638D-626CF9A3733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5" name="Picture 324">
                <a:extLst>
                  <a:ext uri="{FF2B5EF4-FFF2-40B4-BE49-F238E27FC236}">
                    <a16:creationId xmlns:a16="http://schemas.microsoft.com/office/drawing/2014/main" id="{B8FC4F9F-D086-E497-8A02-15F8143255A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6" name="Picture 325">
                <a:extLst>
                  <a:ext uri="{FF2B5EF4-FFF2-40B4-BE49-F238E27FC236}">
                    <a16:creationId xmlns:a16="http://schemas.microsoft.com/office/drawing/2014/main" id="{C1E10841-B7FD-261F-9557-578918D03F5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1676256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27" name="Picture 326">
                <a:extLst>
                  <a:ext uri="{FF2B5EF4-FFF2-40B4-BE49-F238E27FC236}">
                    <a16:creationId xmlns:a16="http://schemas.microsoft.com/office/drawing/2014/main" id="{0EEB609E-67F6-0C92-7A8A-6AF7B2C37B6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0917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8" name="Picture 327">
                <a:extLst>
                  <a:ext uri="{FF2B5EF4-FFF2-40B4-BE49-F238E27FC236}">
                    <a16:creationId xmlns:a16="http://schemas.microsoft.com/office/drawing/2014/main" id="{74FF9D11-A420-D3B5-A5F2-DCAD493E0D0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9" name="Picture 328">
                <a:extLst>
                  <a:ext uri="{FF2B5EF4-FFF2-40B4-BE49-F238E27FC236}">
                    <a16:creationId xmlns:a16="http://schemas.microsoft.com/office/drawing/2014/main" id="{DF2F51F6-C1FD-B690-B6C0-2DE5901480D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30" name="Picture 329">
                <a:extLst>
                  <a:ext uri="{FF2B5EF4-FFF2-40B4-BE49-F238E27FC236}">
                    <a16:creationId xmlns:a16="http://schemas.microsoft.com/office/drawing/2014/main" id="{8679AF04-E896-CBB8-21C1-3FB606D5DD3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31" name="Picture 330">
                <a:extLst>
                  <a:ext uri="{FF2B5EF4-FFF2-40B4-BE49-F238E27FC236}">
                    <a16:creationId xmlns:a16="http://schemas.microsoft.com/office/drawing/2014/main" id="{6DB0057F-51EB-C10C-A11C-7119AECDA67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32" name="Picture 331">
                <a:extLst>
                  <a:ext uri="{FF2B5EF4-FFF2-40B4-BE49-F238E27FC236}">
                    <a16:creationId xmlns:a16="http://schemas.microsoft.com/office/drawing/2014/main" id="{F1C6BC94-A00F-1C36-8092-90639CE049F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33" name="Picture 332">
                <a:extLst>
                  <a:ext uri="{FF2B5EF4-FFF2-40B4-BE49-F238E27FC236}">
                    <a16:creationId xmlns:a16="http://schemas.microsoft.com/office/drawing/2014/main" id="{A85F6EA9-49B3-1135-6700-36289606E48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34" name="Picture 333">
                <a:extLst>
                  <a:ext uri="{FF2B5EF4-FFF2-40B4-BE49-F238E27FC236}">
                    <a16:creationId xmlns:a16="http://schemas.microsoft.com/office/drawing/2014/main" id="{0AA704F9-E556-E459-EBFD-A89B2F08D34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35" name="Picture 334">
                <a:extLst>
                  <a:ext uri="{FF2B5EF4-FFF2-40B4-BE49-F238E27FC236}">
                    <a16:creationId xmlns:a16="http://schemas.microsoft.com/office/drawing/2014/main" id="{34CCE4C6-86EF-CA01-C7AA-CC6121AB6B2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63064" y="484068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36" name="Picture 335">
                <a:extLst>
                  <a:ext uri="{FF2B5EF4-FFF2-40B4-BE49-F238E27FC236}">
                    <a16:creationId xmlns:a16="http://schemas.microsoft.com/office/drawing/2014/main" id="{D70FBABE-1D89-1919-EACF-E7E3EBB4FC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337" name="Picture 336">
                <a:extLst>
                  <a:ext uri="{FF2B5EF4-FFF2-40B4-BE49-F238E27FC236}">
                    <a16:creationId xmlns:a16="http://schemas.microsoft.com/office/drawing/2014/main" id="{9C0485A8-9F7E-6A90-5390-0AF2EA89BC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338" name="Picture 337">
                <a:extLst>
                  <a:ext uri="{FF2B5EF4-FFF2-40B4-BE49-F238E27FC236}">
                    <a16:creationId xmlns:a16="http://schemas.microsoft.com/office/drawing/2014/main" id="{809C9707-A231-B26F-CE60-431FB9128D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339" name="Picture 338">
                <a:extLst>
                  <a:ext uri="{FF2B5EF4-FFF2-40B4-BE49-F238E27FC236}">
                    <a16:creationId xmlns:a16="http://schemas.microsoft.com/office/drawing/2014/main" id="{2D94A28D-108A-37D8-AD6F-B0A132D06EB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89449" y="4824649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BC3E8205-BEDC-2CCA-D938-6084E5FEDD46}"/>
                </a:ext>
              </a:extLst>
            </p:cNvPr>
            <p:cNvSpPr txBox="1"/>
            <p:nvPr/>
          </p:nvSpPr>
          <p:spPr>
            <a:xfrm>
              <a:off x="2011771" y="5302545"/>
              <a:ext cx="28886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577" name="TextBox 576">
              <a:extLst>
                <a:ext uri="{FF2B5EF4-FFF2-40B4-BE49-F238E27FC236}">
                  <a16:creationId xmlns:a16="http://schemas.microsoft.com/office/drawing/2014/main" id="{B01675D1-36B5-1FCB-EDEE-F3CB0E9F185A}"/>
                </a:ext>
              </a:extLst>
            </p:cNvPr>
            <p:cNvSpPr txBox="1"/>
            <p:nvPr/>
          </p:nvSpPr>
          <p:spPr>
            <a:xfrm>
              <a:off x="3668923" y="3719590"/>
              <a:ext cx="27283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602" name="TextBox 601">
              <a:extLst>
                <a:ext uri="{FF2B5EF4-FFF2-40B4-BE49-F238E27FC236}">
                  <a16:creationId xmlns:a16="http://schemas.microsoft.com/office/drawing/2014/main" id="{2FA38F8B-FF0E-27B8-6B8A-45E530EE58F7}"/>
                </a:ext>
              </a:extLst>
            </p:cNvPr>
            <p:cNvSpPr txBox="1"/>
            <p:nvPr/>
          </p:nvSpPr>
          <p:spPr>
            <a:xfrm>
              <a:off x="1162312" y="2118124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634" name="Rectangle 633">
              <a:extLst>
                <a:ext uri="{FF2B5EF4-FFF2-40B4-BE49-F238E27FC236}">
                  <a16:creationId xmlns:a16="http://schemas.microsoft.com/office/drawing/2014/main" id="{62430F6D-539D-71B5-067D-34F61DA3DC7B}"/>
                </a:ext>
              </a:extLst>
            </p:cNvPr>
            <p:cNvSpPr/>
            <p:nvPr/>
          </p:nvSpPr>
          <p:spPr>
            <a:xfrm>
              <a:off x="965427" y="5627198"/>
              <a:ext cx="731519" cy="73152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Out of Grid</a:t>
              </a:r>
            </a:p>
          </p:txBody>
        </p:sp>
        <p:cxnSp>
          <p:nvCxnSpPr>
            <p:cNvPr id="635" name="Connector: Elbow 634">
              <a:extLst>
                <a:ext uri="{FF2B5EF4-FFF2-40B4-BE49-F238E27FC236}">
                  <a16:creationId xmlns:a16="http://schemas.microsoft.com/office/drawing/2014/main" id="{889624A6-454E-FEB9-117F-74C95C70D418}"/>
                </a:ext>
              </a:extLst>
            </p:cNvPr>
            <p:cNvCxnSpPr>
              <a:cxnSpLocks/>
              <a:stCxn id="634" idx="1"/>
              <a:endCxn id="329" idx="1"/>
            </p:cNvCxnSpPr>
            <p:nvPr/>
          </p:nvCxnSpPr>
          <p:spPr>
            <a:xfrm rot="10800000" flipH="1">
              <a:off x="965425" y="2075007"/>
              <a:ext cx="1475" cy="3917953"/>
            </a:xfrm>
            <a:prstGeom prst="bentConnector3">
              <a:avLst>
                <a:gd name="adj1" fmla="val -22386441"/>
              </a:avLst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60C5951C-2C24-022A-1945-1E2D3FF95AC9}"/>
              </a:ext>
            </a:extLst>
          </p:cNvPr>
          <p:cNvGrpSpPr/>
          <p:nvPr/>
        </p:nvGrpSpPr>
        <p:grpSpPr>
          <a:xfrm>
            <a:off x="3300444" y="3733614"/>
            <a:ext cx="2684300" cy="2584052"/>
            <a:chOff x="965426" y="1706417"/>
            <a:chExt cx="4620069" cy="3921312"/>
          </a:xfrm>
        </p:grpSpPr>
        <p:pic>
          <p:nvPicPr>
            <p:cNvPr id="341" name="Picture 340">
              <a:extLst>
                <a:ext uri="{FF2B5EF4-FFF2-40B4-BE49-F238E27FC236}">
                  <a16:creationId xmlns:a16="http://schemas.microsoft.com/office/drawing/2014/main" id="{7BB4B336-6C70-D330-93EA-303CE9F5008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5366" y="2525748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342" name="Group 341">
              <a:extLst>
                <a:ext uri="{FF2B5EF4-FFF2-40B4-BE49-F238E27FC236}">
                  <a16:creationId xmlns:a16="http://schemas.microsoft.com/office/drawing/2014/main" id="{D2334A92-1174-092E-4E48-231601674962}"/>
                </a:ext>
              </a:extLst>
            </p:cNvPr>
            <p:cNvGrpSpPr/>
            <p:nvPr/>
          </p:nvGrpSpPr>
          <p:grpSpPr>
            <a:xfrm>
              <a:off x="965426" y="1706417"/>
              <a:ext cx="3859863" cy="3913271"/>
              <a:chOff x="6929426" y="1676256"/>
              <a:chExt cx="3859863" cy="3913271"/>
            </a:xfrm>
          </p:grpSpPr>
          <p:pic>
            <p:nvPicPr>
              <p:cNvPr id="349" name="Picture 348">
                <a:extLst>
                  <a:ext uri="{FF2B5EF4-FFF2-40B4-BE49-F238E27FC236}">
                    <a16:creationId xmlns:a16="http://schemas.microsoft.com/office/drawing/2014/main" id="{DBEC9916-5BD8-D709-0538-55851DCD385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50" name="Picture 349">
                <a:extLst>
                  <a:ext uri="{FF2B5EF4-FFF2-40B4-BE49-F238E27FC236}">
                    <a16:creationId xmlns:a16="http://schemas.microsoft.com/office/drawing/2014/main" id="{BBA46B5B-9C12-0774-A8D6-7C677021ABA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20810" y="4840684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51" name="Picture 350">
                <a:extLst>
                  <a:ext uri="{FF2B5EF4-FFF2-40B4-BE49-F238E27FC236}">
                    <a16:creationId xmlns:a16="http://schemas.microsoft.com/office/drawing/2014/main" id="{1E198FEF-51C5-3BD4-F2D6-C683F462801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52" name="Picture 351">
                <a:extLst>
                  <a:ext uri="{FF2B5EF4-FFF2-40B4-BE49-F238E27FC236}">
                    <a16:creationId xmlns:a16="http://schemas.microsoft.com/office/drawing/2014/main" id="{04979915-4823-726C-238C-1F72F051DB5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53" name="Picture 352">
                <a:extLst>
                  <a:ext uri="{FF2B5EF4-FFF2-40B4-BE49-F238E27FC236}">
                    <a16:creationId xmlns:a16="http://schemas.microsoft.com/office/drawing/2014/main" id="{89ED5E03-6308-DFC2-E0E7-06246857D48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54" name="Picture 353">
                <a:extLst>
                  <a:ext uri="{FF2B5EF4-FFF2-40B4-BE49-F238E27FC236}">
                    <a16:creationId xmlns:a16="http://schemas.microsoft.com/office/drawing/2014/main" id="{BB438F98-B5C0-A490-1C8D-0C62F573A62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55" name="Picture 354">
                <a:extLst>
                  <a:ext uri="{FF2B5EF4-FFF2-40B4-BE49-F238E27FC236}">
                    <a16:creationId xmlns:a16="http://schemas.microsoft.com/office/drawing/2014/main" id="{C3A003AB-1712-373A-3342-86DB4688156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56" name="Picture 355">
                <a:extLst>
                  <a:ext uri="{FF2B5EF4-FFF2-40B4-BE49-F238E27FC236}">
                    <a16:creationId xmlns:a16="http://schemas.microsoft.com/office/drawing/2014/main" id="{BE8A3662-44F9-CD06-9402-83B5E770871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57" name="Picture 356">
                <a:extLst>
                  <a:ext uri="{FF2B5EF4-FFF2-40B4-BE49-F238E27FC236}">
                    <a16:creationId xmlns:a16="http://schemas.microsoft.com/office/drawing/2014/main" id="{E81F4FBD-3FF8-FFCB-056D-4092B4C5437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58" name="Picture 357">
                <a:extLst>
                  <a:ext uri="{FF2B5EF4-FFF2-40B4-BE49-F238E27FC236}">
                    <a16:creationId xmlns:a16="http://schemas.microsoft.com/office/drawing/2014/main" id="{E07608BC-69D0-7BF5-EAE9-3C743163A93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59" name="Picture 358">
                <a:extLst>
                  <a:ext uri="{FF2B5EF4-FFF2-40B4-BE49-F238E27FC236}">
                    <a16:creationId xmlns:a16="http://schemas.microsoft.com/office/drawing/2014/main" id="{9F0589C3-70FD-3B92-2C03-7D51354401F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1676256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60" name="Picture 359">
                <a:extLst>
                  <a:ext uri="{FF2B5EF4-FFF2-40B4-BE49-F238E27FC236}">
                    <a16:creationId xmlns:a16="http://schemas.microsoft.com/office/drawing/2014/main" id="{14670642-A2EB-1FCC-6009-0D2B84C85BF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0917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1" name="Picture 360">
                <a:extLst>
                  <a:ext uri="{FF2B5EF4-FFF2-40B4-BE49-F238E27FC236}">
                    <a16:creationId xmlns:a16="http://schemas.microsoft.com/office/drawing/2014/main" id="{20139FB3-F967-5AB2-9157-155761ED84E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2" name="Picture 361">
                <a:extLst>
                  <a:ext uri="{FF2B5EF4-FFF2-40B4-BE49-F238E27FC236}">
                    <a16:creationId xmlns:a16="http://schemas.microsoft.com/office/drawing/2014/main" id="{6ADA2BB4-50A8-1B8E-B9D1-0574FB67516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3" name="Picture 362">
                <a:extLst>
                  <a:ext uri="{FF2B5EF4-FFF2-40B4-BE49-F238E27FC236}">
                    <a16:creationId xmlns:a16="http://schemas.microsoft.com/office/drawing/2014/main" id="{9B913B0D-676A-8083-543C-69F0ED5D13F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5791" y="406651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4" name="Picture 363">
                <a:extLst>
                  <a:ext uri="{FF2B5EF4-FFF2-40B4-BE49-F238E27FC236}">
                    <a16:creationId xmlns:a16="http://schemas.microsoft.com/office/drawing/2014/main" id="{9320BB5E-5B32-D76A-55B6-5AF93688CB8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2609" y="327468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5" name="Picture 364">
                <a:extLst>
                  <a:ext uri="{FF2B5EF4-FFF2-40B4-BE49-F238E27FC236}">
                    <a16:creationId xmlns:a16="http://schemas.microsoft.com/office/drawing/2014/main" id="{CFF96697-B8DE-A1B7-5764-9F0D562C563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4777" y="326205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6" name="Picture 365">
                <a:extLst>
                  <a:ext uri="{FF2B5EF4-FFF2-40B4-BE49-F238E27FC236}">
                    <a16:creationId xmlns:a16="http://schemas.microsoft.com/office/drawing/2014/main" id="{865D3639-4EB6-AD9A-163A-E8D84A869F9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87" name="Picture 386">
                <a:extLst>
                  <a:ext uri="{FF2B5EF4-FFF2-40B4-BE49-F238E27FC236}">
                    <a16:creationId xmlns:a16="http://schemas.microsoft.com/office/drawing/2014/main" id="{CDDEE3A0-BFE5-C5F8-0E77-D0B533D5BDB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18" name="Picture 417">
                <a:extLst>
                  <a:ext uri="{FF2B5EF4-FFF2-40B4-BE49-F238E27FC236}">
                    <a16:creationId xmlns:a16="http://schemas.microsoft.com/office/drawing/2014/main" id="{F125BBAE-8CD0-F064-2AE0-57837959C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443" name="Picture 442">
                <a:extLst>
                  <a:ext uri="{FF2B5EF4-FFF2-40B4-BE49-F238E27FC236}">
                    <a16:creationId xmlns:a16="http://schemas.microsoft.com/office/drawing/2014/main" id="{CD3C58E8-DE10-6EF6-CC95-68483FEFE4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444" name="Picture 443">
                <a:extLst>
                  <a:ext uri="{FF2B5EF4-FFF2-40B4-BE49-F238E27FC236}">
                    <a16:creationId xmlns:a16="http://schemas.microsoft.com/office/drawing/2014/main" id="{FCDE417F-E960-3819-1DEB-8948A714F3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445" name="Picture 444">
                <a:extLst>
                  <a:ext uri="{FF2B5EF4-FFF2-40B4-BE49-F238E27FC236}">
                    <a16:creationId xmlns:a16="http://schemas.microsoft.com/office/drawing/2014/main" id="{3E182989-413B-186D-C508-A182A136CAF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5791" y="3283440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3E5C9B2A-BA22-030D-6A41-5E8F7EE1B254}"/>
                </a:ext>
              </a:extLst>
            </p:cNvPr>
            <p:cNvSpPr txBox="1"/>
            <p:nvPr/>
          </p:nvSpPr>
          <p:spPr>
            <a:xfrm>
              <a:off x="4367365" y="3727347"/>
              <a:ext cx="28886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D4368B40-0931-4EBA-1128-E716D30965D9}"/>
                </a:ext>
              </a:extLst>
            </p:cNvPr>
            <p:cNvSpPr txBox="1"/>
            <p:nvPr/>
          </p:nvSpPr>
          <p:spPr>
            <a:xfrm>
              <a:off x="2079936" y="2944269"/>
              <a:ext cx="27283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pic>
          <p:nvPicPr>
            <p:cNvPr id="345" name="Picture 344">
              <a:extLst>
                <a:ext uri="{FF2B5EF4-FFF2-40B4-BE49-F238E27FC236}">
                  <a16:creationId xmlns:a16="http://schemas.microsoft.com/office/drawing/2014/main" id="{57A25DD7-332C-A9CB-CE5E-21AEB8AC80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9322" y="48962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CD9309A8-9705-43A5-0D4B-10867D725523}"/>
                </a:ext>
              </a:extLst>
            </p:cNvPr>
            <p:cNvSpPr txBox="1"/>
            <p:nvPr/>
          </p:nvSpPr>
          <p:spPr>
            <a:xfrm>
              <a:off x="1165568" y="4473529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1227DBC3-BE4A-978E-5044-8FEBE83D44A1}"/>
                </a:ext>
              </a:extLst>
            </p:cNvPr>
            <p:cNvSpPr/>
            <p:nvPr/>
          </p:nvSpPr>
          <p:spPr>
            <a:xfrm>
              <a:off x="4853975" y="4096679"/>
              <a:ext cx="731520" cy="73152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Out of Grid</a:t>
              </a:r>
            </a:p>
          </p:txBody>
        </p:sp>
        <p:cxnSp>
          <p:nvCxnSpPr>
            <p:cNvPr id="348" name="Connector: Elbow 347">
              <a:extLst>
                <a:ext uri="{FF2B5EF4-FFF2-40B4-BE49-F238E27FC236}">
                  <a16:creationId xmlns:a16="http://schemas.microsoft.com/office/drawing/2014/main" id="{254FE1B4-0F97-BD03-AD35-EB46826A7212}"/>
                </a:ext>
              </a:extLst>
            </p:cNvPr>
            <p:cNvCxnSpPr>
              <a:cxnSpLocks/>
              <a:stCxn id="347" idx="2"/>
              <a:endCxn id="418" idx="1"/>
            </p:cNvCxnSpPr>
            <p:nvPr/>
          </p:nvCxnSpPr>
          <p:spPr>
            <a:xfrm rot="5400000" flipH="1">
              <a:off x="2899661" y="2508126"/>
              <a:ext cx="385839" cy="4254309"/>
            </a:xfrm>
            <a:prstGeom prst="bentConnector4">
              <a:avLst>
                <a:gd name="adj1" fmla="val -250737"/>
                <a:gd name="adj2" fmla="val 107761"/>
              </a:avLst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3" name="Group 702">
            <a:extLst>
              <a:ext uri="{FF2B5EF4-FFF2-40B4-BE49-F238E27FC236}">
                <a16:creationId xmlns:a16="http://schemas.microsoft.com/office/drawing/2014/main" id="{A1200B14-D3DD-AB50-839A-B179DEF170F0}"/>
              </a:ext>
            </a:extLst>
          </p:cNvPr>
          <p:cNvGrpSpPr/>
          <p:nvPr/>
        </p:nvGrpSpPr>
        <p:grpSpPr>
          <a:xfrm>
            <a:off x="9137387" y="3480688"/>
            <a:ext cx="2239374" cy="3037836"/>
            <a:chOff x="963134" y="976992"/>
            <a:chExt cx="3862155" cy="4642696"/>
          </a:xfrm>
        </p:grpSpPr>
        <p:pic>
          <p:nvPicPr>
            <p:cNvPr id="704" name="Picture 703">
              <a:extLst>
                <a:ext uri="{FF2B5EF4-FFF2-40B4-BE49-F238E27FC236}">
                  <a16:creationId xmlns:a16="http://schemas.microsoft.com/office/drawing/2014/main" id="{82B5F0EF-DAE9-B257-CD83-41C620252C3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3134" y="4876680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705" name="Group 704">
              <a:extLst>
                <a:ext uri="{FF2B5EF4-FFF2-40B4-BE49-F238E27FC236}">
                  <a16:creationId xmlns:a16="http://schemas.microsoft.com/office/drawing/2014/main" id="{D533A673-6C70-D644-C898-2918D1E3DDFE}"/>
                </a:ext>
              </a:extLst>
            </p:cNvPr>
            <p:cNvGrpSpPr/>
            <p:nvPr/>
          </p:nvGrpSpPr>
          <p:grpSpPr>
            <a:xfrm>
              <a:off x="965426" y="1706417"/>
              <a:ext cx="3859863" cy="3913271"/>
              <a:chOff x="6929426" y="1676256"/>
              <a:chExt cx="3859863" cy="3913271"/>
            </a:xfrm>
          </p:grpSpPr>
          <p:pic>
            <p:nvPicPr>
              <p:cNvPr id="712" name="Picture 711">
                <a:extLst>
                  <a:ext uri="{FF2B5EF4-FFF2-40B4-BE49-F238E27FC236}">
                    <a16:creationId xmlns:a16="http://schemas.microsoft.com/office/drawing/2014/main" id="{13ABB043-AF10-7D65-4D3A-E435E2DF495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13" name="Picture 712">
                <a:extLst>
                  <a:ext uri="{FF2B5EF4-FFF2-40B4-BE49-F238E27FC236}">
                    <a16:creationId xmlns:a16="http://schemas.microsoft.com/office/drawing/2014/main" id="{F928D340-77AC-DE67-446F-A76FFD3946B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14" name="Picture 713">
                <a:extLst>
                  <a:ext uri="{FF2B5EF4-FFF2-40B4-BE49-F238E27FC236}">
                    <a16:creationId xmlns:a16="http://schemas.microsoft.com/office/drawing/2014/main" id="{6598AF3C-BF04-E1CD-6872-83615359545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15" name="Picture 714">
                <a:extLst>
                  <a:ext uri="{FF2B5EF4-FFF2-40B4-BE49-F238E27FC236}">
                    <a16:creationId xmlns:a16="http://schemas.microsoft.com/office/drawing/2014/main" id="{F2163696-7503-8E6A-027F-429BCC51E39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4494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16" name="Picture 715">
                <a:extLst>
                  <a:ext uri="{FF2B5EF4-FFF2-40B4-BE49-F238E27FC236}">
                    <a16:creationId xmlns:a16="http://schemas.microsoft.com/office/drawing/2014/main" id="{3D5686E8-F8B6-1D1A-1871-EB285CA4DB9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17" name="Picture 716">
                <a:extLst>
                  <a:ext uri="{FF2B5EF4-FFF2-40B4-BE49-F238E27FC236}">
                    <a16:creationId xmlns:a16="http://schemas.microsoft.com/office/drawing/2014/main" id="{9D28BF96-8836-57CC-20FD-56C5755554F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18" name="Picture 717">
                <a:extLst>
                  <a:ext uri="{FF2B5EF4-FFF2-40B4-BE49-F238E27FC236}">
                    <a16:creationId xmlns:a16="http://schemas.microsoft.com/office/drawing/2014/main" id="{9FCC4D58-99D8-ECD3-BF19-4CFFD1679B2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19" name="Picture 718">
                <a:extLst>
                  <a:ext uri="{FF2B5EF4-FFF2-40B4-BE49-F238E27FC236}">
                    <a16:creationId xmlns:a16="http://schemas.microsoft.com/office/drawing/2014/main" id="{2BDDA87F-79E9-61BF-521E-E936D3E3E26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20" name="Picture 719">
                <a:extLst>
                  <a:ext uri="{FF2B5EF4-FFF2-40B4-BE49-F238E27FC236}">
                    <a16:creationId xmlns:a16="http://schemas.microsoft.com/office/drawing/2014/main" id="{9D0B9626-2CF7-5D20-F029-FB810FB29AD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21" name="Picture 720">
                <a:extLst>
                  <a:ext uri="{FF2B5EF4-FFF2-40B4-BE49-F238E27FC236}">
                    <a16:creationId xmlns:a16="http://schemas.microsoft.com/office/drawing/2014/main" id="{8F09C313-E60B-19DC-C5E5-9A67BF771DC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22" name="Picture 721">
                <a:extLst>
                  <a:ext uri="{FF2B5EF4-FFF2-40B4-BE49-F238E27FC236}">
                    <a16:creationId xmlns:a16="http://schemas.microsoft.com/office/drawing/2014/main" id="{5D1F3E2E-BAD8-3EB5-9848-72EFA45F9CE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1676256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23" name="Picture 722">
                <a:extLst>
                  <a:ext uri="{FF2B5EF4-FFF2-40B4-BE49-F238E27FC236}">
                    <a16:creationId xmlns:a16="http://schemas.microsoft.com/office/drawing/2014/main" id="{3E55A7D8-2AD4-B433-CE1B-A87AED58EB3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0917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24" name="Picture 723">
                <a:extLst>
                  <a:ext uri="{FF2B5EF4-FFF2-40B4-BE49-F238E27FC236}">
                    <a16:creationId xmlns:a16="http://schemas.microsoft.com/office/drawing/2014/main" id="{F990F80C-425A-D901-5852-FF52E1CB447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25" name="Picture 724">
                <a:extLst>
                  <a:ext uri="{FF2B5EF4-FFF2-40B4-BE49-F238E27FC236}">
                    <a16:creationId xmlns:a16="http://schemas.microsoft.com/office/drawing/2014/main" id="{2CFC59D3-B224-43FD-0F95-0A5C2682E88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26" name="Picture 725">
                <a:extLst>
                  <a:ext uri="{FF2B5EF4-FFF2-40B4-BE49-F238E27FC236}">
                    <a16:creationId xmlns:a16="http://schemas.microsoft.com/office/drawing/2014/main" id="{599F9873-1B0E-A4D6-7CC1-3BB6E0A1D69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15086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27" name="Picture 726">
                <a:extLst>
                  <a:ext uri="{FF2B5EF4-FFF2-40B4-BE49-F238E27FC236}">
                    <a16:creationId xmlns:a16="http://schemas.microsoft.com/office/drawing/2014/main" id="{0E22ED49-C61B-168C-ED56-4A988A5E1C4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28" name="Picture 727">
                <a:extLst>
                  <a:ext uri="{FF2B5EF4-FFF2-40B4-BE49-F238E27FC236}">
                    <a16:creationId xmlns:a16="http://schemas.microsoft.com/office/drawing/2014/main" id="{653BBAD8-471F-AC57-4E1E-B72B61CFDF2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29" name="Picture 728">
                <a:extLst>
                  <a:ext uri="{FF2B5EF4-FFF2-40B4-BE49-F238E27FC236}">
                    <a16:creationId xmlns:a16="http://schemas.microsoft.com/office/drawing/2014/main" id="{D10CDA28-69DB-6605-A19E-9B5BEF9E1D0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30" name="Picture 729">
                <a:extLst>
                  <a:ext uri="{FF2B5EF4-FFF2-40B4-BE49-F238E27FC236}">
                    <a16:creationId xmlns:a16="http://schemas.microsoft.com/office/drawing/2014/main" id="{3476A9DD-8842-6C40-CD21-8F8848A6650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31" name="Picture 730">
                <a:extLst>
                  <a:ext uri="{FF2B5EF4-FFF2-40B4-BE49-F238E27FC236}">
                    <a16:creationId xmlns:a16="http://schemas.microsoft.com/office/drawing/2014/main" id="{DAA1824A-55BD-DF5F-18F1-3B7D249712C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32" name="Picture 731">
                <a:extLst>
                  <a:ext uri="{FF2B5EF4-FFF2-40B4-BE49-F238E27FC236}">
                    <a16:creationId xmlns:a16="http://schemas.microsoft.com/office/drawing/2014/main" id="{BA6D7187-251A-6B63-B18F-3247F498E4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733" name="Picture 732">
                <a:extLst>
                  <a:ext uri="{FF2B5EF4-FFF2-40B4-BE49-F238E27FC236}">
                    <a16:creationId xmlns:a16="http://schemas.microsoft.com/office/drawing/2014/main" id="{FAB6EEB9-8B4C-8F88-9FFE-DA73BED1CE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73790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734" name="Picture 733">
                <a:extLst>
                  <a:ext uri="{FF2B5EF4-FFF2-40B4-BE49-F238E27FC236}">
                    <a16:creationId xmlns:a16="http://schemas.microsoft.com/office/drawing/2014/main" id="{F31FC1B1-375A-3AE6-63E2-B227BD8620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46383" y="3263539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735" name="Picture 734">
                <a:extLst>
                  <a:ext uri="{FF2B5EF4-FFF2-40B4-BE49-F238E27FC236}">
                    <a16:creationId xmlns:a16="http://schemas.microsoft.com/office/drawing/2014/main" id="{C725D6B8-8F03-F5CB-7E59-5A6AFA8083E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1249" y="1676256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706" name="TextBox 705">
              <a:extLst>
                <a:ext uri="{FF2B5EF4-FFF2-40B4-BE49-F238E27FC236}">
                  <a16:creationId xmlns:a16="http://schemas.microsoft.com/office/drawing/2014/main" id="{6B55861C-2CD6-BC91-B8FD-06B4F631928B}"/>
                </a:ext>
              </a:extLst>
            </p:cNvPr>
            <p:cNvSpPr txBox="1"/>
            <p:nvPr/>
          </p:nvSpPr>
          <p:spPr>
            <a:xfrm>
              <a:off x="2805578" y="2139986"/>
              <a:ext cx="498188" cy="2587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707" name="TextBox 706">
              <a:extLst>
                <a:ext uri="{FF2B5EF4-FFF2-40B4-BE49-F238E27FC236}">
                  <a16:creationId xmlns:a16="http://schemas.microsoft.com/office/drawing/2014/main" id="{B77E1B58-29C3-7F76-C0E0-7A846D9C7E02}"/>
                </a:ext>
              </a:extLst>
            </p:cNvPr>
            <p:cNvSpPr txBox="1"/>
            <p:nvPr/>
          </p:nvSpPr>
          <p:spPr>
            <a:xfrm>
              <a:off x="1277225" y="5307429"/>
              <a:ext cx="470542" cy="2587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708" name="Rectangle 707">
              <a:extLst>
                <a:ext uri="{FF2B5EF4-FFF2-40B4-BE49-F238E27FC236}">
                  <a16:creationId xmlns:a16="http://schemas.microsoft.com/office/drawing/2014/main" id="{1F78A101-E128-4C59-3D3B-FA336AC6085B}"/>
                </a:ext>
              </a:extLst>
            </p:cNvPr>
            <p:cNvSpPr/>
            <p:nvPr/>
          </p:nvSpPr>
          <p:spPr>
            <a:xfrm>
              <a:off x="3282383" y="976992"/>
              <a:ext cx="731520" cy="73152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Out of Grid</a:t>
              </a:r>
            </a:p>
          </p:txBody>
        </p:sp>
        <p:cxnSp>
          <p:nvCxnSpPr>
            <p:cNvPr id="709" name="Connector: Elbow 708">
              <a:extLst>
                <a:ext uri="{FF2B5EF4-FFF2-40B4-BE49-F238E27FC236}">
                  <a16:creationId xmlns:a16="http://schemas.microsoft.com/office/drawing/2014/main" id="{27231B51-F6CB-A0C2-16AD-F7FF30F3738C}"/>
                </a:ext>
              </a:extLst>
            </p:cNvPr>
            <p:cNvCxnSpPr>
              <a:cxnSpLocks/>
              <a:stCxn id="708" idx="3"/>
              <a:endCxn id="723" idx="2"/>
            </p:cNvCxnSpPr>
            <p:nvPr/>
          </p:nvCxnSpPr>
          <p:spPr>
            <a:xfrm flipH="1">
              <a:off x="3652677" y="1342752"/>
              <a:ext cx="361226" cy="4276936"/>
            </a:xfrm>
            <a:prstGeom prst="bentConnector4">
              <a:avLst>
                <a:gd name="adj1" fmla="val -297989"/>
                <a:gd name="adj2" fmla="val 105345"/>
              </a:avLst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0" name="TextBox 709">
              <a:extLst>
                <a:ext uri="{FF2B5EF4-FFF2-40B4-BE49-F238E27FC236}">
                  <a16:creationId xmlns:a16="http://schemas.microsoft.com/office/drawing/2014/main" id="{54423671-9B4C-0344-486D-DC6F4DCB7A4D}"/>
                </a:ext>
              </a:extLst>
            </p:cNvPr>
            <p:cNvSpPr txBox="1"/>
            <p:nvPr/>
          </p:nvSpPr>
          <p:spPr>
            <a:xfrm>
              <a:off x="3492723" y="5284002"/>
              <a:ext cx="531364" cy="2587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477C3632-426E-BDC1-746F-D8FB2DD39FB0}"/>
              </a:ext>
            </a:extLst>
          </p:cNvPr>
          <p:cNvGrpSpPr/>
          <p:nvPr/>
        </p:nvGrpSpPr>
        <p:grpSpPr>
          <a:xfrm>
            <a:off x="5949192" y="3892641"/>
            <a:ext cx="2677896" cy="2625883"/>
            <a:chOff x="220347" y="1706417"/>
            <a:chExt cx="4604942" cy="3913271"/>
          </a:xfrm>
        </p:grpSpPr>
        <p:pic>
          <p:nvPicPr>
            <p:cNvPr id="739" name="Picture 738">
              <a:extLst>
                <a:ext uri="{FF2B5EF4-FFF2-40B4-BE49-F238E27FC236}">
                  <a16:creationId xmlns:a16="http://schemas.microsoft.com/office/drawing/2014/main" id="{A929E42C-09B6-1901-C436-298EA60E96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1684" y="4076590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740" name="Group 739">
              <a:extLst>
                <a:ext uri="{FF2B5EF4-FFF2-40B4-BE49-F238E27FC236}">
                  <a16:creationId xmlns:a16="http://schemas.microsoft.com/office/drawing/2014/main" id="{DD33975D-FD67-B911-2F7C-A6D3F7E1924E}"/>
                </a:ext>
              </a:extLst>
            </p:cNvPr>
            <p:cNvGrpSpPr/>
            <p:nvPr/>
          </p:nvGrpSpPr>
          <p:grpSpPr>
            <a:xfrm>
              <a:off x="965426" y="1706417"/>
              <a:ext cx="3859863" cy="3913271"/>
              <a:chOff x="6929426" y="1676256"/>
              <a:chExt cx="3859863" cy="3913271"/>
            </a:xfrm>
          </p:grpSpPr>
          <p:pic>
            <p:nvPicPr>
              <p:cNvPr id="746" name="Picture 745">
                <a:extLst>
                  <a:ext uri="{FF2B5EF4-FFF2-40B4-BE49-F238E27FC236}">
                    <a16:creationId xmlns:a16="http://schemas.microsoft.com/office/drawing/2014/main" id="{40BD3E88-11AC-C5C3-B125-F6B9E771219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47" name="Picture 746">
                <a:extLst>
                  <a:ext uri="{FF2B5EF4-FFF2-40B4-BE49-F238E27FC236}">
                    <a16:creationId xmlns:a16="http://schemas.microsoft.com/office/drawing/2014/main" id="{4417EF28-4651-0A5A-25CB-8E7699B7012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48" name="Picture 747">
                <a:extLst>
                  <a:ext uri="{FF2B5EF4-FFF2-40B4-BE49-F238E27FC236}">
                    <a16:creationId xmlns:a16="http://schemas.microsoft.com/office/drawing/2014/main" id="{9A6B84E8-4011-4E66-9A0B-4F7111DBC3F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1688163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49" name="Picture 748">
                <a:extLst>
                  <a:ext uri="{FF2B5EF4-FFF2-40B4-BE49-F238E27FC236}">
                    <a16:creationId xmlns:a16="http://schemas.microsoft.com/office/drawing/2014/main" id="{1451439F-E2E8-6C7B-225A-3DF1C4C921D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50" name="Picture 749">
                <a:extLst>
                  <a:ext uri="{FF2B5EF4-FFF2-40B4-BE49-F238E27FC236}">
                    <a16:creationId xmlns:a16="http://schemas.microsoft.com/office/drawing/2014/main" id="{4BB8925B-54E4-D7BB-6592-8BAD20AE1F5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51" name="Picture 750">
                <a:extLst>
                  <a:ext uri="{FF2B5EF4-FFF2-40B4-BE49-F238E27FC236}">
                    <a16:creationId xmlns:a16="http://schemas.microsoft.com/office/drawing/2014/main" id="{9E61303F-DF1C-042E-1349-33A0818FF54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52" name="Picture 751">
                <a:extLst>
                  <a:ext uri="{FF2B5EF4-FFF2-40B4-BE49-F238E27FC236}">
                    <a16:creationId xmlns:a16="http://schemas.microsoft.com/office/drawing/2014/main" id="{7F0D3F27-781B-9343-9C41-9886DDE21AE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53" name="Picture 752">
                <a:extLst>
                  <a:ext uri="{FF2B5EF4-FFF2-40B4-BE49-F238E27FC236}">
                    <a16:creationId xmlns:a16="http://schemas.microsoft.com/office/drawing/2014/main" id="{7A38F9FD-8A89-EFB4-A796-1FAB179AE39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54" name="Picture 753">
                <a:extLst>
                  <a:ext uri="{FF2B5EF4-FFF2-40B4-BE49-F238E27FC236}">
                    <a16:creationId xmlns:a16="http://schemas.microsoft.com/office/drawing/2014/main" id="{03BCBAFC-0941-B2F0-635E-FAAD06AB62B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55" name="Picture 754">
                <a:extLst>
                  <a:ext uri="{FF2B5EF4-FFF2-40B4-BE49-F238E27FC236}">
                    <a16:creationId xmlns:a16="http://schemas.microsoft.com/office/drawing/2014/main" id="{B4DA3B4C-E484-870C-6B6A-13D74B965CC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5870" y="327236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56" name="Picture 755">
                <a:extLst>
                  <a:ext uri="{FF2B5EF4-FFF2-40B4-BE49-F238E27FC236}">
                    <a16:creationId xmlns:a16="http://schemas.microsoft.com/office/drawing/2014/main" id="{84BB5A7E-4306-4CB1-5236-EB3023B5DA1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1676256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57" name="Picture 756">
                <a:extLst>
                  <a:ext uri="{FF2B5EF4-FFF2-40B4-BE49-F238E27FC236}">
                    <a16:creationId xmlns:a16="http://schemas.microsoft.com/office/drawing/2014/main" id="{3BD551A6-D871-8AAD-B095-AC4A2E2244F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0917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58" name="Picture 757">
                <a:extLst>
                  <a:ext uri="{FF2B5EF4-FFF2-40B4-BE49-F238E27FC236}">
                    <a16:creationId xmlns:a16="http://schemas.microsoft.com/office/drawing/2014/main" id="{8553FCA4-10F5-550F-1B19-14626AEE6BA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5047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59" name="Picture 758">
                <a:extLst>
                  <a:ext uri="{FF2B5EF4-FFF2-40B4-BE49-F238E27FC236}">
                    <a16:creationId xmlns:a16="http://schemas.microsoft.com/office/drawing/2014/main" id="{CBF82F0C-7DA7-2D53-65FD-056BC627272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60" name="Picture 759">
                <a:extLst>
                  <a:ext uri="{FF2B5EF4-FFF2-40B4-BE49-F238E27FC236}">
                    <a16:creationId xmlns:a16="http://schemas.microsoft.com/office/drawing/2014/main" id="{1FA6D205-C8C5-FA3A-D8D9-44EA17CB819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61" name="Picture 760">
                <a:extLst>
                  <a:ext uri="{FF2B5EF4-FFF2-40B4-BE49-F238E27FC236}">
                    <a16:creationId xmlns:a16="http://schemas.microsoft.com/office/drawing/2014/main" id="{E076785F-7B74-E6A9-DC7A-F8FCA614A60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62" name="Picture 761">
                <a:extLst>
                  <a:ext uri="{FF2B5EF4-FFF2-40B4-BE49-F238E27FC236}">
                    <a16:creationId xmlns:a16="http://schemas.microsoft.com/office/drawing/2014/main" id="{AD68A492-ECCB-6870-D653-001175C4C14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63" name="Picture 762">
                <a:extLst>
                  <a:ext uri="{FF2B5EF4-FFF2-40B4-BE49-F238E27FC236}">
                    <a16:creationId xmlns:a16="http://schemas.microsoft.com/office/drawing/2014/main" id="{FD7D16B2-5F77-81F3-70DB-FE4C79B0E2C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64" name="Picture 763">
                <a:extLst>
                  <a:ext uri="{FF2B5EF4-FFF2-40B4-BE49-F238E27FC236}">
                    <a16:creationId xmlns:a16="http://schemas.microsoft.com/office/drawing/2014/main" id="{90ABCC23-D1A1-FC46-740D-8461E58EC79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65" name="Picture 764">
                <a:extLst>
                  <a:ext uri="{FF2B5EF4-FFF2-40B4-BE49-F238E27FC236}">
                    <a16:creationId xmlns:a16="http://schemas.microsoft.com/office/drawing/2014/main" id="{C8B929A7-779A-1DFA-8002-AE4B855821D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766" name="Picture 765">
                <a:extLst>
                  <a:ext uri="{FF2B5EF4-FFF2-40B4-BE49-F238E27FC236}">
                    <a16:creationId xmlns:a16="http://schemas.microsoft.com/office/drawing/2014/main" id="{60A643FB-7C65-D84F-1B9B-84980D68AE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767" name="Picture 766">
                <a:extLst>
                  <a:ext uri="{FF2B5EF4-FFF2-40B4-BE49-F238E27FC236}">
                    <a16:creationId xmlns:a16="http://schemas.microsoft.com/office/drawing/2014/main" id="{D5650EBA-7CC4-24D3-87CA-DB87C78D80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768" name="Picture 767">
                <a:extLst>
                  <a:ext uri="{FF2B5EF4-FFF2-40B4-BE49-F238E27FC236}">
                    <a16:creationId xmlns:a16="http://schemas.microsoft.com/office/drawing/2014/main" id="{EE6772E8-12A7-A64A-E23C-93A97AB11A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769" name="Picture 768">
                <a:extLst>
                  <a:ext uri="{FF2B5EF4-FFF2-40B4-BE49-F238E27FC236}">
                    <a16:creationId xmlns:a16="http://schemas.microsoft.com/office/drawing/2014/main" id="{B1538E86-A893-73F5-15A2-046EB3649AA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3288097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741" name="TextBox 740">
              <a:extLst>
                <a:ext uri="{FF2B5EF4-FFF2-40B4-BE49-F238E27FC236}">
                  <a16:creationId xmlns:a16="http://schemas.microsoft.com/office/drawing/2014/main" id="{56A29C82-9E65-AFD5-BC82-9F411848FCAB}"/>
                </a:ext>
              </a:extLst>
            </p:cNvPr>
            <p:cNvSpPr txBox="1"/>
            <p:nvPr/>
          </p:nvSpPr>
          <p:spPr>
            <a:xfrm>
              <a:off x="1247211" y="3755424"/>
              <a:ext cx="56297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742" name="TextBox 741">
              <a:extLst>
                <a:ext uri="{FF2B5EF4-FFF2-40B4-BE49-F238E27FC236}">
                  <a16:creationId xmlns:a16="http://schemas.microsoft.com/office/drawing/2014/main" id="{5EEF87F9-AE79-1A5A-E880-DF67E4D57F15}"/>
                </a:ext>
              </a:extLst>
            </p:cNvPr>
            <p:cNvSpPr txBox="1"/>
            <p:nvPr/>
          </p:nvSpPr>
          <p:spPr>
            <a:xfrm>
              <a:off x="3638736" y="4525212"/>
              <a:ext cx="27283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743" name="TextBox 742">
              <a:extLst>
                <a:ext uri="{FF2B5EF4-FFF2-40B4-BE49-F238E27FC236}">
                  <a16:creationId xmlns:a16="http://schemas.microsoft.com/office/drawing/2014/main" id="{2481B2CB-99EC-7FBD-CAFD-B5F2BB296E9A}"/>
                </a:ext>
              </a:extLst>
            </p:cNvPr>
            <p:cNvSpPr txBox="1"/>
            <p:nvPr/>
          </p:nvSpPr>
          <p:spPr>
            <a:xfrm>
              <a:off x="4357006" y="2972490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744" name="Rectangle 743">
              <a:extLst>
                <a:ext uri="{FF2B5EF4-FFF2-40B4-BE49-F238E27FC236}">
                  <a16:creationId xmlns:a16="http://schemas.microsoft.com/office/drawing/2014/main" id="{F1D32679-1BD2-A187-BD99-3848CDF4C324}"/>
                </a:ext>
              </a:extLst>
            </p:cNvPr>
            <p:cNvSpPr/>
            <p:nvPr/>
          </p:nvSpPr>
          <p:spPr>
            <a:xfrm>
              <a:off x="220347" y="2502446"/>
              <a:ext cx="731520" cy="73152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Out of Grid</a:t>
              </a:r>
            </a:p>
          </p:txBody>
        </p:sp>
        <p:cxnSp>
          <p:nvCxnSpPr>
            <p:cNvPr id="745" name="Connector: Elbow 744">
              <a:extLst>
                <a:ext uri="{FF2B5EF4-FFF2-40B4-BE49-F238E27FC236}">
                  <a16:creationId xmlns:a16="http://schemas.microsoft.com/office/drawing/2014/main" id="{7F3DF71C-6403-5F36-45A7-8872D661FD11}"/>
                </a:ext>
              </a:extLst>
            </p:cNvPr>
            <p:cNvCxnSpPr>
              <a:cxnSpLocks/>
              <a:stCxn id="744" idx="0"/>
              <a:endCxn id="760" idx="3"/>
            </p:cNvCxnSpPr>
            <p:nvPr/>
          </p:nvCxnSpPr>
          <p:spPr>
            <a:xfrm rot="16200000" flipH="1">
              <a:off x="2516776" y="571776"/>
              <a:ext cx="377843" cy="4239182"/>
            </a:xfrm>
            <a:prstGeom prst="bentConnector4">
              <a:avLst>
                <a:gd name="adj1" fmla="val -253064"/>
                <a:gd name="adj2" fmla="val 105393"/>
              </a:avLst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7472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CB16B-9757-A96B-B3D0-00EAA0E09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790B727-E012-612B-553E-EE43F56B36A5}"/>
              </a:ext>
            </a:extLst>
          </p:cNvPr>
          <p:cNvSpPr txBox="1">
            <a:spLocks/>
          </p:cNvSpPr>
          <p:nvPr/>
        </p:nvSpPr>
        <p:spPr>
          <a:xfrm>
            <a:off x="503190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D4DC6CD-41B7-6983-05B7-C08BE0CFDF77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4149214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 2 (Corner) Example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1A4A05-A5F3-2F31-3A59-76638370D650}"/>
              </a:ext>
            </a:extLst>
          </p:cNvPr>
          <p:cNvGrpSpPr/>
          <p:nvPr/>
        </p:nvGrpSpPr>
        <p:grpSpPr>
          <a:xfrm>
            <a:off x="6445500" y="1880934"/>
            <a:ext cx="2524852" cy="2491201"/>
            <a:chOff x="195974" y="977327"/>
            <a:chExt cx="4629315" cy="464236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911C4D9-DB9C-9ACB-41F2-C496B71465F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1684" y="4076590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9876F23-0B37-310B-13C1-9B70987815E2}"/>
                </a:ext>
              </a:extLst>
            </p:cNvPr>
            <p:cNvGrpSpPr/>
            <p:nvPr/>
          </p:nvGrpSpPr>
          <p:grpSpPr>
            <a:xfrm>
              <a:off x="961181" y="1706417"/>
              <a:ext cx="3864108" cy="3913271"/>
              <a:chOff x="6925181" y="1676256"/>
              <a:chExt cx="3864108" cy="3913271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4A2753C8-AAD2-AB8C-CDEF-9524FEB718B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8A7BFD63-2B9E-BFB1-4FC7-542CB62E5CC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D704431A-20AE-91D4-5124-D978CFDA18A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27C6A13-6A3C-8FC8-6607-B2C71281133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1F240337-C240-B670-1871-DAF23FC864D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796F28A5-EBD1-BD13-DA8A-4C1D16DF437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3A980125-BD14-BA78-B95C-6B1C8FAAF13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509B0331-11CB-F8DD-EEEA-75E4EBBA23D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BDC67127-F668-75F3-0EE1-662A30C4A13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F4DD67C0-2D23-C8A6-DA92-16F83DCC1C7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5870" y="327236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ED658540-4B27-2290-3ADE-53A6376ECF1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1676256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ACD0CF2D-043C-C9BE-4FB1-4424263BA46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0917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2443589D-24F3-8590-5CCC-3E8845461A1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5047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8" name="Picture 57">
                <a:extLst>
                  <a:ext uri="{FF2B5EF4-FFF2-40B4-BE49-F238E27FC236}">
                    <a16:creationId xmlns:a16="http://schemas.microsoft.com/office/drawing/2014/main" id="{F313339A-BCCD-C94B-5BFB-EA78CA3FAE2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085E4131-8220-5F76-67A8-23745C2F745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0" name="Picture 59">
                <a:extLst>
                  <a:ext uri="{FF2B5EF4-FFF2-40B4-BE49-F238E27FC236}">
                    <a16:creationId xmlns:a16="http://schemas.microsoft.com/office/drawing/2014/main" id="{E59F1276-EE3C-C1BB-80B9-80A090C2CF9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0F8CF44A-CBC6-B479-8083-1868B1982F4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110E1CF8-CD21-2553-CF33-2C308C603E6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BDA45369-66FD-E09B-690E-336DB63A8D8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28" name="Picture 127">
                <a:extLst>
                  <a:ext uri="{FF2B5EF4-FFF2-40B4-BE49-F238E27FC236}">
                    <a16:creationId xmlns:a16="http://schemas.microsoft.com/office/drawing/2014/main" id="{4AEF07BC-01C2-0E37-2E31-3B5EE82F479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29" name="Picture 128">
                <a:extLst>
                  <a:ext uri="{FF2B5EF4-FFF2-40B4-BE49-F238E27FC236}">
                    <a16:creationId xmlns:a16="http://schemas.microsoft.com/office/drawing/2014/main" id="{94FE0C5A-A3F5-7338-2D8E-6D0E9E0294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130" name="Picture 129">
                <a:extLst>
                  <a:ext uri="{FF2B5EF4-FFF2-40B4-BE49-F238E27FC236}">
                    <a16:creationId xmlns:a16="http://schemas.microsoft.com/office/drawing/2014/main" id="{83A5D026-A61B-795C-6DDA-473490C97A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131" name="Picture 130">
                <a:extLst>
                  <a:ext uri="{FF2B5EF4-FFF2-40B4-BE49-F238E27FC236}">
                    <a16:creationId xmlns:a16="http://schemas.microsoft.com/office/drawing/2014/main" id="{440C6010-83AC-7DBC-5CAF-A6B99429F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C144C413-2F99-D636-6DAD-F66AC66374D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5181" y="1697845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963FB1E-CA2B-C632-FC5B-FD542FB87E6C}"/>
                </a:ext>
              </a:extLst>
            </p:cNvPr>
            <p:cNvSpPr txBox="1"/>
            <p:nvPr/>
          </p:nvSpPr>
          <p:spPr>
            <a:xfrm>
              <a:off x="1248566" y="2143056"/>
              <a:ext cx="56297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F65A3A6-BF15-41E0-9B62-776567795494}"/>
                </a:ext>
              </a:extLst>
            </p:cNvPr>
            <p:cNvSpPr txBox="1"/>
            <p:nvPr/>
          </p:nvSpPr>
          <p:spPr>
            <a:xfrm>
              <a:off x="3638736" y="4525212"/>
              <a:ext cx="27283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E0EB2B-4B4C-9200-0C82-20113727F0DA}"/>
                </a:ext>
              </a:extLst>
            </p:cNvPr>
            <p:cNvSpPr txBox="1"/>
            <p:nvPr/>
          </p:nvSpPr>
          <p:spPr>
            <a:xfrm>
              <a:off x="4297076" y="5260516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88D2E35-B654-E74D-141A-BCF051CAB0D8}"/>
                </a:ext>
              </a:extLst>
            </p:cNvPr>
            <p:cNvSpPr/>
            <p:nvPr/>
          </p:nvSpPr>
          <p:spPr>
            <a:xfrm>
              <a:off x="195974" y="977327"/>
              <a:ext cx="731520" cy="73152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Out of Grid</a:t>
              </a:r>
            </a:p>
          </p:txBody>
        </p: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81448363-EB5E-B827-3D23-1C311C404F0D}"/>
                </a:ext>
              </a:extLst>
            </p:cNvPr>
            <p:cNvCxnSpPr/>
            <p:nvPr/>
          </p:nvCxnSpPr>
          <p:spPr>
            <a:xfrm rot="16200000" flipH="1">
              <a:off x="497639" y="1738367"/>
              <a:ext cx="3891682" cy="3870960"/>
            </a:xfrm>
            <a:prstGeom prst="bentConnector3">
              <a:avLst>
                <a:gd name="adj1" fmla="val 109002"/>
              </a:avLst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49D7397-BC47-A4DD-D767-2C4B3AD55B05}"/>
              </a:ext>
            </a:extLst>
          </p:cNvPr>
          <p:cNvGrpSpPr/>
          <p:nvPr/>
        </p:nvGrpSpPr>
        <p:grpSpPr>
          <a:xfrm>
            <a:off x="310107" y="2285278"/>
            <a:ext cx="2512869" cy="2492505"/>
            <a:chOff x="217944" y="1706417"/>
            <a:chExt cx="4607345" cy="4644791"/>
          </a:xfrm>
        </p:grpSpPr>
        <p:pic>
          <p:nvPicPr>
            <p:cNvPr id="134" name="Picture 133">
              <a:extLst>
                <a:ext uri="{FF2B5EF4-FFF2-40B4-BE49-F238E27FC236}">
                  <a16:creationId xmlns:a16="http://schemas.microsoft.com/office/drawing/2014/main" id="{B3A3B260-0432-FFD6-1799-8FF46724AD1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0369" y="2531521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EC33C698-BB48-7A5D-61E2-BBE8962AEBFF}"/>
                </a:ext>
              </a:extLst>
            </p:cNvPr>
            <p:cNvGrpSpPr/>
            <p:nvPr/>
          </p:nvGrpSpPr>
          <p:grpSpPr>
            <a:xfrm>
              <a:off x="961181" y="1706417"/>
              <a:ext cx="3864108" cy="3913271"/>
              <a:chOff x="6925181" y="1676256"/>
              <a:chExt cx="3864108" cy="3913271"/>
            </a:xfrm>
          </p:grpSpPr>
          <p:pic>
            <p:nvPicPr>
              <p:cNvPr id="142" name="Picture 141">
                <a:extLst>
                  <a:ext uri="{FF2B5EF4-FFF2-40B4-BE49-F238E27FC236}">
                    <a16:creationId xmlns:a16="http://schemas.microsoft.com/office/drawing/2014/main" id="{E2B87CFE-28FA-97A1-CC4A-283B5A41D6D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3" name="Picture 142">
                <a:extLst>
                  <a:ext uri="{FF2B5EF4-FFF2-40B4-BE49-F238E27FC236}">
                    <a16:creationId xmlns:a16="http://schemas.microsoft.com/office/drawing/2014/main" id="{406BA684-9E50-4896-3580-4CD42A738C1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44" name="Picture 143">
                <a:extLst>
                  <a:ext uri="{FF2B5EF4-FFF2-40B4-BE49-F238E27FC236}">
                    <a16:creationId xmlns:a16="http://schemas.microsoft.com/office/drawing/2014/main" id="{0FB8913D-4C25-8196-CD7E-D4F735BA17C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45" name="Picture 144">
                <a:extLst>
                  <a:ext uri="{FF2B5EF4-FFF2-40B4-BE49-F238E27FC236}">
                    <a16:creationId xmlns:a16="http://schemas.microsoft.com/office/drawing/2014/main" id="{6A70739D-2766-2E4A-29A8-3FBD40D3D5D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6" name="Picture 145">
                <a:extLst>
                  <a:ext uri="{FF2B5EF4-FFF2-40B4-BE49-F238E27FC236}">
                    <a16:creationId xmlns:a16="http://schemas.microsoft.com/office/drawing/2014/main" id="{42C9D41C-62FD-F759-CEF4-2F8F1672C2A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7" name="Picture 146">
                <a:extLst>
                  <a:ext uri="{FF2B5EF4-FFF2-40B4-BE49-F238E27FC236}">
                    <a16:creationId xmlns:a16="http://schemas.microsoft.com/office/drawing/2014/main" id="{12F000AF-6D7C-11FC-C61F-4E0BA658439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48" name="Picture 147">
                <a:extLst>
                  <a:ext uri="{FF2B5EF4-FFF2-40B4-BE49-F238E27FC236}">
                    <a16:creationId xmlns:a16="http://schemas.microsoft.com/office/drawing/2014/main" id="{7D6DE13A-305A-A9B7-6F33-BCD21118619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49" name="Picture 148">
                <a:extLst>
                  <a:ext uri="{FF2B5EF4-FFF2-40B4-BE49-F238E27FC236}">
                    <a16:creationId xmlns:a16="http://schemas.microsoft.com/office/drawing/2014/main" id="{65F5DC3F-B47A-DEE9-3356-DDB7A1C2208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0" name="Picture 149">
                <a:extLst>
                  <a:ext uri="{FF2B5EF4-FFF2-40B4-BE49-F238E27FC236}">
                    <a16:creationId xmlns:a16="http://schemas.microsoft.com/office/drawing/2014/main" id="{F40E6134-F1C4-3902-91D3-81FC34B4E8C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1" name="Picture 150">
                <a:extLst>
                  <a:ext uri="{FF2B5EF4-FFF2-40B4-BE49-F238E27FC236}">
                    <a16:creationId xmlns:a16="http://schemas.microsoft.com/office/drawing/2014/main" id="{EE364004-8FD2-636B-A3AD-84350091303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5870" y="327236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1" name="Picture 180">
                <a:extLst>
                  <a:ext uri="{FF2B5EF4-FFF2-40B4-BE49-F238E27FC236}">
                    <a16:creationId xmlns:a16="http://schemas.microsoft.com/office/drawing/2014/main" id="{706DF399-7F6F-3CB3-92D2-5DC02E5FECF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1676256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83" name="Picture 182">
                <a:extLst>
                  <a:ext uri="{FF2B5EF4-FFF2-40B4-BE49-F238E27FC236}">
                    <a16:creationId xmlns:a16="http://schemas.microsoft.com/office/drawing/2014/main" id="{D5894856-E73E-8E4C-5D97-903B0A94A37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0917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4" name="Picture 183">
                <a:extLst>
                  <a:ext uri="{FF2B5EF4-FFF2-40B4-BE49-F238E27FC236}">
                    <a16:creationId xmlns:a16="http://schemas.microsoft.com/office/drawing/2014/main" id="{330906A7-C734-C707-C277-C554113CBEF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5047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5" name="Picture 184">
                <a:extLst>
                  <a:ext uri="{FF2B5EF4-FFF2-40B4-BE49-F238E27FC236}">
                    <a16:creationId xmlns:a16="http://schemas.microsoft.com/office/drawing/2014/main" id="{74DF13E0-FC82-0EB7-BD3F-3D72631ADA3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86" name="Picture 185">
                <a:extLst>
                  <a:ext uri="{FF2B5EF4-FFF2-40B4-BE49-F238E27FC236}">
                    <a16:creationId xmlns:a16="http://schemas.microsoft.com/office/drawing/2014/main" id="{C4C16385-4983-3537-FAC8-6A25FB3A202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7068" y="40679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7" name="Picture 186">
                <a:extLst>
                  <a:ext uri="{FF2B5EF4-FFF2-40B4-BE49-F238E27FC236}">
                    <a16:creationId xmlns:a16="http://schemas.microsoft.com/office/drawing/2014/main" id="{CCFAD9EB-D551-7B20-640B-1274E37F41D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8" name="Picture 187">
                <a:extLst>
                  <a:ext uri="{FF2B5EF4-FFF2-40B4-BE49-F238E27FC236}">
                    <a16:creationId xmlns:a16="http://schemas.microsoft.com/office/drawing/2014/main" id="{921B2268-5EAD-D297-7FB9-3A0D15011FD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9" name="Picture 188">
                <a:extLst>
                  <a:ext uri="{FF2B5EF4-FFF2-40B4-BE49-F238E27FC236}">
                    <a16:creationId xmlns:a16="http://schemas.microsoft.com/office/drawing/2014/main" id="{8F0B73E5-1161-91D4-20BA-DB0BCAEF6B7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90" name="Picture 189">
                <a:extLst>
                  <a:ext uri="{FF2B5EF4-FFF2-40B4-BE49-F238E27FC236}">
                    <a16:creationId xmlns:a16="http://schemas.microsoft.com/office/drawing/2014/main" id="{E945BB9A-4C2B-A53A-4C82-C217A1B6644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91" name="Picture 190">
                <a:extLst>
                  <a:ext uri="{FF2B5EF4-FFF2-40B4-BE49-F238E27FC236}">
                    <a16:creationId xmlns:a16="http://schemas.microsoft.com/office/drawing/2014/main" id="{2F2D5553-09D9-4C00-6352-CC4424D224A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92" name="Picture 191">
                <a:extLst>
                  <a:ext uri="{FF2B5EF4-FFF2-40B4-BE49-F238E27FC236}">
                    <a16:creationId xmlns:a16="http://schemas.microsoft.com/office/drawing/2014/main" id="{AA73D9FC-98C8-72D7-105D-178ACE8BBA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2BE31489-D745-40AD-B81C-CEC774B736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5181" y="1681142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CE8185E4-637D-5A45-7A82-B4E9935D82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195" name="Picture 194">
                <a:extLst>
                  <a:ext uri="{FF2B5EF4-FFF2-40B4-BE49-F238E27FC236}">
                    <a16:creationId xmlns:a16="http://schemas.microsoft.com/office/drawing/2014/main" id="{54AF7CB0-B051-F58D-2F90-2801E60EB3C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850233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2A1E20FB-BF76-D0D6-F2C1-45F096905AF2}"/>
                </a:ext>
              </a:extLst>
            </p:cNvPr>
            <p:cNvSpPr txBox="1"/>
            <p:nvPr/>
          </p:nvSpPr>
          <p:spPr>
            <a:xfrm>
              <a:off x="1252811" y="5295444"/>
              <a:ext cx="56297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6C5CE0D-6C61-0BDA-228A-1EEBEF2C8DBA}"/>
                </a:ext>
              </a:extLst>
            </p:cNvPr>
            <p:cNvSpPr txBox="1"/>
            <p:nvPr/>
          </p:nvSpPr>
          <p:spPr>
            <a:xfrm>
              <a:off x="4313380" y="2143271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BDFDBE5-6E65-71AE-1A10-8D58FCF855DF}"/>
                </a:ext>
              </a:extLst>
            </p:cNvPr>
            <p:cNvSpPr/>
            <p:nvPr/>
          </p:nvSpPr>
          <p:spPr>
            <a:xfrm>
              <a:off x="217944" y="5619688"/>
              <a:ext cx="731520" cy="73152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Out of Grid</a:t>
              </a:r>
            </a:p>
          </p:txBody>
        </p:sp>
        <p:cxnSp>
          <p:nvCxnSpPr>
            <p:cNvPr id="140" name="Connector: Elbow 139">
              <a:extLst>
                <a:ext uri="{FF2B5EF4-FFF2-40B4-BE49-F238E27FC236}">
                  <a16:creationId xmlns:a16="http://schemas.microsoft.com/office/drawing/2014/main" id="{68863AAA-7445-AAEE-D58F-392411BC2549}"/>
                </a:ext>
              </a:extLst>
            </p:cNvPr>
            <p:cNvCxnSpPr>
              <a:cxnSpLocks/>
              <a:stCxn id="139" idx="3"/>
              <a:endCxn id="146" idx="0"/>
            </p:cNvCxnSpPr>
            <p:nvPr/>
          </p:nvCxnSpPr>
          <p:spPr>
            <a:xfrm flipV="1">
              <a:off x="949464" y="1731451"/>
              <a:ext cx="3510065" cy="4253997"/>
            </a:xfrm>
            <a:prstGeom prst="bentConnector4">
              <a:avLst>
                <a:gd name="adj1" fmla="val 128972"/>
                <a:gd name="adj2" fmla="val 109380"/>
              </a:avLst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F9C8845-E9F7-92FC-3DD1-D6CA03348FA4}"/>
                </a:ext>
              </a:extLst>
            </p:cNvPr>
            <p:cNvSpPr txBox="1"/>
            <p:nvPr/>
          </p:nvSpPr>
          <p:spPr>
            <a:xfrm>
              <a:off x="4433349" y="2966520"/>
              <a:ext cx="27283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</p:grpSp>
      <p:sp>
        <p:nvSpPr>
          <p:cNvPr id="235" name="TextBox 234">
            <a:extLst>
              <a:ext uri="{FF2B5EF4-FFF2-40B4-BE49-F238E27FC236}">
                <a16:creationId xmlns:a16="http://schemas.microsoft.com/office/drawing/2014/main" id="{2B4DF939-2397-FB56-5B95-2BF111EF6AA0}"/>
              </a:ext>
            </a:extLst>
          </p:cNvPr>
          <p:cNvSpPr txBox="1"/>
          <p:nvPr/>
        </p:nvSpPr>
        <p:spPr>
          <a:xfrm>
            <a:off x="1010905" y="1372793"/>
            <a:ext cx="2116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Direction Indicator </a:t>
            </a:r>
            <a:r>
              <a:rPr lang="en-US" sz="1000" dirty="0"/>
              <a:t>At Northeast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0898301E-2526-F8E4-3474-5704AEE6B93E}"/>
              </a:ext>
            </a:extLst>
          </p:cNvPr>
          <p:cNvSpPr txBox="1"/>
          <p:nvPr/>
        </p:nvSpPr>
        <p:spPr>
          <a:xfrm>
            <a:off x="4230753" y="1382951"/>
            <a:ext cx="2062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Direction Indicator </a:t>
            </a:r>
            <a:r>
              <a:rPr lang="en-US" sz="1000" dirty="0"/>
              <a:t>At Northwest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D54CC1B2-95E8-030F-4F06-5E80DBE00C63}"/>
              </a:ext>
            </a:extLst>
          </p:cNvPr>
          <p:cNvSpPr txBox="1"/>
          <p:nvPr/>
        </p:nvSpPr>
        <p:spPr>
          <a:xfrm>
            <a:off x="7173113" y="1382951"/>
            <a:ext cx="2111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Direction Indicator </a:t>
            </a:r>
            <a:r>
              <a:rPr lang="en-US" sz="1000" dirty="0"/>
              <a:t>At Southeast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113A78E-46CD-4051-E2A9-0E9AD46E25C1}"/>
              </a:ext>
            </a:extLst>
          </p:cNvPr>
          <p:cNvSpPr txBox="1"/>
          <p:nvPr/>
        </p:nvSpPr>
        <p:spPr>
          <a:xfrm>
            <a:off x="9783542" y="1378142"/>
            <a:ext cx="2111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Direction Indicator </a:t>
            </a:r>
            <a:r>
              <a:rPr lang="en-US" sz="1000" dirty="0"/>
              <a:t>At Southwest of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90D352AC-9FFC-00C7-6286-6A8992B5B4F3}"/>
              </a:ext>
            </a:extLst>
          </p:cNvPr>
          <p:cNvGrpSpPr/>
          <p:nvPr/>
        </p:nvGrpSpPr>
        <p:grpSpPr>
          <a:xfrm>
            <a:off x="3898617" y="2285278"/>
            <a:ext cx="2485635" cy="2482754"/>
            <a:chOff x="4212089" y="2171125"/>
            <a:chExt cx="2485635" cy="2482754"/>
          </a:xfrm>
        </p:grpSpPr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0FC80597-3F0D-C032-910A-62738E5BCCF5}"/>
                </a:ext>
              </a:extLst>
            </p:cNvPr>
            <p:cNvGrpSpPr/>
            <p:nvPr/>
          </p:nvGrpSpPr>
          <p:grpSpPr>
            <a:xfrm>
              <a:off x="4212089" y="2171125"/>
              <a:ext cx="2485635" cy="2482754"/>
              <a:chOff x="961181" y="1706417"/>
              <a:chExt cx="4592228" cy="4711612"/>
            </a:xfrm>
          </p:grpSpPr>
          <p:pic>
            <p:nvPicPr>
              <p:cNvPr id="200" name="Picture 199">
                <a:extLst>
                  <a:ext uri="{FF2B5EF4-FFF2-40B4-BE49-F238E27FC236}">
                    <a16:creationId xmlns:a16="http://schemas.microsoft.com/office/drawing/2014/main" id="{230773EB-78D7-15F0-FF30-017CCAD5D54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22761" y="4065521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  <p:grpSp>
            <p:nvGrpSpPr>
              <p:cNvPr id="201" name="Group 200">
                <a:extLst>
                  <a:ext uri="{FF2B5EF4-FFF2-40B4-BE49-F238E27FC236}">
                    <a16:creationId xmlns:a16="http://schemas.microsoft.com/office/drawing/2014/main" id="{AB024454-2D6D-E91A-194B-2CE704D5045A}"/>
                  </a:ext>
                </a:extLst>
              </p:cNvPr>
              <p:cNvGrpSpPr/>
              <p:nvPr/>
            </p:nvGrpSpPr>
            <p:grpSpPr>
              <a:xfrm>
                <a:off x="961181" y="1706417"/>
                <a:ext cx="3864108" cy="3927230"/>
                <a:chOff x="6925181" y="1676256"/>
                <a:chExt cx="3864108" cy="3927230"/>
              </a:xfrm>
            </p:grpSpPr>
            <p:pic>
              <p:nvPicPr>
                <p:cNvPr id="207" name="Picture 206">
                  <a:extLst>
                    <a:ext uri="{FF2B5EF4-FFF2-40B4-BE49-F238E27FC236}">
                      <a16:creationId xmlns:a16="http://schemas.microsoft.com/office/drawing/2014/main" id="{730F3A6D-B0DB-6B8B-8726-ADD8CE93C456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2482227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08" name="Picture 207">
                  <a:extLst>
                    <a:ext uri="{FF2B5EF4-FFF2-40B4-BE49-F238E27FC236}">
                      <a16:creationId xmlns:a16="http://schemas.microsoft.com/office/drawing/2014/main" id="{60C8D0F4-F88A-63FF-BBC0-234FB6CD5D6F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7972" y="4831642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09" name="Picture 208">
                  <a:extLst>
                    <a:ext uri="{FF2B5EF4-FFF2-40B4-BE49-F238E27FC236}">
                      <a16:creationId xmlns:a16="http://schemas.microsoft.com/office/drawing/2014/main" id="{8A81D02D-367B-7DF4-2D92-04F40E50FCC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164" y="3272365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10" name="Picture 209">
                  <a:extLst>
                    <a:ext uri="{FF2B5EF4-FFF2-40B4-BE49-F238E27FC236}">
                      <a16:creationId xmlns:a16="http://schemas.microsoft.com/office/drawing/2014/main" id="{2F0C09DF-77B3-F981-E054-2A1F6D6BEC9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75529" y="1688163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11" name="Picture 210">
                  <a:extLst>
                    <a:ext uri="{FF2B5EF4-FFF2-40B4-BE49-F238E27FC236}">
                      <a16:creationId xmlns:a16="http://schemas.microsoft.com/office/drawing/2014/main" id="{288F5E5A-1D2E-2145-786F-1716B8E3ABDD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1701290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12" name="Picture 211">
                  <a:extLst>
                    <a:ext uri="{FF2B5EF4-FFF2-40B4-BE49-F238E27FC236}">
                      <a16:creationId xmlns:a16="http://schemas.microsoft.com/office/drawing/2014/main" id="{265115EE-9CFC-9010-E174-55178B9AF64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9366" y="3283440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13" name="Picture 212">
                  <a:extLst>
                    <a:ext uri="{FF2B5EF4-FFF2-40B4-BE49-F238E27FC236}">
                      <a16:creationId xmlns:a16="http://schemas.microsoft.com/office/drawing/2014/main" id="{85B1610E-676B-9D82-42C6-3B254066F57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6357" y="4046439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14" name="Picture 213">
                  <a:extLst>
                    <a:ext uri="{FF2B5EF4-FFF2-40B4-BE49-F238E27FC236}">
                      <a16:creationId xmlns:a16="http://schemas.microsoft.com/office/drawing/2014/main" id="{3D29378D-1B17-A5EE-C753-598727D02348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3563" y="169784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15" name="Picture 214">
                  <a:extLst>
                    <a:ext uri="{FF2B5EF4-FFF2-40B4-BE49-F238E27FC236}">
                      <a16:creationId xmlns:a16="http://schemas.microsoft.com/office/drawing/2014/main" id="{E78B294A-6180-C93F-39B3-4E7B29433FF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30164" y="24722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16" name="Picture 215">
                  <a:extLst>
                    <a:ext uri="{FF2B5EF4-FFF2-40B4-BE49-F238E27FC236}">
                      <a16:creationId xmlns:a16="http://schemas.microsoft.com/office/drawing/2014/main" id="{BB57F223-1AA8-9F7B-AFF4-8FC9070883B7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65870" y="327236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17" name="Picture 216">
                  <a:extLst>
                    <a:ext uri="{FF2B5EF4-FFF2-40B4-BE49-F238E27FC236}">
                      <a16:creationId xmlns:a16="http://schemas.microsoft.com/office/drawing/2014/main" id="{B06545EA-EC3C-FD0F-AB0A-7CC3CEC0B2DE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3215" y="1676256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18" name="Picture 217">
                  <a:extLst>
                    <a:ext uri="{FF2B5EF4-FFF2-40B4-BE49-F238E27FC236}">
                      <a16:creationId xmlns:a16="http://schemas.microsoft.com/office/drawing/2014/main" id="{9C669FD9-21A7-D034-B64D-8EB8E35A205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50917" y="4858007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19" name="Picture 218">
                  <a:extLst>
                    <a:ext uri="{FF2B5EF4-FFF2-40B4-BE49-F238E27FC236}">
                      <a16:creationId xmlns:a16="http://schemas.microsoft.com/office/drawing/2014/main" id="{7ACC2B9E-E0D2-49CC-67B4-D1AD9D9A5952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5047" y="2472285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20" name="Picture 219">
                  <a:extLst>
                    <a:ext uri="{FF2B5EF4-FFF2-40B4-BE49-F238E27FC236}">
                      <a16:creationId xmlns:a16="http://schemas.microsoft.com/office/drawing/2014/main" id="{0BFED286-0834-A595-D848-7211A2F3CF8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3215" y="4833601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21" name="Picture 220">
                  <a:extLst>
                    <a:ext uri="{FF2B5EF4-FFF2-40B4-BE49-F238E27FC236}">
                      <a16:creationId xmlns:a16="http://schemas.microsoft.com/office/drawing/2014/main" id="{8F106426-0024-641C-C4BD-DA796CAB9373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48561" y="2483690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22" name="Picture 221">
                  <a:extLst>
                    <a:ext uri="{FF2B5EF4-FFF2-40B4-BE49-F238E27FC236}">
                      <a16:creationId xmlns:a16="http://schemas.microsoft.com/office/drawing/2014/main" id="{1C764F56-EFEA-02B8-9F26-19AE728B7E6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7769" y="3267446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23" name="Picture 222">
                  <a:extLst>
                    <a:ext uri="{FF2B5EF4-FFF2-40B4-BE49-F238E27FC236}">
                      <a16:creationId xmlns:a16="http://schemas.microsoft.com/office/drawing/2014/main" id="{5B25DB5C-B9B4-FB3D-DB09-7213FCE1B63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369" y="4050524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24" name="Picture 223">
                  <a:extLst>
                    <a:ext uri="{FF2B5EF4-FFF2-40B4-BE49-F238E27FC236}">
                      <a16:creationId xmlns:a16="http://schemas.microsoft.com/office/drawing/2014/main" id="{9BF352C8-3D1D-77B3-49E1-940EEDB92639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98785" y="32635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25" name="Picture 224">
                  <a:extLst>
                    <a:ext uri="{FF2B5EF4-FFF2-40B4-BE49-F238E27FC236}">
                      <a16:creationId xmlns:a16="http://schemas.microsoft.com/office/drawing/2014/main" id="{BE6D2952-31EB-52DA-861D-18D680DF3098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487473" y="4838914"/>
                  <a:ext cx="731520" cy="731520"/>
                </a:xfrm>
                <a:prstGeom prst="rect">
                  <a:avLst/>
                </a:prstGeom>
                <a:ln w="381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226" name="Picture 225">
                  <a:extLst>
                    <a:ext uri="{FF2B5EF4-FFF2-40B4-BE49-F238E27FC236}">
                      <a16:creationId xmlns:a16="http://schemas.microsoft.com/office/drawing/2014/main" id="{5131C031-152F-E941-C435-7FCAD48DB1D5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9366" y="4046439"/>
                  <a:ext cx="731520" cy="731520"/>
                </a:xfrm>
                <a:prstGeom prst="rect">
                  <a:avLst/>
                </a:prstGeom>
                <a:effectLst>
                  <a:softEdge rad="0"/>
                </a:effectLst>
              </p:spPr>
            </p:pic>
            <p:pic>
              <p:nvPicPr>
                <p:cNvPr id="227" name="Picture 226">
                  <a:extLst>
                    <a:ext uri="{FF2B5EF4-FFF2-40B4-BE49-F238E27FC236}">
                      <a16:creationId xmlns:a16="http://schemas.microsoft.com/office/drawing/2014/main" id="{BAEF1A84-A545-D6A8-4228-11E19B2552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9426" y="4046439"/>
                  <a:ext cx="734469" cy="731520"/>
                </a:xfrm>
                <a:prstGeom prst="rect">
                  <a:avLst/>
                </a:prstGeom>
              </p:spPr>
            </p:pic>
            <p:pic>
              <p:nvPicPr>
                <p:cNvPr id="228" name="Picture 227">
                  <a:extLst>
                    <a:ext uri="{FF2B5EF4-FFF2-40B4-BE49-F238E27FC236}">
                      <a16:creationId xmlns:a16="http://schemas.microsoft.com/office/drawing/2014/main" id="{A9643D6B-C99A-6CDF-BD12-896ECAC93D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5181" y="1681142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229" name="Picture 228">
                  <a:extLst>
                    <a:ext uri="{FF2B5EF4-FFF2-40B4-BE49-F238E27FC236}">
                      <a16:creationId xmlns:a16="http://schemas.microsoft.com/office/drawing/2014/main" id="{BBA59122-C094-F9D4-36D3-215EAD054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22043" y="2475851"/>
                  <a:ext cx="731520" cy="731520"/>
                </a:xfrm>
                <a:prstGeom prst="rect">
                  <a:avLst/>
                </a:prstGeom>
              </p:spPr>
            </p:pic>
            <p:pic>
              <p:nvPicPr>
                <p:cNvPr id="230" name="Picture 229">
                  <a:extLst>
                    <a:ext uri="{FF2B5EF4-FFF2-40B4-BE49-F238E27FC236}">
                      <a16:creationId xmlns:a16="http://schemas.microsoft.com/office/drawing/2014/main" id="{EF45400A-0A8B-2DDB-4FC1-3C69E6690B0A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54081" y="4871966"/>
                  <a:ext cx="731520" cy="731520"/>
                </a:xfrm>
                <a:prstGeom prst="rect">
                  <a:avLst/>
                </a:prstGeom>
                <a:ln w="38100">
                  <a:solidFill>
                    <a:srgbClr val="FF0000"/>
                  </a:solidFill>
                </a:ln>
                <a:effectLst>
                  <a:softEdge rad="0"/>
                </a:effectLst>
              </p:spPr>
            </p:pic>
          </p:grp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37510C40-2F08-DD85-CC0B-6924A3BA6414}"/>
                  </a:ext>
                </a:extLst>
              </p:cNvPr>
              <p:cNvSpPr txBox="1"/>
              <p:nvPr/>
            </p:nvSpPr>
            <p:spPr>
              <a:xfrm>
                <a:off x="4377466" y="5317177"/>
                <a:ext cx="562975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FF0000"/>
                    </a:highlight>
                  </a:rPr>
                  <a:t>*RP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E6E773A8-B762-ED7E-878A-D2E3C50B9785}"/>
                  </a:ext>
                </a:extLst>
              </p:cNvPr>
              <p:cNvSpPr txBox="1"/>
              <p:nvPr/>
            </p:nvSpPr>
            <p:spPr>
              <a:xfrm>
                <a:off x="1164074" y="2112835"/>
                <a:ext cx="308098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000000"/>
                    </a:highlight>
                  </a:rPr>
                  <a:t>*PW</a:t>
                </a: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3972AB3D-B57A-6EAF-4D6B-E4412C90AB6C}"/>
                  </a:ext>
                </a:extLst>
              </p:cNvPr>
              <p:cNvSpPr/>
              <p:nvPr/>
            </p:nvSpPr>
            <p:spPr>
              <a:xfrm>
                <a:off x="4821889" y="5686509"/>
                <a:ext cx="731520" cy="731520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Out of Grid</a:t>
                </a: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A31DFD09-E19D-AF9A-8628-A1ED5C982BEF}"/>
                  </a:ext>
                </a:extLst>
              </p:cNvPr>
              <p:cNvSpPr txBox="1"/>
              <p:nvPr/>
            </p:nvSpPr>
            <p:spPr>
              <a:xfrm>
                <a:off x="3665741" y="4500520"/>
                <a:ext cx="272832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00FF00"/>
                    </a:highlight>
                  </a:rPr>
                  <a:t>*DI</a:t>
                </a:r>
              </a:p>
            </p:txBody>
          </p:sp>
        </p:grpSp>
        <p:cxnSp>
          <p:nvCxnSpPr>
            <p:cNvPr id="240" name="Connector: Elbow 239">
              <a:extLst>
                <a:ext uri="{FF2B5EF4-FFF2-40B4-BE49-F238E27FC236}">
                  <a16:creationId xmlns:a16="http://schemas.microsoft.com/office/drawing/2014/main" id="{38252373-4A3A-E778-D211-53C26C1BE46B}"/>
                </a:ext>
              </a:extLst>
            </p:cNvPr>
            <p:cNvCxnSpPr>
              <a:stCxn id="204" idx="1"/>
              <a:endCxn id="228" idx="0"/>
            </p:cNvCxnSpPr>
            <p:nvPr/>
          </p:nvCxnSpPr>
          <p:spPr>
            <a:xfrm rot="10800000">
              <a:off x="4410064" y="2173700"/>
              <a:ext cx="1891710" cy="2287444"/>
            </a:xfrm>
            <a:prstGeom prst="bentConnector4">
              <a:avLst>
                <a:gd name="adj1" fmla="val 132264"/>
                <a:gd name="adj2" fmla="val 109994"/>
              </a:avLst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5763378-098B-93FD-E99C-75C88FA3535A}"/>
              </a:ext>
            </a:extLst>
          </p:cNvPr>
          <p:cNvGrpSpPr/>
          <p:nvPr/>
        </p:nvGrpSpPr>
        <p:grpSpPr>
          <a:xfrm>
            <a:off x="9499189" y="1881198"/>
            <a:ext cx="2513897" cy="2494985"/>
            <a:chOff x="965426" y="970276"/>
            <a:chExt cx="4609228" cy="4649412"/>
          </a:xfrm>
        </p:grpSpPr>
        <p:pic>
          <p:nvPicPr>
            <p:cNvPr id="246" name="Picture 245">
              <a:extLst>
                <a:ext uri="{FF2B5EF4-FFF2-40B4-BE49-F238E27FC236}">
                  <a16:creationId xmlns:a16="http://schemas.microsoft.com/office/drawing/2014/main" id="{6CE63E2A-D668-DF4A-A520-FC3F0950AF5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1684" y="4076590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BD112299-CC9D-AADC-D6CC-58D4690CB732}"/>
                </a:ext>
              </a:extLst>
            </p:cNvPr>
            <p:cNvGrpSpPr/>
            <p:nvPr/>
          </p:nvGrpSpPr>
          <p:grpSpPr>
            <a:xfrm>
              <a:off x="965426" y="1689860"/>
              <a:ext cx="3859863" cy="3929828"/>
              <a:chOff x="6929426" y="1659699"/>
              <a:chExt cx="3859863" cy="3929828"/>
            </a:xfrm>
          </p:grpSpPr>
          <p:pic>
            <p:nvPicPr>
              <p:cNvPr id="284" name="Picture 283">
                <a:extLst>
                  <a:ext uri="{FF2B5EF4-FFF2-40B4-BE49-F238E27FC236}">
                    <a16:creationId xmlns:a16="http://schemas.microsoft.com/office/drawing/2014/main" id="{9D35ACFF-C8E5-8508-F026-8AD911732B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85" name="Picture 284">
                <a:extLst>
                  <a:ext uri="{FF2B5EF4-FFF2-40B4-BE49-F238E27FC236}">
                    <a16:creationId xmlns:a16="http://schemas.microsoft.com/office/drawing/2014/main" id="{907848F2-FF86-1DC4-CF72-46926F09768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286" name="Picture 285">
                <a:extLst>
                  <a:ext uri="{FF2B5EF4-FFF2-40B4-BE49-F238E27FC236}">
                    <a16:creationId xmlns:a16="http://schemas.microsoft.com/office/drawing/2014/main" id="{651FFCBE-1191-BA6F-6224-9539B34BE85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287" name="Picture 286">
                <a:extLst>
                  <a:ext uri="{FF2B5EF4-FFF2-40B4-BE49-F238E27FC236}">
                    <a16:creationId xmlns:a16="http://schemas.microsoft.com/office/drawing/2014/main" id="{181F0DA1-9621-20ED-26E5-E5E700776D9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88" name="Picture 287">
                <a:extLst>
                  <a:ext uri="{FF2B5EF4-FFF2-40B4-BE49-F238E27FC236}">
                    <a16:creationId xmlns:a16="http://schemas.microsoft.com/office/drawing/2014/main" id="{3C6F8173-51AA-8796-CB59-E164100FACE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8711" y="165969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89" name="Picture 288">
                <a:extLst>
                  <a:ext uri="{FF2B5EF4-FFF2-40B4-BE49-F238E27FC236}">
                    <a16:creationId xmlns:a16="http://schemas.microsoft.com/office/drawing/2014/main" id="{F9DE2846-DFE6-1975-5187-4BBCE9298DA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21" name="Picture 320">
                <a:extLst>
                  <a:ext uri="{FF2B5EF4-FFF2-40B4-BE49-F238E27FC236}">
                    <a16:creationId xmlns:a16="http://schemas.microsoft.com/office/drawing/2014/main" id="{03A7AA26-31A1-E938-E0F7-D825AA5A07B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22" name="Picture 321">
                <a:extLst>
                  <a:ext uri="{FF2B5EF4-FFF2-40B4-BE49-F238E27FC236}">
                    <a16:creationId xmlns:a16="http://schemas.microsoft.com/office/drawing/2014/main" id="{D737DAEC-7A78-00E6-9D64-09BF973E290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3" name="Picture 322">
                <a:extLst>
                  <a:ext uri="{FF2B5EF4-FFF2-40B4-BE49-F238E27FC236}">
                    <a16:creationId xmlns:a16="http://schemas.microsoft.com/office/drawing/2014/main" id="{E281F684-3818-20C3-849D-95EB0628F88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4" name="Picture 323">
                <a:extLst>
                  <a:ext uri="{FF2B5EF4-FFF2-40B4-BE49-F238E27FC236}">
                    <a16:creationId xmlns:a16="http://schemas.microsoft.com/office/drawing/2014/main" id="{A192B6F9-BACE-629F-2C1D-4FC45E95153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5870" y="327236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5" name="Picture 324">
                <a:extLst>
                  <a:ext uri="{FF2B5EF4-FFF2-40B4-BE49-F238E27FC236}">
                    <a16:creationId xmlns:a16="http://schemas.microsoft.com/office/drawing/2014/main" id="{3ACEDB87-4FEC-37D6-5B2B-5F58B6B8E17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1676256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26" name="Picture 325">
                <a:extLst>
                  <a:ext uri="{FF2B5EF4-FFF2-40B4-BE49-F238E27FC236}">
                    <a16:creationId xmlns:a16="http://schemas.microsoft.com/office/drawing/2014/main" id="{1B149D98-8BA5-B39B-1383-CDA5FCA5DCF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0917" y="485800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7" name="Picture 326">
                <a:extLst>
                  <a:ext uri="{FF2B5EF4-FFF2-40B4-BE49-F238E27FC236}">
                    <a16:creationId xmlns:a16="http://schemas.microsoft.com/office/drawing/2014/main" id="{1D245CA4-CDF6-D8CB-501C-3C0B91AB610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5047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8" name="Picture 327">
                <a:extLst>
                  <a:ext uri="{FF2B5EF4-FFF2-40B4-BE49-F238E27FC236}">
                    <a16:creationId xmlns:a16="http://schemas.microsoft.com/office/drawing/2014/main" id="{5D1804BD-9743-C1F4-6166-40E762BF05D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15" y="4833601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29" name="Picture 328">
                <a:extLst>
                  <a:ext uri="{FF2B5EF4-FFF2-40B4-BE49-F238E27FC236}">
                    <a16:creationId xmlns:a16="http://schemas.microsoft.com/office/drawing/2014/main" id="{A99ABD8B-09F0-EDC4-F739-EF9A3DD4E48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30" name="Picture 329">
                <a:extLst>
                  <a:ext uri="{FF2B5EF4-FFF2-40B4-BE49-F238E27FC236}">
                    <a16:creationId xmlns:a16="http://schemas.microsoft.com/office/drawing/2014/main" id="{806D2919-98AA-BE8D-B96C-52146CDA0E5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31" name="Picture 330">
                <a:extLst>
                  <a:ext uri="{FF2B5EF4-FFF2-40B4-BE49-F238E27FC236}">
                    <a16:creationId xmlns:a16="http://schemas.microsoft.com/office/drawing/2014/main" id="{A77DB5A2-02B5-9EE6-A02C-B44C431DC31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32" name="Picture 331">
                <a:extLst>
                  <a:ext uri="{FF2B5EF4-FFF2-40B4-BE49-F238E27FC236}">
                    <a16:creationId xmlns:a16="http://schemas.microsoft.com/office/drawing/2014/main" id="{9F0B3315-B893-CA20-54E6-E731FEC7B15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33" name="Picture 332">
                <a:extLst>
                  <a:ext uri="{FF2B5EF4-FFF2-40B4-BE49-F238E27FC236}">
                    <a16:creationId xmlns:a16="http://schemas.microsoft.com/office/drawing/2014/main" id="{017D3B78-40D8-9920-6041-FF43DF0B88B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338" name="Picture 337">
                <a:extLst>
                  <a:ext uri="{FF2B5EF4-FFF2-40B4-BE49-F238E27FC236}">
                    <a16:creationId xmlns:a16="http://schemas.microsoft.com/office/drawing/2014/main" id="{DECE8334-9D7F-C615-D838-02833123520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39" name="Picture 338">
                <a:extLst>
                  <a:ext uri="{FF2B5EF4-FFF2-40B4-BE49-F238E27FC236}">
                    <a16:creationId xmlns:a16="http://schemas.microsoft.com/office/drawing/2014/main" id="{AE02D0B0-3E33-7CA3-1DF0-7E2F47B7F0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340" name="Picture 339">
                <a:extLst>
                  <a:ext uri="{FF2B5EF4-FFF2-40B4-BE49-F238E27FC236}">
                    <a16:creationId xmlns:a16="http://schemas.microsoft.com/office/drawing/2014/main" id="{6998B863-52EF-1466-B386-827F95E635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341" name="Picture 340">
                <a:extLst>
                  <a:ext uri="{FF2B5EF4-FFF2-40B4-BE49-F238E27FC236}">
                    <a16:creationId xmlns:a16="http://schemas.microsoft.com/office/drawing/2014/main" id="{4D306C20-8A69-3749-4BA0-FC48EAAFED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342" name="Picture 341">
                <a:extLst>
                  <a:ext uri="{FF2B5EF4-FFF2-40B4-BE49-F238E27FC236}">
                    <a16:creationId xmlns:a16="http://schemas.microsoft.com/office/drawing/2014/main" id="{D62DED83-CD1B-DE4B-B596-6E8C4FE18C2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9364" y="1697843"/>
                <a:ext cx="731520" cy="731520"/>
              </a:xfrm>
              <a:prstGeom prst="rect">
                <a:avLst/>
              </a:prstGeom>
              <a:ln w="38100">
                <a:solidFill>
                  <a:srgbClr val="FF0000"/>
                </a:solidFill>
              </a:ln>
              <a:effectLst>
                <a:softEdge rad="0"/>
              </a:effectLst>
            </p:spPr>
          </p:pic>
        </p:grp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2A78ABF4-9AD3-5A40-FCBC-313C1550FE69}"/>
                </a:ext>
              </a:extLst>
            </p:cNvPr>
            <p:cNvSpPr txBox="1"/>
            <p:nvPr/>
          </p:nvSpPr>
          <p:spPr>
            <a:xfrm>
              <a:off x="4373445" y="2154239"/>
              <a:ext cx="56297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0F72229E-18AB-60FF-5D17-17957C4DF002}"/>
                </a:ext>
              </a:extLst>
            </p:cNvPr>
            <p:cNvSpPr txBox="1"/>
            <p:nvPr/>
          </p:nvSpPr>
          <p:spPr>
            <a:xfrm>
              <a:off x="3638736" y="4525212"/>
              <a:ext cx="27283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1A82E65A-1C9B-FAAE-2B9A-DC98A4026AEE}"/>
                </a:ext>
              </a:extLst>
            </p:cNvPr>
            <p:cNvSpPr txBox="1"/>
            <p:nvPr/>
          </p:nvSpPr>
          <p:spPr>
            <a:xfrm>
              <a:off x="1178689" y="5283236"/>
              <a:ext cx="308098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689DE8E0-5A85-A578-620B-985B3784A2D6}"/>
                </a:ext>
              </a:extLst>
            </p:cNvPr>
            <p:cNvSpPr/>
            <p:nvPr/>
          </p:nvSpPr>
          <p:spPr>
            <a:xfrm>
              <a:off x="4843134" y="970276"/>
              <a:ext cx="731520" cy="73152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Out of Grid</a:t>
              </a:r>
            </a:p>
          </p:txBody>
        </p:sp>
        <p:cxnSp>
          <p:nvCxnSpPr>
            <p:cNvPr id="252" name="Connector: Elbow 251">
              <a:extLst>
                <a:ext uri="{FF2B5EF4-FFF2-40B4-BE49-F238E27FC236}">
                  <a16:creationId xmlns:a16="http://schemas.microsoft.com/office/drawing/2014/main" id="{27F28690-46B2-4FF0-9A65-D18099EC6E88}"/>
                </a:ext>
              </a:extLst>
            </p:cNvPr>
            <p:cNvCxnSpPr>
              <a:cxnSpLocks/>
              <a:stCxn id="251" idx="2"/>
              <a:endCxn id="340" idx="2"/>
            </p:cNvCxnSpPr>
            <p:nvPr/>
          </p:nvCxnSpPr>
          <p:spPr>
            <a:xfrm rot="5400000">
              <a:off x="1320862" y="1714332"/>
              <a:ext cx="3900569" cy="3875496"/>
            </a:xfrm>
            <a:prstGeom prst="bentConnector3">
              <a:avLst>
                <a:gd name="adj1" fmla="val 110921"/>
              </a:avLst>
            </a:prstGeom>
            <a:ln>
              <a:solidFill>
                <a:schemeClr val="tx1"/>
              </a:solidFill>
              <a:prstDash val="lg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A2C512E-5077-B0A5-85CE-F312C401C55D}"/>
              </a:ext>
            </a:extLst>
          </p:cNvPr>
          <p:cNvGrpSpPr/>
          <p:nvPr/>
        </p:nvGrpSpPr>
        <p:grpSpPr>
          <a:xfrm>
            <a:off x="4250713" y="19004"/>
            <a:ext cx="6395270" cy="546289"/>
            <a:chOff x="4247416" y="109504"/>
            <a:chExt cx="6395270" cy="54628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0A8EA3E-7DCF-3347-3167-ED5182BEF69A}"/>
                </a:ext>
              </a:extLst>
            </p:cNvPr>
            <p:cNvGrpSpPr/>
            <p:nvPr/>
          </p:nvGrpSpPr>
          <p:grpSpPr>
            <a:xfrm>
              <a:off x="4247416" y="109504"/>
              <a:ext cx="6395270" cy="401914"/>
              <a:chOff x="3617977" y="80327"/>
              <a:chExt cx="6395270" cy="579223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583844C-56D2-A83C-50DC-3BAD962F046A}"/>
                  </a:ext>
                </a:extLst>
              </p:cNvPr>
              <p:cNvSpPr txBox="1"/>
              <p:nvPr/>
            </p:nvSpPr>
            <p:spPr>
              <a:xfrm>
                <a:off x="3617977" y="195744"/>
                <a:ext cx="308098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000000"/>
                    </a:highlight>
                  </a:rPr>
                  <a:t>*PW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DD5C179-F997-9EDB-FCD0-B42A5223D53E}"/>
                  </a:ext>
                </a:extLst>
              </p:cNvPr>
              <p:cNvSpPr txBox="1"/>
              <p:nvPr/>
            </p:nvSpPr>
            <p:spPr>
              <a:xfrm>
                <a:off x="3624858" y="365021"/>
                <a:ext cx="288862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FF0000"/>
                    </a:highlight>
                  </a:rPr>
                  <a:t>*RP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A7A184A-B338-5FC7-DADA-89213FE51372}"/>
                  </a:ext>
                </a:extLst>
              </p:cNvPr>
              <p:cNvSpPr txBox="1"/>
              <p:nvPr/>
            </p:nvSpPr>
            <p:spPr>
              <a:xfrm>
                <a:off x="3900454" y="80327"/>
                <a:ext cx="6106160" cy="354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Actual Password to Click</a:t>
                </a:r>
                <a:endParaRPr lang="en-US" sz="1000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864240-320B-347A-A8B1-A9C69F97CE89}"/>
                  </a:ext>
                </a:extLst>
              </p:cNvPr>
              <p:cNvSpPr txBox="1"/>
              <p:nvPr/>
            </p:nvSpPr>
            <p:spPr>
              <a:xfrm>
                <a:off x="3907087" y="304706"/>
                <a:ext cx="6106160" cy="354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Registered Password</a:t>
                </a:r>
                <a:endParaRPr lang="en-US" sz="1000" dirty="0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7FA1D5A-B10D-8542-9503-FE5B14690BA2}"/>
                </a:ext>
              </a:extLst>
            </p:cNvPr>
            <p:cNvSpPr txBox="1"/>
            <p:nvPr/>
          </p:nvSpPr>
          <p:spPr>
            <a:xfrm>
              <a:off x="4260378" y="448538"/>
              <a:ext cx="27283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6AD6BF-2D45-A1F7-DDBC-069E71F27E34}"/>
                </a:ext>
              </a:extLst>
            </p:cNvPr>
            <p:cNvSpPr txBox="1"/>
            <p:nvPr/>
          </p:nvSpPr>
          <p:spPr>
            <a:xfrm>
              <a:off x="4536526" y="409572"/>
              <a:ext cx="610616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ln w="0"/>
                  <a:solidFill>
                    <a:srgbClr val="00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Direction Indicator</a:t>
              </a:r>
              <a:endParaRPr lang="en-US" sz="1000" dirty="0">
                <a:solidFill>
                  <a:srgbClr val="00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5748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617F-7A37-865A-E297-3927A079E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C639E1BA-0EC8-1448-58D1-717A67F5AA23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6F7FB7D4-262F-5CB5-1836-6015D2C50580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4149214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 Example 3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1F074A58-1338-65FB-C614-6FA51665CC83}"/>
              </a:ext>
            </a:extLst>
          </p:cNvPr>
          <p:cNvSpPr txBox="1"/>
          <p:nvPr/>
        </p:nvSpPr>
        <p:spPr>
          <a:xfrm>
            <a:off x="5255421" y="1639555"/>
            <a:ext cx="1877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FF00"/>
                </a:solidFill>
              </a:rPr>
              <a:t>Direction Indicator </a:t>
            </a:r>
            <a:r>
              <a:rPr lang="en-US" sz="1000" b="1" dirty="0"/>
              <a:t>is Same As</a:t>
            </a:r>
            <a:r>
              <a:rPr lang="en-US" sz="1000" dirty="0"/>
              <a:t> </a:t>
            </a:r>
            <a:r>
              <a:rPr lang="en-US" sz="1000" b="1" dirty="0">
                <a:solidFill>
                  <a:srgbClr val="FF0000"/>
                </a:solidFill>
              </a:rPr>
              <a:t>Registered Password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EF02C4-D55E-8541-467A-2A7A5B36B5F7}"/>
              </a:ext>
            </a:extLst>
          </p:cNvPr>
          <p:cNvGrpSpPr/>
          <p:nvPr/>
        </p:nvGrpSpPr>
        <p:grpSpPr>
          <a:xfrm>
            <a:off x="4639119" y="2035277"/>
            <a:ext cx="2913762" cy="2900518"/>
            <a:chOff x="856258" y="1709246"/>
            <a:chExt cx="3969031" cy="389311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ECAF21A-C117-E806-765C-9A9166F2D8A6}"/>
                </a:ext>
              </a:extLst>
            </p:cNvPr>
            <p:cNvGrpSpPr/>
            <p:nvPr/>
          </p:nvGrpSpPr>
          <p:grpSpPr>
            <a:xfrm>
              <a:off x="965426" y="1709246"/>
              <a:ext cx="3859863" cy="3893119"/>
              <a:chOff x="6929426" y="1679085"/>
              <a:chExt cx="3859863" cy="3893119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9A14C4C1-DE79-6578-B7C6-6F31ADFFDE3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2482227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539F0B1E-871C-E35B-2BA0-B2CD9653242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29F89AF-287E-84A3-B9EE-3FFBDD26B3B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0363" y="4042843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44796EAE-281F-9B41-5F6F-1840DA4AA09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79D08A21-7297-5981-3F57-2AFFD15B8E7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41261ACA-84FE-BD81-B569-15AE5C2B84B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0638" y="326660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171BA8DD-EFC1-42E8-2715-B94A51C9BF5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3261895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2AB1C49-B93A-3A2B-71D5-7F990CE92C8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1E0345D2-CF4F-1EC8-CA97-4D4AB5AF9A4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B9808773-2071-C819-07FA-3B69D62321E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B851C8D2-1581-C5C6-7CE2-FD783370ABE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045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8644D140-D12A-9219-7DD0-EDA413B8E3A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720" y="483714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E9DE310-503A-1D24-49D9-C92489EDF13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0779" y="168131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AEA774D0-B7BB-82AD-7D1C-37B27E2822A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F8F75A0-E98B-9D91-8DCB-C58CEA2E3FC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3A179913-604B-2C0B-3951-27A40F0AF0B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431A14EF-67C1-7E1C-B8C9-C388AB6737F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4994A7F6-748D-2CBB-495A-60A8B100F24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4717690B-87D1-0CA8-E6AD-B80CCB5FFBE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11D69B94-0BED-C93B-DEFF-A7F2B931A00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798A7E00-6164-F8FD-5B25-7F07EA65ADA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466EB6CC-E07E-F885-3E2B-810E260CA0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00B9C632-CC30-BE95-CDA9-84E6FE2981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5DF48DDE-E9B2-B100-34E8-F7EC3F60AC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EE9FCE2B-DDDB-38D6-249B-AA632E02BCF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0073" y="325666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1E91D9-F694-B229-30E0-721D2B816F9E}"/>
                </a:ext>
              </a:extLst>
            </p:cNvPr>
            <p:cNvSpPr txBox="1"/>
            <p:nvPr/>
          </p:nvSpPr>
          <p:spPr>
            <a:xfrm>
              <a:off x="1240832" y="3714416"/>
              <a:ext cx="393478" cy="2272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FF0000"/>
                  </a:highlight>
                </a:rPr>
                <a:t>*RP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2799670-374F-6F09-3B23-B41B54B2A848}"/>
                </a:ext>
              </a:extLst>
            </p:cNvPr>
            <p:cNvSpPr txBox="1"/>
            <p:nvPr/>
          </p:nvSpPr>
          <p:spPr>
            <a:xfrm>
              <a:off x="856258" y="3714416"/>
              <a:ext cx="371643" cy="2272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8A0F06-E973-69E9-9F37-29851CD3DB5F}"/>
                </a:ext>
              </a:extLst>
            </p:cNvPr>
            <p:cNvSpPr txBox="1"/>
            <p:nvPr/>
          </p:nvSpPr>
          <p:spPr>
            <a:xfrm>
              <a:off x="1175365" y="3243908"/>
              <a:ext cx="419681" cy="2272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0000"/>
                  </a:highlight>
                </a:rPr>
                <a:t>*PW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25E849-3C3E-AD10-EE18-DE97D6279317}"/>
              </a:ext>
            </a:extLst>
          </p:cNvPr>
          <p:cNvGrpSpPr/>
          <p:nvPr/>
        </p:nvGrpSpPr>
        <p:grpSpPr>
          <a:xfrm>
            <a:off x="4250713" y="19004"/>
            <a:ext cx="6395270" cy="546289"/>
            <a:chOff x="4247416" y="109504"/>
            <a:chExt cx="6395270" cy="54628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E58718E-C2D1-C5E0-7B95-D2FCFB255B0A}"/>
                </a:ext>
              </a:extLst>
            </p:cNvPr>
            <p:cNvGrpSpPr/>
            <p:nvPr/>
          </p:nvGrpSpPr>
          <p:grpSpPr>
            <a:xfrm>
              <a:off x="4247416" y="109504"/>
              <a:ext cx="6395270" cy="401914"/>
              <a:chOff x="3617977" y="80327"/>
              <a:chExt cx="6395270" cy="579223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4CA0234-6D47-2ECF-5221-4582BD60A35D}"/>
                  </a:ext>
                </a:extLst>
              </p:cNvPr>
              <p:cNvSpPr txBox="1"/>
              <p:nvPr/>
            </p:nvSpPr>
            <p:spPr>
              <a:xfrm>
                <a:off x="3617977" y="195744"/>
                <a:ext cx="308098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000000"/>
                    </a:highlight>
                  </a:rPr>
                  <a:t>*PW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A2DAB10-7070-2481-EE1E-3F30202C605D}"/>
                  </a:ext>
                </a:extLst>
              </p:cNvPr>
              <p:cNvSpPr txBox="1"/>
              <p:nvPr/>
            </p:nvSpPr>
            <p:spPr>
              <a:xfrm>
                <a:off x="3624858" y="365021"/>
                <a:ext cx="288862" cy="169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500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FF0000"/>
                    </a:highlight>
                  </a:rPr>
                  <a:t>*RP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B3604AE-808E-F325-DB6E-348A5E643139}"/>
                  </a:ext>
                </a:extLst>
              </p:cNvPr>
              <p:cNvSpPr txBox="1"/>
              <p:nvPr/>
            </p:nvSpPr>
            <p:spPr>
              <a:xfrm>
                <a:off x="3900454" y="80327"/>
                <a:ext cx="6106160" cy="354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Actual Password to Click</a:t>
                </a:r>
                <a:endParaRPr lang="en-US" sz="10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96B802A-DEF9-F62D-EF3C-1FC639D22D2B}"/>
                  </a:ext>
                </a:extLst>
              </p:cNvPr>
              <p:cNvSpPr txBox="1"/>
              <p:nvPr/>
            </p:nvSpPr>
            <p:spPr>
              <a:xfrm>
                <a:off x="3907087" y="304706"/>
                <a:ext cx="6106160" cy="3548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Registered Password</a:t>
                </a:r>
                <a:endParaRPr lang="en-US" sz="1000" dirty="0"/>
              </a:p>
            </p:txBody>
          </p: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7DD33EE-C065-65E4-998C-F4ECFE179446}"/>
                </a:ext>
              </a:extLst>
            </p:cNvPr>
            <p:cNvSpPr txBox="1"/>
            <p:nvPr/>
          </p:nvSpPr>
          <p:spPr>
            <a:xfrm>
              <a:off x="4260378" y="448538"/>
              <a:ext cx="27283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FF00"/>
                  </a:highlight>
                </a:rPr>
                <a:t>*DI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5759DD0-9320-9D47-D475-C8228DB2FDCF}"/>
                </a:ext>
              </a:extLst>
            </p:cNvPr>
            <p:cNvSpPr txBox="1"/>
            <p:nvPr/>
          </p:nvSpPr>
          <p:spPr>
            <a:xfrm>
              <a:off x="4536526" y="409572"/>
              <a:ext cx="610616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dirty="0">
                  <a:ln w="0"/>
                  <a:solidFill>
                    <a:srgbClr val="00FF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Direction Indicator</a:t>
              </a:r>
              <a:endParaRPr lang="en-US" sz="1000" dirty="0">
                <a:solidFill>
                  <a:srgbClr val="00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3982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B2CEC-1FB9-1C2D-182C-3311127B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2541A42-E3E5-A804-00FD-7BD74B4B9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3398" y="2186810"/>
            <a:ext cx="6156550" cy="2798145"/>
          </a:xfrm>
        </p:spPr>
        <p:txBody>
          <a:bodyPr>
            <a:noAutofit/>
          </a:bodyPr>
          <a:lstStyle/>
          <a:p>
            <a:r>
              <a:rPr lang="en-US" sz="4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Tutorial 4 – Normal Case Example </a:t>
            </a:r>
          </a:p>
          <a:p>
            <a:endParaRPr lang="en-US" sz="4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Tutorial 4 used method is Tutorial 3 + Mirroring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C466BD3-877F-A559-35A7-EE6C3F76DDA0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965426" y="1709246"/>
            <a:chExt cx="3859863" cy="389311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5EF58C0-B7AF-D2E1-05A4-513D260527BC}"/>
                </a:ext>
              </a:extLst>
            </p:cNvPr>
            <p:cNvGrpSpPr/>
            <p:nvPr/>
          </p:nvGrpSpPr>
          <p:grpSpPr>
            <a:xfrm>
              <a:off x="965426" y="1709246"/>
              <a:ext cx="3859863" cy="3893119"/>
              <a:chOff x="6929426" y="1679085"/>
              <a:chExt cx="3859863" cy="389311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DE92334A-A915-D94D-3A88-7CD8F2CB543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928" y="484068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CE53B09-662C-EB2D-53C0-0B793E06264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09B787AC-F3DD-422E-E4FE-82336B67E35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3ED054D2-2478-F57C-9D6B-7351D3AA0BC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5599775D-0542-4309-16BA-BFF87B348DC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0DB5E94-4039-90A8-5DC6-19FE322EBA3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6D6A1AC-7323-CD59-F1A1-F4A840967EB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4B607F8-5403-2AE5-8702-1E624482D70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29D06B31-EA7F-B6F6-F1EB-848EC6CB105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8398B4F-3008-0C97-C843-B66DD5FB238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E61982-EF80-280B-42DE-391433345D1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720" y="483714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5B5E988B-AF2A-49D6-8506-6E3973780FE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0779" y="168131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FF98E85-B957-CAFD-609C-7A2F2539354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FE61677-A978-C08E-C62E-5F50F2412EC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1A95B163-11D3-5C74-C928-0CFE76DB4CF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4D9A5C3-9935-476E-1718-B92403629FF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AC9BC551-E6DF-2DF5-29A0-A98ABE9A4CA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ECFFBA2-7DC9-EF59-136A-64F411EF459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C9D1B628-5DF9-4932-D665-A573AA34762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FF56D32F-477D-494D-2AE4-00D2A109947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4A0F717C-D522-CBDC-228B-D313273A80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663553F0-3355-16E6-1DBC-174DC3A8A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BEE155B9-17A4-8C16-2AA2-D9FBC673C4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E65E8E0C-2E6E-DF16-147C-ECCF7AAB0E0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928" y="328029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8340E70-C361-19DE-45F8-611DF9204EF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8928" y="2512388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</p:grpSp>
    </p:spTree>
    <p:extLst>
      <p:ext uri="{BB962C8B-B14F-4D97-AF65-F5344CB8AC3E}">
        <p14:creationId xmlns:p14="http://schemas.microsoft.com/office/powerpoint/2010/main" val="1584945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2D514-0A25-ABE6-8FB7-6E78DE504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3DB17B70-A6C6-FE4C-D2C0-A768AA2F234E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54943C9-857F-D81D-3176-8DDA907AD4E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928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03AD9F87-202A-4CAD-E706-01D3B5AAC7C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2BBC29C5-9B79-837A-CDF5-09F8D18E24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60F58801-89D6-F7CC-AE59-A852F0660BE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09340CF5-FA58-11B0-E754-56FF5C2509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B7B08C9C-8815-F290-8480-C40380E1DF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EFD59EFF-29DD-D66B-A222-28786EED55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7315674F-E9FA-24AD-F497-A91918EAB7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95F44D04-4A08-F976-4081-2791F5CA9B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2140EB8E-2A8F-C8E1-A8BD-918AC6B821C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619BDDAC-0996-0CDC-26D6-D824857063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4D63C3F-265C-05EF-5E6C-1D869B55622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3C5024CC-63E3-1600-B453-15950EEA5C0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44B4668C-3425-F534-6F3E-72E59A3D9C3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9B5599C0-348D-5210-1060-49BE140E40A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0AB0CA3A-6987-1680-72E1-BDD6C37778B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108A3F90-38A9-755A-65CD-6B080D94FD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28DFB05A-0A11-A8E8-FFB8-6F85E2D1FEE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EA0F4B23-DDCD-73D4-48FB-ECF67CE00A8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0649A028-D06D-E885-8DC7-A753454CB69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F8811AAE-15FF-3945-31CC-210E2192A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62D84405-B697-F655-B18F-9CFD09639E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F5BDB4F7-2C72-BF38-AE2A-4037140BD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3E775F31-72A7-6B69-EC78-EF859D74DC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928" y="328029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FB7BB9C-9298-0215-8D6B-16036BA5CE2B}"/>
              </a:ext>
            </a:extLst>
          </p:cNvPr>
          <p:cNvSpPr txBox="1"/>
          <p:nvPr/>
        </p:nvSpPr>
        <p:spPr>
          <a:xfrm>
            <a:off x="3575373" y="373670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13E0AC-0347-CA8E-9572-A03BF3CE3BDD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CB36D1A-77F0-842E-B0FC-56B91C239798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North (up)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03179D0-F468-623A-6552-548D873F9F99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4D48F2-8706-23ED-FA86-3958F0C7280B}"/>
              </a:ext>
            </a:extLst>
          </p:cNvPr>
          <p:cNvSpPr txBox="1"/>
          <p:nvPr/>
        </p:nvSpPr>
        <p:spPr>
          <a:xfrm>
            <a:off x="3653647" y="2922886"/>
            <a:ext cx="50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FD23CA3-0231-5A1F-C453-311F602A5F71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73560F7-FC30-BC55-BF81-B0489FB70958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F2DF2C3A-5E41-A3D7-0976-3ECD831E95A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68A74884-A859-913B-0C2D-13A95A16B49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83F1698-F943-57C6-BE9E-4ECB128EA7FD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CFDB2AB-2D37-3BCB-2F22-DE66C1384901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F9F8EA57-3BD8-F6DD-93EE-58ACE62A069D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928" y="251238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F196D7-7336-C88B-01DA-EB2EBD902D46}"/>
              </a:ext>
            </a:extLst>
          </p:cNvPr>
          <p:cNvSpPr txBox="1"/>
          <p:nvPr/>
        </p:nvSpPr>
        <p:spPr>
          <a:xfrm>
            <a:off x="3641449" y="295686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</p:spTree>
    <p:extLst>
      <p:ext uri="{BB962C8B-B14F-4D97-AF65-F5344CB8AC3E}">
        <p14:creationId xmlns:p14="http://schemas.microsoft.com/office/powerpoint/2010/main" val="4270144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AA7CA-1790-72DC-4029-51CCF9806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B71C66B2-D126-C1AA-CCFA-D71D8B0B21F7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0BAC077-B33D-5A47-DA54-762CAA2A9EC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928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0F76E88-8436-E9BE-B093-3CD8E667700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BBBADDD6-C052-04E5-58DB-EF5CF78D656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B5C1DED4-3301-B7D9-7612-9CCBE42EBC9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9CFFE21E-7A5F-E31F-B073-D023301F89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DE629BDB-7B73-B8F8-1D57-CC84CF39E57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DA559541-1E5B-BBF4-BCD2-038DD78EE5B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7AE18DCF-4AC1-2C19-2E64-929C9EDA718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52D2C4F3-2C7E-F19E-68DC-E71D910182E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120E5D9F-403E-E2D9-3953-5BEE6772624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5ABC5F83-41B0-0C11-66B4-96C94C8AE86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AC1A8133-4CDD-E326-9A2A-E097243F868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7F9DA330-7BB4-3ECB-1AFE-8B5863A376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1FE66ABF-ADCF-F165-5C9D-1D45AFF1DE7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CE72BAB2-5D8F-CE37-B2FF-76BBB6D7857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BFB7B01C-2465-91A1-6C6E-CC1C5D37069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DCE733DC-F227-D6A9-06B8-D5DE156007B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7912EEC3-F6B1-2D8D-1B21-0AA385BE81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4D9D05E8-20A6-FF65-17E6-3C4070A3AA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D00A186F-FAEF-A76E-BEF8-8C9E0E22FBE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0F36F2B8-231A-FB36-3083-6115D1D8D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EDD0995F-EF75-5A82-A379-E15F641A6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7F238C97-1610-CAB7-70D3-8FE6C5B83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D6AA3A0A-BDC5-1A77-62B0-EED891BC9B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928" y="328029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858BBD5-1067-50BB-91B4-D9F13BE4B39A}"/>
              </a:ext>
            </a:extLst>
          </p:cNvPr>
          <p:cNvSpPr txBox="1"/>
          <p:nvPr/>
        </p:nvSpPr>
        <p:spPr>
          <a:xfrm>
            <a:off x="3575373" y="373670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2BF3B3D-D90C-796E-0C4A-87D81EEE64A3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55CE2E4-F4B0-593F-1BC2-3F1E43F8A03F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North (up)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North (up), which is South (bottom)]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DC296F3-9981-F3D0-3CD1-1EF6578D2DB4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5348C5-F8AF-FBEA-E896-CD374D2D4F0B}"/>
              </a:ext>
            </a:extLst>
          </p:cNvPr>
          <p:cNvSpPr txBox="1"/>
          <p:nvPr/>
        </p:nvSpPr>
        <p:spPr>
          <a:xfrm>
            <a:off x="3653647" y="2922886"/>
            <a:ext cx="50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7254F87-DEAB-9C38-C0C5-7EA0BD1618CD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A9FEDF7-F8C7-F4D4-976B-0FB5A6907F2A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81EB2B6-9B83-DAC4-23B8-435A1D852C8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267D88F6-E708-C52B-3D4F-786F76CCF8B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5A8FD21-91FE-52CC-27A8-511F34992ABC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C82403F-20FC-6F8A-D7E1-40ACE2748B63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6F2FAEC2-CFC2-604B-9F5E-C95E9455296B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928" y="251238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6A742C-09B4-2CDB-054C-88B869BF951B}"/>
              </a:ext>
            </a:extLst>
          </p:cNvPr>
          <p:cNvSpPr txBox="1"/>
          <p:nvPr/>
        </p:nvSpPr>
        <p:spPr>
          <a:xfrm>
            <a:off x="3531642" y="2487002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3F6698-88D2-5963-6A93-FAC8E2B1B394}"/>
              </a:ext>
            </a:extLst>
          </p:cNvPr>
          <p:cNvSpPr txBox="1"/>
          <p:nvPr/>
        </p:nvSpPr>
        <p:spPr>
          <a:xfrm>
            <a:off x="3641449" y="295686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7C4D673-7A81-B005-79CC-F7F731F218E4}"/>
              </a:ext>
            </a:extLst>
          </p:cNvPr>
          <p:cNvCxnSpPr>
            <a:cxnSpLocks/>
            <a:stCxn id="88" idx="1"/>
            <a:endCxn id="83" idx="3"/>
          </p:cNvCxnSpPr>
          <p:nvPr/>
        </p:nvCxnSpPr>
        <p:spPr>
          <a:xfrm rot="10800000" flipV="1">
            <a:off x="4028075" y="2880288"/>
            <a:ext cx="65694" cy="1562071"/>
          </a:xfrm>
          <a:prstGeom prst="bentConnector3">
            <a:avLst>
              <a:gd name="adj1" fmla="val -1573893"/>
            </a:avLst>
          </a:prstGeom>
          <a:ln w="19050"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CCAE0CE-B87A-ABBF-6F80-2EC025947091}"/>
              </a:ext>
            </a:extLst>
          </p:cNvPr>
          <p:cNvSpPr txBox="1"/>
          <p:nvPr/>
        </p:nvSpPr>
        <p:spPr>
          <a:xfrm rot="5400000">
            <a:off x="4133955" y="3618024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Mirrored of North of *RP</a:t>
            </a:r>
          </a:p>
        </p:txBody>
      </p:sp>
    </p:spTree>
    <p:extLst>
      <p:ext uri="{BB962C8B-B14F-4D97-AF65-F5344CB8AC3E}">
        <p14:creationId xmlns:p14="http://schemas.microsoft.com/office/powerpoint/2010/main" val="2601111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E1795-D802-8667-41B9-61838E28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9425BE4B-2013-9118-205C-1394BDBA84EE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43E06A58-F09B-A89B-3BFF-F4C2BB4DDE6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928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EE39A4F-39AF-8BD1-376F-098D07283DC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4BE80159-79FA-CBFF-F9CA-07B4646362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25128A74-089E-EFAC-36AA-72C2CCB8EC4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0E40CB82-66DC-870B-7C18-86153431D1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2BB3546-6EA0-9BCA-9E6B-17AA1CF9303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22BBA24-84DB-E009-90FD-9F2D22D0C0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1E70EC2C-3CAB-DD21-088E-F8F8BD905BB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FAFEB1DD-B904-9B8D-1AC6-DF3D73DBDCA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9DBF810-1DAF-E607-8F02-ECEB505568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0D98FD1D-AC12-09FB-DAED-024F64AD28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E99ACF37-869F-0C7E-D0B6-DB154119519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4ED689E1-3FE9-B68B-65EE-87297B0234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77809097-8926-D078-75AA-580169BB07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80D120D-ADA2-81B1-E53B-0FF3237186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B5963951-A481-5214-C9DE-3CEF419FDA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B5044B91-7497-FBA1-E0A4-86AB8A40497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8B7BABF5-9722-0E4F-41D1-E888C7C3A7D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0C9FA735-6E16-4189-A98B-599FDB75D2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2E890CA7-AA48-7F7D-9ACC-70D3DDE847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43D4A973-A330-9F17-05C4-659F68C32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91BC1046-5374-5EDD-268F-598C6AECD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76C88211-18A0-76C8-E98C-C936EF4DA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569DA413-DAAD-6577-7894-53BB639F3EF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928" y="328029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F41EE4A-16AC-38D5-9CC5-EE5E5369044F}"/>
              </a:ext>
            </a:extLst>
          </p:cNvPr>
          <p:cNvSpPr txBox="1"/>
          <p:nvPr/>
        </p:nvSpPr>
        <p:spPr>
          <a:xfrm>
            <a:off x="3575373" y="373670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D586701-E0FE-AADA-D3B8-92D93E819523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006DD26-B68F-2D9E-FBE2-53635FE532B8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3. </a:t>
            </a:r>
            <a:r>
              <a:rPr lang="en-US" dirty="0"/>
              <a:t>So,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2DFE363-5359-E9B8-72E6-E742526D73B7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BD2E3F-BA87-F5AC-9830-30AD992C2C7E}"/>
              </a:ext>
            </a:extLst>
          </p:cNvPr>
          <p:cNvSpPr txBox="1"/>
          <p:nvPr/>
        </p:nvSpPr>
        <p:spPr>
          <a:xfrm>
            <a:off x="3653647" y="2922886"/>
            <a:ext cx="50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C976AEB-817D-8D76-618B-C5C8A1EEB70B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D728FAB-AD1E-7F4F-412E-338CB4E24914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D44E0B45-3DDD-E4DC-4D4B-26A3D120EF1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76179316-56D5-4863-5CAE-12F6109828B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464CB70-400E-F2CD-2695-4D947823F401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2FB4797-0548-F1CF-196E-C32CE22B36EF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625EC09B-873D-D098-911A-D69977192649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928" y="251238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85007E-2F3E-781F-23D3-79CD47349177}"/>
              </a:ext>
            </a:extLst>
          </p:cNvPr>
          <p:cNvSpPr txBox="1"/>
          <p:nvPr/>
        </p:nvSpPr>
        <p:spPr>
          <a:xfrm>
            <a:off x="3508747" y="4509135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66159D-FC40-A58A-3D31-C2478713C7B1}"/>
              </a:ext>
            </a:extLst>
          </p:cNvPr>
          <p:cNvSpPr txBox="1"/>
          <p:nvPr/>
        </p:nvSpPr>
        <p:spPr>
          <a:xfrm>
            <a:off x="3641449" y="295686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A3C7EEC-B7D7-AF6D-4601-0BB0259DE0C9}"/>
              </a:ext>
            </a:extLst>
          </p:cNvPr>
          <p:cNvCxnSpPr>
            <a:cxnSpLocks/>
            <a:stCxn id="88" idx="1"/>
            <a:endCxn id="83" idx="3"/>
          </p:cNvCxnSpPr>
          <p:nvPr/>
        </p:nvCxnSpPr>
        <p:spPr>
          <a:xfrm rot="10800000" flipV="1">
            <a:off x="4028075" y="2880288"/>
            <a:ext cx="65694" cy="1562071"/>
          </a:xfrm>
          <a:prstGeom prst="bentConnector3">
            <a:avLst>
              <a:gd name="adj1" fmla="val -1573893"/>
            </a:avLst>
          </a:prstGeom>
          <a:ln w="19050"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AC18E29-FAE6-BFA6-E766-B488C0A3C15E}"/>
              </a:ext>
            </a:extLst>
          </p:cNvPr>
          <p:cNvPicPr preferRelativeResize="0"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225" y="2410013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2BD7F2-27DB-3F3E-82B8-BFF1CB820350}"/>
              </a:ext>
            </a:extLst>
          </p:cNvPr>
          <p:cNvSpPr txBox="1"/>
          <p:nvPr/>
        </p:nvSpPr>
        <p:spPr>
          <a:xfrm rot="5400000">
            <a:off x="4133955" y="3618024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Mirrored of North of *RP</a:t>
            </a:r>
          </a:p>
        </p:txBody>
      </p:sp>
    </p:spTree>
    <p:extLst>
      <p:ext uri="{BB962C8B-B14F-4D97-AF65-F5344CB8AC3E}">
        <p14:creationId xmlns:p14="http://schemas.microsoft.com/office/powerpoint/2010/main" val="85963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0D8CF-99CE-CD36-8F35-0401F713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90AEF55A-BC5A-49EB-DF19-E7BF9B697C9F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6376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E780AE8A-5C6F-606B-1458-03A57D04BF12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7312BBFA-86A8-AC7C-35B9-7CCAD9C287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10E0A7D8-B68F-6C75-90E9-CBB78343DEE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76E734ED-F207-36FA-1E69-8A451D4124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6968FF40-5601-83FA-2C2B-F6FCEB129A9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6D164D48-4990-6B17-9DC7-547F47CE26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C6A47BC-B3F5-746A-A617-A5141C20AA1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981A6761-1194-7A5F-1D09-9D110D75D7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D03F17B-C514-16CC-C028-4310FEC622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2B71A32A-E817-8359-8280-940ABA7B90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68F5ED09-A046-D981-3BC0-8BC8913A99F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F1ADDFA-0328-2A68-0E21-1281FB08948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030AF57E-7FBB-1708-0EE5-C0AC2C02B98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CAF58157-9385-4991-4027-65D1B9CD8BA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A3A8DE97-6FA7-9D8A-A46B-CA9C5018F04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852ADD66-2959-4F84-5829-44D0CCB7B8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39263009-90D9-EE51-0F7F-0840D1227A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43A4C266-C88A-60CA-6C55-F09BA3A5887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CCB47F95-56AC-69E3-A061-724BE243CD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C8FDC4D1-61DB-D7A9-0F30-4F272ECA1D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3620610F-D0DC-1691-15BC-FE2D24B064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0E584CE1-4238-BAA6-348B-C93DC20B8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2FD666C2-EA92-B323-3233-0E4432BF5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25C89C6D-69C7-5459-884F-C760D3802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5159D4A9-2DC7-8BD5-0ABF-547B6A6F8BB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928" y="328029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DAABD5C-EF9A-E6D3-1CC9-1F90BC9B3970}"/>
              </a:ext>
            </a:extLst>
          </p:cNvPr>
          <p:cNvSpPr txBox="1"/>
          <p:nvPr/>
        </p:nvSpPr>
        <p:spPr>
          <a:xfrm>
            <a:off x="3575373" y="373670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8C4627C-8472-40F3-7771-FB83F55DA6AE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FF5CA86-35AE-1030-7800-E213B3522814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South (bottom)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C7A53F7-5446-2F8D-A7FE-050E9EBB3484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06C82C-DD8D-BE21-AF5D-197698A3F8F1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EF10CBA-5E0C-BBA8-4316-98E35D13AE44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96D8248-87D6-BE42-3804-81D09B259A08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A2EB12E2-8D02-F10B-BE47-B3A93758D74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0A0F8E82-5BA1-FB40-036B-57B38E86AB1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49A1435-EBE0-095F-2D47-1C07FD428E72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D9323B6-7A21-5CEA-52B1-D2FD04DFC692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9620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4A0E4-9200-EA19-8473-818E82EE1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992811ED-D131-60F6-A82A-89533A30DCBB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7464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651BF8E3-563E-378E-F1CE-B88E23D61757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0E410166-2ACA-95FC-CEBE-8431C9F4E7C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29C2D55D-5730-1CFB-9EB5-119221374EF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28FC6556-4AEE-6F17-29BB-0B4BC00755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189C1DD4-2062-5933-452E-8A1B64590EE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3FBFCBD0-CDE0-31C1-CBFC-39C56707EF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104E9C5F-E13A-79E6-1A31-BCA229D5213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EED2B37-2BFD-AF48-2187-9BE3B5D91F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F22CD5D9-7D1F-6FD4-7808-D742A0F3982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124EFEDC-B2B7-9C17-37E3-450FB3EF20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B1D938D-7BA8-6D9A-884B-49CDC29169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55F5C419-4F77-64FA-77EC-2514DB656F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C9B8E98-A2C7-628B-245A-FC2001C4F59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1D12D03B-0A54-9C02-927D-46EFB42F80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2DC6BDE5-CF04-AFF2-2E3C-9A47A8330D4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57FF9B30-70C9-E01F-B632-FA5E8764D7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3B6C24DA-6323-A96B-35B8-3C3C61D1315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0DF18099-9242-884F-B77B-5C4775B97A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7C24B45A-777B-A03B-7D65-7029F8E7B75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9CC9A35D-6981-EE68-F238-30EED332C27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6C8A883B-CDE5-1940-133C-58C895EE10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19F74684-A3BC-9D64-F1DF-11768D50C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DDDEDF01-6A2A-E749-04A2-CE6CFA517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A7DF81CF-55DC-599E-916D-E37BF50D9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4F8B6C2-F994-405F-2C45-C5D318612B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928" y="328029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255CD73-8E09-4001-C0B7-02E01B3AA37D}"/>
              </a:ext>
            </a:extLst>
          </p:cNvPr>
          <p:cNvSpPr txBox="1"/>
          <p:nvPr/>
        </p:nvSpPr>
        <p:spPr>
          <a:xfrm>
            <a:off x="3575373" y="373670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EEFA09-5BEC-C253-6430-5EECEC8B3E7E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F48C49-58A6-355D-DD05-2E4DED99D515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South (bottom)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South (bottom), which is North (up)]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021D215-2813-B107-2F5D-F85919CBFEE6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915BBF-5E98-6376-046F-23E0F99FA1F7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EA56E37-B333-AC79-0B79-B88FDCCC88A5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DDC9869-14CB-3BF8-95E0-920FA02731CD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CDC275DF-ABB2-45B6-EF08-CAB25E30761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9591A211-625D-5CB9-2B04-360B3F3581F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3EA7817-5551-7B92-5FCD-AB4A3561A099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EA9531D-46D1-F406-EA41-5341B88547A8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A57C0B7-B37B-2873-A534-914A7E93C3DE}"/>
              </a:ext>
            </a:extLst>
          </p:cNvPr>
          <p:cNvSpPr txBox="1"/>
          <p:nvPr/>
        </p:nvSpPr>
        <p:spPr>
          <a:xfrm>
            <a:off x="3492724" y="4491182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5BFCA17E-1567-4151-4042-D508E1332B9F}"/>
              </a:ext>
            </a:extLst>
          </p:cNvPr>
          <p:cNvCxnSpPr>
            <a:cxnSpLocks/>
          </p:cNvCxnSpPr>
          <p:nvPr/>
        </p:nvCxnSpPr>
        <p:spPr>
          <a:xfrm flipH="1" flipV="1">
            <a:off x="4021083" y="2878148"/>
            <a:ext cx="6992" cy="1564212"/>
          </a:xfrm>
          <a:prstGeom prst="bentConnector3">
            <a:avLst>
              <a:gd name="adj1" fmla="val -15563787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3D6A993-7CBA-5F43-B182-8590E9A1957D}"/>
              </a:ext>
            </a:extLst>
          </p:cNvPr>
          <p:cNvSpPr txBox="1"/>
          <p:nvPr/>
        </p:nvSpPr>
        <p:spPr>
          <a:xfrm rot="5400000">
            <a:off x="4153456" y="3589133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Mirrored of South of *RP</a:t>
            </a:r>
          </a:p>
        </p:txBody>
      </p:sp>
    </p:spTree>
    <p:extLst>
      <p:ext uri="{BB962C8B-B14F-4D97-AF65-F5344CB8AC3E}">
        <p14:creationId xmlns:p14="http://schemas.microsoft.com/office/powerpoint/2010/main" val="2197631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83CD-CDF2-6371-6988-A892820F2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76C4028E-D1B9-85A8-0521-903A0058BEC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7464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5D8BAAFD-9F77-63F7-1336-B931BEDD1609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18ED8355-C5EC-D4F2-39B3-31B9B3EE54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EBFA4F1-D963-AE22-ACAC-68724DB629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CD4F77E5-31A3-EB6A-81A7-53E980FC02F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135E60F1-2E54-A3E2-F19E-12936391D7D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BE4F873-E931-1F65-1AC5-74FF13A95CD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AF3C52A6-F04C-1412-D9B4-2F361011378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17F6F0C-3213-0D02-0B2F-80C5C15F56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422CD8D-91CB-E982-F9BC-AB6A28C945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8067D907-63C4-34D0-86D8-E07392FDB6D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611FA8C9-AADC-BC99-B3D4-8D65003D8EA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86F92C6-2B81-953A-DFE5-A0AAC61CA72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4660C0B0-62E7-AE6C-23DE-B2BED8BF28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BD55FCF6-EDF0-CF23-955B-B02C58C6FA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BBCBF34-9592-BDC1-C36F-CE69582BEA6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41009BA6-691F-ED61-92EF-2F343B070A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E775BD79-64C6-C527-DD3D-4C8E17096B8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7E9ADFE8-8FD2-7D13-E947-4E0FD243BE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BA82DAAD-5850-0405-1814-AD00937CDC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2F749BA5-6AC9-5D00-8F09-699A38C6EE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3B594CB-0B30-9BA0-826A-C167BBD7511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5865B166-0B64-32B5-79FB-20845D7D6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A5352CB1-5489-378B-F22E-A9DF67CD4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9119047E-1EA2-4D44-4CF5-15D19D210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F70745F5-481C-E229-3B3C-F4913DF47D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928" y="328029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74A1706-9935-BEA3-915F-CEC653CEABE8}"/>
              </a:ext>
            </a:extLst>
          </p:cNvPr>
          <p:cNvSpPr txBox="1"/>
          <p:nvPr/>
        </p:nvSpPr>
        <p:spPr>
          <a:xfrm>
            <a:off x="3575373" y="373670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D2C7D63-1E71-9480-2396-CFE719292FEE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8B0A81-E506-4A83-0B00-251DFFDA9962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3. </a:t>
            </a:r>
            <a:r>
              <a:rPr lang="en-US" dirty="0"/>
              <a:t>So,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5DFCD32-7A72-B195-E8A0-B617CCE4A4C3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99B8B3-AED8-762E-B7AD-F796FEE79F24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8EFE2B-7278-B876-664E-BF44A9425CE4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D2FDC51-5333-97AF-86EA-6950E23F9418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47F71176-110A-73DE-5CD0-8D5C62243FE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D0742E3-5112-4BC3-8494-18999DAB629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45CE542-D4BF-2F4A-6B90-6C0FC4F19674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580E6F5-F436-0964-F88A-587A44D0F830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4525E2F-7043-575C-FA06-A62929CD91CB}"/>
              </a:ext>
            </a:extLst>
          </p:cNvPr>
          <p:cNvSpPr txBox="1"/>
          <p:nvPr/>
        </p:nvSpPr>
        <p:spPr>
          <a:xfrm>
            <a:off x="3501561" y="2916130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328C18-E98B-412C-5F60-E1F79240C261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374" y="2366627"/>
            <a:ext cx="731520" cy="731520"/>
          </a:xfrm>
          <a:prstGeom prst="rect">
            <a:avLst/>
          </a:prstGeom>
          <a:effectLst>
            <a:softEdge rad="0"/>
          </a:effectLst>
        </p:spPr>
      </p:pic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EAAF500B-3D62-7485-E868-547EDDEC270C}"/>
              </a:ext>
            </a:extLst>
          </p:cNvPr>
          <p:cNvCxnSpPr>
            <a:cxnSpLocks/>
          </p:cNvCxnSpPr>
          <p:nvPr/>
        </p:nvCxnSpPr>
        <p:spPr>
          <a:xfrm flipH="1" flipV="1">
            <a:off x="4021083" y="2878148"/>
            <a:ext cx="6992" cy="1564212"/>
          </a:xfrm>
          <a:prstGeom prst="bentConnector3">
            <a:avLst>
              <a:gd name="adj1" fmla="val -15563787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BB27D5-FDEE-81C5-A6AF-076DB31ECD8C}"/>
              </a:ext>
            </a:extLst>
          </p:cNvPr>
          <p:cNvSpPr txBox="1"/>
          <p:nvPr/>
        </p:nvSpPr>
        <p:spPr>
          <a:xfrm rot="5400000">
            <a:off x="4153456" y="3589133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Mirrored of South of *RP</a:t>
            </a:r>
          </a:p>
        </p:txBody>
      </p:sp>
    </p:spTree>
    <p:extLst>
      <p:ext uri="{BB962C8B-B14F-4D97-AF65-F5344CB8AC3E}">
        <p14:creationId xmlns:p14="http://schemas.microsoft.com/office/powerpoint/2010/main" val="98020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DEB03-A0EF-6309-AAF8-7746D3531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80A2CC4E-8BFB-9C61-5554-1EA0A6BF171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6376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57151F86-D8D8-C36B-2ADB-E2634A354EC0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8A6E2FDC-DE1E-9C69-A063-705FE083A9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F16109C-B71E-42EB-F969-2830F86347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F9F9981C-110C-8419-794A-93AF4FB2B0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EF25A25C-DDC3-C517-5C40-CCB77A5F0D1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17F8458-D08A-0E4D-2758-14B17AAE3DC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B686769D-6DB1-D8DB-C359-AD0B1247A9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03E1906A-32FF-CE96-1579-0ECFA35364E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01902B56-921D-FC52-5AC9-21C58EB5DA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3F60748E-B050-8C07-88B5-44860420A04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BF9E7F8E-0562-ECE3-57D4-7642744E59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0BB68B38-A34D-4CA9-E488-D06395D2303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DAEB424-93FD-E35D-0F35-D91CE35091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09683912-59FC-54C9-566B-1E9D718CE4B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8A436608-DA13-2FD6-E156-904540143F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C8A20B96-0BFD-B3F8-32E7-E818A71806C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C265FA0E-1E0A-0928-6D59-D7892ACEDC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2C230984-26AC-F618-9762-43E0D7A8191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0F9A7659-141E-525F-F1A0-E0904CCF99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45C246BD-3893-4569-E6D5-8D98D6E1FA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85F52DAE-A195-DEAF-A41F-7E86E4DE59B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D8790B03-06C5-2D1F-C656-45CDE0CFE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7D096E5A-FAA3-73D2-F9F7-C6977E873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23A229DD-A861-1DF2-9D6F-F71EC1690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8FD6DA72-85EF-0379-10A5-89931D6433C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4806" y="484068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9C06DB6-7F78-ACB2-DAD5-4D70553B5294}"/>
              </a:ext>
            </a:extLst>
          </p:cNvPr>
          <p:cNvSpPr txBox="1"/>
          <p:nvPr/>
        </p:nvSpPr>
        <p:spPr>
          <a:xfrm>
            <a:off x="2060735" y="529832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B7E487E-075F-C753-2B44-A8411052A8F2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A2D891D-868C-0C70-6411-7FFFCC3F5999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East (right)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F5C0E280-CB05-C3DE-488F-A60B1DF2AA17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2F7BA4-EAEB-3E5C-9984-25450525C63D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5A612BA-442D-E0EE-E119-45958409592E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C373779-9098-28B1-EE4F-8DE632BD0DCE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439E6BC0-48C6-7BAE-AF2B-7BAC8DCF354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B0B2F125-86C8-3A87-2A72-20CCA3AB08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F2CD577-005C-AD68-E449-9FE9D6F67A6C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FA60E8E-1F28-B105-FA16-683FF8362EE7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0715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CE3B5-DB82-CECF-7292-3C0017E5C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0A16C49A-C255-1521-1A99-80201C713C5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6376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2385E94A-F55A-61D9-E44E-CA9968D31E4D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5715B244-3C6D-1F47-88E1-434F38AA61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9C64D2E9-2DF7-E3FC-786C-A8771652F2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F8966A80-DB09-F677-9E4C-C15305D399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7D343347-5CFC-BB44-7808-0D8C9718509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3C2FA47B-0698-B822-C0F1-F53A8EC812B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F15E3295-CADF-76B7-2B52-503BA52E50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013CB8F-93A0-5291-F509-A1C141AC25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BCBBD84D-6969-CA6D-F224-88BCDF5433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046F1DFF-E278-7E21-E87E-5A6D3CE400B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1176C328-D02C-28D2-9D0D-848ADE402E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DE97CDAE-E52E-4CB5-2B82-5B6AE916679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1368892-691F-D42D-6B89-2B2FE093A3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E06E7441-113F-9667-32C2-AAD7EC774A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6F57BDE2-A0B8-75C7-A096-09B6E4C53D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A1632078-B394-1A87-3EF4-68D8608F4C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5D4F5A15-F776-E388-F973-E1E4B558AF5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4B5FF1E1-2903-BD16-DDD7-C151FCB8041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F89F0FF8-FF9F-B2EB-29BE-DE19FDDA511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EB637486-8A98-D8CF-40F9-0938B4F502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9EE4C56F-09D3-CF02-6657-0B7E63B33B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CB2947F0-E340-F7CC-0592-CE33A287D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06CAE4ED-A789-D9BC-B877-E494F9125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65C600A5-9003-38D5-A6B3-767ED0170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F17AF87-5615-A43B-3953-F21465B167F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4806" y="484068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0E3FD52-5959-7529-D3BE-5402A668D8F0}"/>
              </a:ext>
            </a:extLst>
          </p:cNvPr>
          <p:cNvSpPr txBox="1"/>
          <p:nvPr/>
        </p:nvSpPr>
        <p:spPr>
          <a:xfrm>
            <a:off x="2060735" y="529832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90BF230-3CAB-928D-4E30-2D518BDE1BA7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D0D0AFC-1BC9-681B-6137-DD12272D2ABB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East (right)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East (right), which is West (left)]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5AA00B0-756B-D11A-3F89-36453DBD194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B8401E-2015-5CD3-F9AB-7CEE6D3DECE5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43D18AE-45CA-D934-02A6-78995FD3B91D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B37D2F0-F2AF-4BA8-E28D-2D523AC02EB1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745510F2-D5C0-DA6C-6DF5-64CCEC8D650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5E825529-0AD2-9FD8-BB22-E81CEA51CC4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29459F3-4D3C-FCB7-A4BB-269171C12182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FFA7DD5-C9E1-F4B5-131E-2316FEE48205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930FB6B-C2DC-E068-DBB2-66AF516B1228}"/>
              </a:ext>
            </a:extLst>
          </p:cNvPr>
          <p:cNvSpPr txBox="1"/>
          <p:nvPr/>
        </p:nvSpPr>
        <p:spPr>
          <a:xfrm>
            <a:off x="2708935" y="5291862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313BB330-71DF-7966-C41C-8FD786AD3672}"/>
              </a:ext>
            </a:extLst>
          </p:cNvPr>
          <p:cNvCxnSpPr>
            <a:cxnSpLocks/>
            <a:stCxn id="92" idx="2"/>
            <a:endCxn id="95" idx="2"/>
          </p:cNvCxnSpPr>
          <p:nvPr/>
        </p:nvCxnSpPr>
        <p:spPr>
          <a:xfrm rot="5400000">
            <a:off x="2110431" y="4823563"/>
            <a:ext cx="1770" cy="1555835"/>
          </a:xfrm>
          <a:prstGeom prst="bentConnector3">
            <a:avLst>
              <a:gd name="adj1" fmla="val 13015254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2C71CC8-AE54-1BF4-E33E-F8212918D113}"/>
              </a:ext>
            </a:extLst>
          </p:cNvPr>
          <p:cNvSpPr txBox="1"/>
          <p:nvPr/>
        </p:nvSpPr>
        <p:spPr>
          <a:xfrm>
            <a:off x="1152124" y="5864180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Mirrored of East of *RP</a:t>
            </a:r>
          </a:p>
        </p:txBody>
      </p:sp>
    </p:spTree>
    <p:extLst>
      <p:ext uri="{BB962C8B-B14F-4D97-AF65-F5344CB8AC3E}">
        <p14:creationId xmlns:p14="http://schemas.microsoft.com/office/powerpoint/2010/main" val="2383180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49EA-AFF6-E2E8-92F5-339B4CBB6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2330F916-753E-BA09-B5E7-F1920ED34C9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6376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3A294F2A-C6A6-B646-DBFE-65149E8DB0E6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8980D38E-EBC7-E1F0-07C0-0B2C15E623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8DCECCBF-F174-1A89-C634-E3D0797999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648D784F-370A-D1DD-5A52-A78CBCC82EE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FFB250AF-D782-C474-7998-217AAC56484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D345993C-DB59-AE64-D56A-77C3EE46574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9D708AD2-5CF8-60B2-7261-59B09094D8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6317D15-EADC-D3D1-FC94-434121CA69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93E21DD1-F849-081E-BD6A-AF40631CC61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001F9909-5D49-31EC-2840-4EF9045863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E14728BD-8A24-0049-B9F3-2A119BBB30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ABE5983D-E4A6-7AFD-B419-B5D37A613B6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5FCA8703-4118-7AA7-B1D9-00E214E7639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9247E7A-31ED-3C98-1A7E-50F32EBA32D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5273C24F-FB5B-5784-ED28-9BC43C92251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9E2A96A5-2AA3-8296-8EF6-09CF3E3542F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FD9D9620-559A-E44B-F18C-3EBD67B9969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A184B7C1-1E05-89D4-2FD9-A5474F35FE6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2E995E3F-CB6F-AE5A-6F3F-E05441FAB3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E67AC8EC-04FD-B796-ED11-9DCC701CDB4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6E3C924C-B1E0-69A2-3AC0-2D51EC987C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6A86E574-9B54-27A2-9CD8-6F77E17A4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36C4D086-E4F5-2C09-405C-68EA078E4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B47A2BE5-4242-6442-EBFB-5CFF85686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24FF75E-9042-D9FC-DDF6-9280AA08E1B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4806" y="484068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07F4DF4-A57E-23EA-B022-651A24E6905A}"/>
              </a:ext>
            </a:extLst>
          </p:cNvPr>
          <p:cNvSpPr txBox="1"/>
          <p:nvPr/>
        </p:nvSpPr>
        <p:spPr>
          <a:xfrm>
            <a:off x="2060735" y="529832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467E44B-83DA-0467-2B4F-595AD0703C2D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01BA188-7130-C194-E020-AF897CA727F6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So,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5575CB8-CD33-97B7-064D-59ADC221BE36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F29201-E478-F178-1767-074FCC90D6FF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E5A6DBD-B00F-27AC-7AE3-E389994BFDC8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73B0EBF-EA44-66E9-5953-F5C7E5890209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84396FA9-58E3-D32C-BE20-B2114A93A9B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9531F1F0-6B1B-0352-975C-E255C8CF6A5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07E160F-68E6-5248-C16A-7F6B4354FD51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FA2180B-1BAB-496B-0825-5776A9D8D9EC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BFDA66C-787B-0D4B-F24D-227723BAE835}"/>
              </a:ext>
            </a:extLst>
          </p:cNvPr>
          <p:cNvSpPr txBox="1"/>
          <p:nvPr/>
        </p:nvSpPr>
        <p:spPr>
          <a:xfrm>
            <a:off x="1177744" y="5293800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C072097-DDFE-95ED-2CFB-901CEADF34AE}"/>
              </a:ext>
            </a:extLst>
          </p:cNvPr>
          <p:cNvCxnSpPr>
            <a:cxnSpLocks/>
            <a:stCxn id="92" idx="2"/>
            <a:endCxn id="95" idx="2"/>
          </p:cNvCxnSpPr>
          <p:nvPr/>
        </p:nvCxnSpPr>
        <p:spPr>
          <a:xfrm rot="5400000">
            <a:off x="2110431" y="4823563"/>
            <a:ext cx="1770" cy="1555835"/>
          </a:xfrm>
          <a:prstGeom prst="bentConnector3">
            <a:avLst>
              <a:gd name="adj1" fmla="val 13015254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1B182E8-D44E-3406-D0A1-1A56730D092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488" y="2427147"/>
            <a:ext cx="731520" cy="7315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1265C9-9431-2746-95D3-37EFE91C0CCD}"/>
              </a:ext>
            </a:extLst>
          </p:cNvPr>
          <p:cNvSpPr txBox="1"/>
          <p:nvPr/>
        </p:nvSpPr>
        <p:spPr>
          <a:xfrm>
            <a:off x="1152124" y="5864180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Mirrored of East of *RP</a:t>
            </a:r>
          </a:p>
        </p:txBody>
      </p:sp>
    </p:spTree>
    <p:extLst>
      <p:ext uri="{BB962C8B-B14F-4D97-AF65-F5344CB8AC3E}">
        <p14:creationId xmlns:p14="http://schemas.microsoft.com/office/powerpoint/2010/main" val="1049770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4E452-9636-9364-9577-CA8C91D6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943B9D6A-3AAF-8E61-BA8E-9B07AFCBCB3B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488816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A38C4E53-B433-FB7A-8727-9BEF617D20F0}"/>
              </a:ext>
            </a:extLst>
          </p:cNvPr>
          <p:cNvGrpSpPr/>
          <p:nvPr/>
        </p:nvGrpSpPr>
        <p:grpSpPr>
          <a:xfrm>
            <a:off x="965426" y="1706417"/>
            <a:ext cx="3859863" cy="3924733"/>
            <a:chOff x="6929426" y="1676256"/>
            <a:chExt cx="3859863" cy="3924733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0935362-0AF9-7864-EB7B-29682F9ECF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62A5D445-4907-2678-262D-F8B2AD4AEB3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635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F2743869-6375-FFEF-5536-B74CD6F7340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6B43C6A2-3A2E-9046-8938-9B180906CD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BF7A4588-7B8F-6B16-D6B1-44E718D8A0F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2211832-E372-D4E0-253C-63E39B7EE1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83E561BF-9E4E-5CD3-883E-D015D29639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97CB95A9-A7E6-3B42-B682-D0F43F7E38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A144853F-CA0A-2A37-DF14-69D78D7AB9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8800575-0044-A8A5-B6F7-4F533288A64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CA44ED1A-9030-22CE-E9CF-335831EE73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F151C9E8-D210-114B-D946-C09FDF8D08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4230E932-F6C7-E0F3-159C-597F48659C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E9D7396C-939A-0AD9-60FD-8F6CC34861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028F0885-B931-0C7E-D9C9-8390C133279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6DF60A43-E893-BFAF-98F4-B1210A99E0B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ABA61B4A-A97D-AB28-C5DD-00E674F90A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92577D5E-788D-A45D-B1DE-E89A9F9ED2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C5B74008-357B-C82D-F7A3-1F275979F3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216B818D-6BFC-6816-21DD-446537C12A5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453BC348-5838-B38D-766F-EE59117B8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DDC02B5F-8F7B-D0F4-121A-25E9F1E70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49B88526-1ED9-7363-D17A-7DF0B02CC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C255FB8-0ED6-356B-4BD8-5B4F83B65B8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486946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42506AA-F415-64A6-5E4C-6EDE653A11BC}"/>
              </a:ext>
            </a:extLst>
          </p:cNvPr>
          <p:cNvSpPr txBox="1"/>
          <p:nvPr/>
        </p:nvSpPr>
        <p:spPr>
          <a:xfrm>
            <a:off x="2817091" y="531684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3388B9B-41D7-30C3-FC85-A93E3036542D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65D6F15-0A2A-7764-3D6C-51E33E69A06A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West (left)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ACEFAD7-1F7D-8359-8BE1-D4DDC2BE616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10B5BE-33A4-49B9-A1AB-6837CCC51914}"/>
              </a:ext>
            </a:extLst>
          </p:cNvPr>
          <p:cNvSpPr txBox="1"/>
          <p:nvPr/>
        </p:nvSpPr>
        <p:spPr>
          <a:xfrm>
            <a:off x="2090085" y="529866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C011BB1-875D-03F2-3F32-471306996DCE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282D387-D293-A784-A275-51F5FAEB0708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32BAC79E-5531-0174-72EF-10E0BF5753C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A4A9F948-17A8-47EF-CB67-AE5BCF2E75F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4A5E26-8B56-B1E9-2B01-6F5A06275413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862B3D7-04DC-2821-15A1-879C666FEA61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2057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78BC4-FE67-6EEB-B774-C057FB74D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1A561624-B973-9F85-F820-2D83F2E5760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488816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EDD2A6A4-62A1-9A8A-DDC8-309BA732188C}"/>
              </a:ext>
            </a:extLst>
          </p:cNvPr>
          <p:cNvGrpSpPr/>
          <p:nvPr/>
        </p:nvGrpSpPr>
        <p:grpSpPr>
          <a:xfrm>
            <a:off x="965426" y="1706417"/>
            <a:ext cx="3859863" cy="3924733"/>
            <a:chOff x="6929426" y="1676256"/>
            <a:chExt cx="3859863" cy="3924733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7F2B6FB-A28E-9110-8F9A-51387D736A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170C9E6-F197-DD13-7BDC-D13045C5BE5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635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C62DADCA-8250-297B-7167-8CE81E95AAA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7B4C118A-E9A0-A812-4D8E-5C612B3CB4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8C796361-979B-F4E9-409B-7DDD420B0B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DE26BCA8-4465-76F8-D7CE-7979EE7F62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EA67E1A9-C8B0-FF26-DE67-F7D9296F38F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CA47C6CB-8D0B-0DEA-F60A-8E74BC40B6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662665D2-D5E1-B692-BDAA-FBEB657FC31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8F55237-E3CD-40CF-37EB-33171C160C7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38D4B9BF-38E4-9D67-7629-DB667D7BF7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72BC76F-A8AF-EA85-1E5A-2BDB89DF3AF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4E8CEE3B-683D-7A5A-96F5-3BF53CDCD4D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C525AF99-17B2-C000-641F-6FC2B0139D6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AB826E97-902A-C4A0-5659-E8EBCA97C8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AC82BBD5-0FE4-EDA9-F3E9-797F4DCC12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D0807191-72D2-494F-C442-1212437D8CC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93A6F1FC-ADD0-FD15-CD9E-85525198C9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E5416F70-23D5-0883-98F1-1BA340E6CE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02C8E1B6-9639-7FE6-9502-57B70AE52CC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6BF36D43-1734-7CF4-99C9-F26BFDDA1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DED42BEB-483C-4F7A-217E-B9BAE3C5D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1CADA8AA-873F-73DA-3C48-1AA716B2E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17D08249-464D-7483-32CE-6FE4F04BEDE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486946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34E34BF-7F11-E101-AACA-A0572B7B25D1}"/>
              </a:ext>
            </a:extLst>
          </p:cNvPr>
          <p:cNvSpPr txBox="1"/>
          <p:nvPr/>
        </p:nvSpPr>
        <p:spPr>
          <a:xfrm>
            <a:off x="2817091" y="531684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BB0DC1D-226A-538E-341B-EC32FEBC17B8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7533F46-F247-DD0E-7D8E-A8C68F7F1891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West (left)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West (left), which is East (right)]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63AA152B-055B-353B-2329-CC89F72C54E6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A11A7-3A18-2777-CBB1-C948AEB322DE}"/>
              </a:ext>
            </a:extLst>
          </p:cNvPr>
          <p:cNvSpPr txBox="1"/>
          <p:nvPr/>
        </p:nvSpPr>
        <p:spPr>
          <a:xfrm>
            <a:off x="2090085" y="529866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1BBC32-7DF3-D375-7649-3AF5C58EA4FC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614F49A-C08B-0D6F-A7A4-B6FFCF962C8E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8AC125A-B8B7-60CA-5166-498DE196E79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69E19CC7-F818-5EF8-8C33-F9860241A3D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5D11266-550B-B904-7F27-856D87127077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0E56BF2-B232-F5CE-06B1-4C587083E825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DFAB980-A171-BE41-C8E3-C2180CA5B4C7}"/>
              </a:ext>
            </a:extLst>
          </p:cNvPr>
          <p:cNvSpPr txBox="1"/>
          <p:nvPr/>
        </p:nvSpPr>
        <p:spPr>
          <a:xfrm>
            <a:off x="1955706" y="4849286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0EF69457-161E-191E-5F06-92CB143D4046}"/>
              </a:ext>
            </a:extLst>
          </p:cNvPr>
          <p:cNvCxnSpPr>
            <a:cxnSpLocks/>
            <a:stCxn id="38" idx="2"/>
            <a:endCxn id="85" idx="2"/>
          </p:cNvCxnSpPr>
          <p:nvPr/>
        </p:nvCxnSpPr>
        <p:spPr>
          <a:xfrm rot="16200000" flipH="1">
            <a:off x="2881901" y="4848912"/>
            <a:ext cx="12700" cy="1541551"/>
          </a:xfrm>
          <a:prstGeom prst="bentConnector3">
            <a:avLst>
              <a:gd name="adj1" fmla="val 2228575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AC314C6-26D9-AA5C-C262-1B7ACD00880F}"/>
              </a:ext>
            </a:extLst>
          </p:cNvPr>
          <p:cNvSpPr txBox="1"/>
          <p:nvPr/>
        </p:nvSpPr>
        <p:spPr>
          <a:xfrm>
            <a:off x="1874758" y="5913145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Mirrored of West of *RP</a:t>
            </a:r>
          </a:p>
        </p:txBody>
      </p:sp>
    </p:spTree>
    <p:extLst>
      <p:ext uri="{BB962C8B-B14F-4D97-AF65-F5344CB8AC3E}">
        <p14:creationId xmlns:p14="http://schemas.microsoft.com/office/powerpoint/2010/main" val="1500160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AED07-A887-C4FC-5F25-8C98F109B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436D7193-AB96-520E-EF2F-5ECE366D2CB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488816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5A934F98-614B-1049-10D8-DAD00573FAF8}"/>
              </a:ext>
            </a:extLst>
          </p:cNvPr>
          <p:cNvGrpSpPr/>
          <p:nvPr/>
        </p:nvGrpSpPr>
        <p:grpSpPr>
          <a:xfrm>
            <a:off x="965426" y="1706417"/>
            <a:ext cx="3859863" cy="3924733"/>
            <a:chOff x="6929426" y="1676256"/>
            <a:chExt cx="3859863" cy="3924733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876304C2-C487-D6DF-08A3-D8830AA879E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139A84E2-5360-DCCA-75AC-249BA0CA71F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635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5BF99F30-AD1A-D87A-BF3C-82BCAB1BF7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7FD1A481-EC6F-51D4-0133-0E70A687E6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CBEB6CB9-3C8C-90FE-2D11-CD65D6EDE6A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1E97832B-7651-C980-A0AC-B9953916D4E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FA826E4-7521-66D9-9B0C-9440B90C39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4D84BD70-9D51-66C3-96E3-DD9C8ED79C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734282CB-8763-8207-C390-918D45CAE5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5A8BA00-7B66-CD94-0469-331F4B164DA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A2908A6F-2101-714A-6A57-13DD28C7EA8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17B30A28-13AB-5588-2E5C-C2643420806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E90C5693-0E60-323C-7037-B1F80DE4C09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B8ADB1BA-B655-EAFC-1340-368E5CAF5D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3950C760-4C09-BDAD-E65D-E7A3766F25D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6581E5A3-AC25-613F-EC6D-65C42C14468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8CD737EE-2EFD-0660-80F5-6F714B0695B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551696A4-A2B9-3DD2-A4C9-05510607B29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D662665E-02CF-E2F7-C765-7503CA4EB4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2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819581FD-D101-F764-9B1A-14321BFE638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7251E173-F0C1-A92B-72D0-71550B16C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C05EB094-CBC8-7198-9299-20D0BFEC1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F4E292E8-49AE-12CD-3A1D-856C715BE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EDDC7C9-E1D9-6DD2-F840-D6BD33F64C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486946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FFA6B6C-7BA3-6E23-3EDD-BC20869E14BE}"/>
              </a:ext>
            </a:extLst>
          </p:cNvPr>
          <p:cNvSpPr txBox="1"/>
          <p:nvPr/>
        </p:nvSpPr>
        <p:spPr>
          <a:xfrm>
            <a:off x="2817091" y="531684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4BA18F5-3DA4-E745-8A25-E7F52B973093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C4AAA5D-F1A4-D975-1C73-DBBB51B2306E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3. </a:t>
            </a:r>
            <a:r>
              <a:rPr lang="en-US" dirty="0"/>
              <a:t>So,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AE970C9-9962-4D8E-0BC8-63924263A4E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36EBD0-4599-A470-AA00-B4BDBF927F13}"/>
              </a:ext>
            </a:extLst>
          </p:cNvPr>
          <p:cNvSpPr txBox="1"/>
          <p:nvPr/>
        </p:nvSpPr>
        <p:spPr>
          <a:xfrm>
            <a:off x="2090085" y="529866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823AEB-C101-BADD-7502-93A3800457A3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3D9A771-C0D7-DBF4-A75F-110F0656E076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646017F6-A27B-BD5F-2674-5C8E80A0102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FF61707-53E4-FECF-6E4B-254B87C627A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361DBA8-E93F-5000-3EA3-B624C2A40875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F94FCAE-5D48-C6FE-30F6-078110F2E794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D2C3379-3363-002F-8F1D-7CE9EB50095E}"/>
              </a:ext>
            </a:extLst>
          </p:cNvPr>
          <p:cNvSpPr txBox="1"/>
          <p:nvPr/>
        </p:nvSpPr>
        <p:spPr>
          <a:xfrm>
            <a:off x="3509435" y="5316841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AAF6FB-A97A-E82E-254B-1302775C237D}"/>
              </a:ext>
            </a:extLst>
          </p:cNvPr>
          <p:cNvPicPr preferRelativeResize="0"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703" y="2422335"/>
            <a:ext cx="731520" cy="731520"/>
          </a:xfrm>
          <a:prstGeom prst="rect">
            <a:avLst/>
          </a:prstGeom>
          <a:effectLst>
            <a:softEdge rad="0"/>
          </a:effectLst>
        </p:spPr>
      </p:pic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EB321EC7-F399-0095-8B38-EFB522108C03}"/>
              </a:ext>
            </a:extLst>
          </p:cNvPr>
          <p:cNvCxnSpPr>
            <a:cxnSpLocks/>
            <a:stCxn id="38" idx="2"/>
            <a:endCxn id="85" idx="2"/>
          </p:cNvCxnSpPr>
          <p:nvPr/>
        </p:nvCxnSpPr>
        <p:spPr>
          <a:xfrm rot="16200000" flipH="1">
            <a:off x="2881901" y="4848912"/>
            <a:ext cx="12700" cy="1541551"/>
          </a:xfrm>
          <a:prstGeom prst="bentConnector3">
            <a:avLst>
              <a:gd name="adj1" fmla="val 2228575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4828610-8753-E18B-09AD-0489F8A4429D}"/>
              </a:ext>
            </a:extLst>
          </p:cNvPr>
          <p:cNvSpPr txBox="1"/>
          <p:nvPr/>
        </p:nvSpPr>
        <p:spPr>
          <a:xfrm>
            <a:off x="1874758" y="5913145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Mirrored of West of *RP</a:t>
            </a:r>
          </a:p>
        </p:txBody>
      </p:sp>
    </p:spTree>
    <p:extLst>
      <p:ext uri="{BB962C8B-B14F-4D97-AF65-F5344CB8AC3E}">
        <p14:creationId xmlns:p14="http://schemas.microsoft.com/office/powerpoint/2010/main" val="4156232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4B8A5-B391-EF75-22F1-8B025131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B6E6AFF1-C4B3-1F26-1402-A4C36C4337A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204" y="330909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08266D77-5ACF-5DE5-D32D-3C0A147C730E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873D15E-FF19-FD75-8472-C1533A7DB0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479B1D25-278F-D090-5465-158050FC97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257486A-0E88-5101-6B2C-EA4F85EB61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0457AEA-3502-1D29-2AFE-1E249F35C02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D10CFA2C-7F25-94CB-0C1A-FF03D14C1D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FFF95828-F74F-7C8F-AE27-84C849B9D0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10C0260D-7445-696E-4287-D3EE27B924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AA148F34-E4AB-18D2-416E-4E97BA0323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22161D27-8453-A802-3351-598FEA9A5B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3643A59-49C2-26AA-858A-D0E95A3B715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CDCD1CB0-EA6B-ED7B-3096-FB65BCCCA2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B8F8744-514A-D46D-AF03-45335F7AAA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E758D671-5A0D-005F-4308-8D2F6659EB9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B193654A-C7B1-E416-1C2B-77BBF45BCD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5995F8B3-660E-8B62-4935-D9560C3252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075CA11C-9670-7888-E76C-5157CB7C137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71E549CC-E0B4-F8DE-919D-A91462425CF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E116F773-7062-A392-7CEC-A9798F76A3E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CC14B137-45FF-A9DC-0709-3AA0CC3A564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3564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72E7EC81-93CE-5ED2-A9E7-C3B753F82D8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3064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F400AF43-D065-D012-3BF1-2415F8F44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878195F3-467E-83C1-BD19-3548C8141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B18A702D-3D1F-60EA-A774-19C221B827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EEEC2EC-A397-F2AA-A55E-F802FE2BA3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3564" y="4062693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2944AAC-EF4B-3820-1642-74D0DE5D79DA}"/>
              </a:ext>
            </a:extLst>
          </p:cNvPr>
          <p:cNvSpPr txBox="1"/>
          <p:nvPr/>
        </p:nvSpPr>
        <p:spPr>
          <a:xfrm>
            <a:off x="2021409" y="450393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4064DF2-51E5-9A42-1D0D-EE3BCC5FB09C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73E7C49-00CF-E3C0-29D1-D8E12F1BB4E8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Northeast (up &amp; to right)</a:t>
            </a:r>
            <a:r>
              <a:rPr lang="en-US" dirty="0">
                <a:ln w="0"/>
              </a:rPr>
              <a:t>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E97A0E5-92BD-3F4E-AFE6-52F005404DDB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9FEC7C-D26A-5AB5-5756-D03207601C6E}"/>
              </a:ext>
            </a:extLst>
          </p:cNvPr>
          <p:cNvSpPr txBox="1"/>
          <p:nvPr/>
        </p:nvSpPr>
        <p:spPr>
          <a:xfrm>
            <a:off x="3668923" y="371959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EEBCA9-920A-C027-3947-6E7A284E9476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0178348-A76A-DEFF-2CD1-BBA952EC1CB3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A62BC56C-D3E2-9293-381C-07ADD086A46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10272BA-4D1E-6CDF-E92E-6DA028955E2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7D5F24-17E5-F4AC-566D-A83BDAC19DDE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DC4E24-924A-F6C3-C220-4676EC3983D1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3520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1C72D-F5ED-EADE-8BAE-FA4C65B99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A49DC86D-48EA-72CD-261B-43C1815F47F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204" y="330909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2F3B96CB-C42C-5873-88AF-5958D30B72B2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A62BBCB-1B80-7AA0-EBE1-787C588430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3E235EE-7A0A-9712-D9D8-0FA0BE8B1DD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2F495378-6318-4BE9-8962-23293759FC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198D109C-41B5-47DD-CAB0-A85A744596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DF4C3D70-CFC9-C056-76F2-7B86DD89E8D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0941AA36-B98F-91A2-F8A6-EDB257AB5FA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69D463C-63B0-AF09-B361-F087E45E54C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C07C2401-68C5-60E1-703C-12BB1C9D6C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E4E35BC9-636C-C7AA-D9FD-48A3EF0D395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37A29AD0-E88D-8D06-A0D7-C6C544DBB63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8C7A3C15-0B26-0A3C-6EA9-CE69009A6D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90C5E42E-1D86-B78A-DC49-7238F5C07B5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9D4892A0-E4FC-255E-E74A-EAADC37CE1D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D938F480-DD2C-DA92-7431-42A191F06BE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6252EC48-A944-97EB-59A1-A6030326554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9B501963-E42A-53AB-1CD0-D023F87253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8D83487A-B61D-76DB-9B66-F08E0F1BA9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784DE484-2158-7F81-94A1-78655A31475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2FB76232-EAE5-5322-ABA7-C6D0FBA556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3564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E6A13A0C-1AE1-9AC9-2894-A3F1501F5A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3064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352D26A5-0388-6826-32FC-F3E0F6068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C4B09B21-F45A-8E1C-7AD5-1D57262A0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0047FE43-D3CA-F32E-83BA-AB39956B0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950C929-B0D2-E6C6-1A1E-6AEED0F7A7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3564" y="4062693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A5B4607-2A5A-F937-13C5-A250AEDF4163}"/>
              </a:ext>
            </a:extLst>
          </p:cNvPr>
          <p:cNvSpPr txBox="1"/>
          <p:nvPr/>
        </p:nvSpPr>
        <p:spPr>
          <a:xfrm>
            <a:off x="2021409" y="450393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C8D13A-0932-2717-7C8D-E016ABE41AD0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444E71D-E870-B558-BAF3-B359CCBE57BE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Northeast (up &amp; to right)</a:t>
            </a:r>
            <a:r>
              <a:rPr lang="en-US" dirty="0">
                <a:ln w="0"/>
              </a:rPr>
              <a:t>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</a:t>
            </a:r>
            <a:r>
              <a:rPr lang="en-US" dirty="0"/>
              <a:t>Northeast (up &amp; to right)</a:t>
            </a:r>
            <a:r>
              <a:rPr lang="en-US" dirty="0">
                <a:ln w="0"/>
              </a:rPr>
              <a:t>, which is </a:t>
            </a:r>
            <a:r>
              <a:rPr lang="en-US" dirty="0"/>
              <a:t>Southwest (bottom &amp; to left)</a:t>
            </a:r>
            <a:r>
              <a:rPr lang="en-US" dirty="0">
                <a:ln w="0"/>
              </a:rPr>
              <a:t>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F4CAA25-3144-DCEA-99C2-18C78A463F93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0B4CC3-9316-1A65-92ED-D4E29B718375}"/>
              </a:ext>
            </a:extLst>
          </p:cNvPr>
          <p:cNvSpPr txBox="1"/>
          <p:nvPr/>
        </p:nvSpPr>
        <p:spPr>
          <a:xfrm>
            <a:off x="3668923" y="371959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258C401-F14D-81C3-91FF-1E12DE946F52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0FEC1B5-D3A7-2D19-FC5A-1D8CA96128D5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6737F2BD-8A24-F3E9-A066-19C8902741D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246AC6A7-46BE-B8D6-4006-CF53FED34F1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C985C5D-B4C0-5277-ACBC-3EE62989785C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99DD937-411E-65D2-123C-CEBD027402F6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79F1C1D-92AB-873A-A127-4EA43D0A8F73}"/>
              </a:ext>
            </a:extLst>
          </p:cNvPr>
          <p:cNvSpPr txBox="1"/>
          <p:nvPr/>
        </p:nvSpPr>
        <p:spPr>
          <a:xfrm>
            <a:off x="2740728" y="3702643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2FFB34-A461-64DC-EF39-9B570855C420}"/>
              </a:ext>
            </a:extLst>
          </p:cNvPr>
          <p:cNvCxnSpPr>
            <a:cxnSpLocks/>
          </p:cNvCxnSpPr>
          <p:nvPr/>
        </p:nvCxnSpPr>
        <p:spPr>
          <a:xfrm flipH="1">
            <a:off x="1426029" y="3853543"/>
            <a:ext cx="1314699" cy="13171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FE1A4F0-6589-00FE-0AFF-ED5B045041E5}"/>
              </a:ext>
            </a:extLst>
          </p:cNvPr>
          <p:cNvSpPr txBox="1"/>
          <p:nvPr/>
        </p:nvSpPr>
        <p:spPr>
          <a:xfrm rot="18895511">
            <a:off x="863570" y="3797317"/>
            <a:ext cx="2997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Mirrored of Northeast of *RP</a:t>
            </a:r>
          </a:p>
        </p:txBody>
      </p:sp>
    </p:spTree>
    <p:extLst>
      <p:ext uri="{BB962C8B-B14F-4D97-AF65-F5344CB8AC3E}">
        <p14:creationId xmlns:p14="http://schemas.microsoft.com/office/powerpoint/2010/main" val="8182799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12D26-DC09-3A87-3D6C-65D2FD5C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DEA177A0-4F50-E5A7-F7E8-868FA125316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204" y="330909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30138A9F-AF66-DE10-00D4-5E9B2ED8349E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563BF4AC-4BE0-B9CF-18E9-FCFC81B2A42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0ABF730-B02D-A8A2-2A46-87F13C5114E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CD6E6AD4-EAF3-F78E-FBE5-E956954B56B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535AE194-9365-7F6D-B31F-B6294255C3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0904677A-F887-C7D3-E271-D142468DD23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A459103E-9646-C7F9-BD2C-57D6F5BC87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B403567A-619E-84BE-FF76-0D5207D5A4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B1A2E330-63D4-25E7-71D5-5D0A08165BB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ABF7028F-838C-B792-6424-83A982DB4B2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39FDA3EF-334D-65F1-BAD8-33DDE875E1D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E18019A-B05D-8CC7-B1FC-AA78B7B5CF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183B967C-EA8C-D347-1F00-F8F6E1A76A0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BAFD9DC2-AED6-F4AA-2EFB-F6456D11EF7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F0B197D9-3B5C-7BEF-3DE1-9E7E1BA601D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C8D3F9BC-90B9-6B31-66DB-6F92B084A1F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96A30D40-57DF-9933-9497-2C9F778891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3C57F500-7C15-6FC9-9801-E572272E6B1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7F28153E-509F-A708-E7F2-E45748DF26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68C8E662-0807-BEDA-906D-6ACAB4EC051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3564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92360479-BDCC-ACBA-FB7B-7E15830023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3064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9D123BB6-F605-68CF-7E16-5B1940A15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D535C6F3-73CB-96D5-9DA4-EB7B5E324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7AB3323A-D89F-7896-82AE-DE70B072C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8F2775D-D3D1-DB91-C9E5-96ECD8C4635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3564" y="4062693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B50CDEC-F351-601B-7D95-6A54D6200A68}"/>
              </a:ext>
            </a:extLst>
          </p:cNvPr>
          <p:cNvSpPr txBox="1"/>
          <p:nvPr/>
        </p:nvSpPr>
        <p:spPr>
          <a:xfrm>
            <a:off x="2021409" y="450393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620FF19-A44F-6F45-D8A3-C87E7E375166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97D9EC-401E-ED29-25E4-F4F9367D014E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So,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7021CCD-B1E3-9AD5-05D5-AA4068C0E5E5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7E3F26-BC06-2604-C9F6-F557F6E2C562}"/>
              </a:ext>
            </a:extLst>
          </p:cNvPr>
          <p:cNvSpPr txBox="1"/>
          <p:nvPr/>
        </p:nvSpPr>
        <p:spPr>
          <a:xfrm>
            <a:off x="3668923" y="371959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B85A879-B29A-9639-D9DA-0FB81B33B354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016A298-D20E-AF91-1F6D-2CA5249635C0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CF29BDD3-3DD5-1158-FAB3-4CEB7291DB6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3206E61F-0A5B-F0C6-777C-15063383F60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AA802D5-A0B9-1496-D5FC-7D7B2939B56F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7CA5E85-32E9-36C4-29FF-F1D15417723E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7EA79E0-C0EA-F369-4230-30D6E029E58B}"/>
              </a:ext>
            </a:extLst>
          </p:cNvPr>
          <p:cNvSpPr txBox="1"/>
          <p:nvPr/>
        </p:nvSpPr>
        <p:spPr>
          <a:xfrm>
            <a:off x="1182615" y="5299251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87B4EF-FAD2-A42B-E7E5-A4F5878A7EA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149" y="2366627"/>
            <a:ext cx="731520" cy="73152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0EE184-CAF7-B54D-F7A7-0236DFF23185}"/>
              </a:ext>
            </a:extLst>
          </p:cNvPr>
          <p:cNvCxnSpPr>
            <a:cxnSpLocks/>
          </p:cNvCxnSpPr>
          <p:nvPr/>
        </p:nvCxnSpPr>
        <p:spPr>
          <a:xfrm flipH="1">
            <a:off x="1426029" y="3853543"/>
            <a:ext cx="1314699" cy="13171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51C6D8-DD79-41B4-660E-93C89554B16D}"/>
              </a:ext>
            </a:extLst>
          </p:cNvPr>
          <p:cNvSpPr txBox="1"/>
          <p:nvPr/>
        </p:nvSpPr>
        <p:spPr>
          <a:xfrm rot="18895511">
            <a:off x="863570" y="3797317"/>
            <a:ext cx="2997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Mirrored of Northeast of *RP</a:t>
            </a:r>
          </a:p>
        </p:txBody>
      </p:sp>
    </p:spTree>
    <p:extLst>
      <p:ext uri="{BB962C8B-B14F-4D97-AF65-F5344CB8AC3E}">
        <p14:creationId xmlns:p14="http://schemas.microsoft.com/office/powerpoint/2010/main" val="3758457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372C-58F7-501C-6405-8AF046740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333CCCAF-47BE-1D6A-1C8E-6DAABD893A4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252574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091ACA62-3EA2-2000-EDEB-6926F66E84F3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2575568A-AE81-1488-3135-4E3CB44A47F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88C42B7E-B333-44BD-0C2F-270D4ACB9E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0810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31492850-6B70-2968-9F38-26C14E785E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E6836B67-D6E9-EE84-76A0-54FE098447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6787722C-4757-6315-2BD7-8479EBFA6C3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4517F95D-AC4F-3249-17DB-0694B2983AD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BADCDE8-BF4C-1FAE-9AD2-1DB8C04498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FE3ABB47-FE44-BCC6-B606-309DBD7D175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8AD53707-50B8-160B-0FE0-047F1EB547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E709DA07-0CFE-F624-874B-C47776DF5A8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F5E3A09-370C-DB9F-F70E-4C3125DECB9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71875E9B-1295-0F42-A3B2-021D6059AA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5F54BB3C-AF00-4E9B-9584-9CE29C3F661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59ED953-E2F9-AC5F-B328-DA17321D7E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081523EC-AAB8-E69F-94DF-0AA4CE8C5E8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A28CED37-0799-E9BD-88A3-48154AA5E58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BA0A9C90-BC57-3AAB-3044-D2A5194663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4777" y="326205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12B58D49-3DE6-7724-B5C7-74A3110C99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64DE8257-0FC3-9F18-FF0D-81A5B538AC8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30138D02-F0DA-7731-A0A5-427908F86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3CA19FC0-37EA-3E2C-BC94-6D2FF3479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F67C4E32-01C8-A08F-9547-48F2805FA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21856FF4-B5D9-14EF-E7D2-7F48492E31E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9972" y="3267446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82FAE8B-7918-B66E-3473-D976CE74B7B4}"/>
              </a:ext>
            </a:extLst>
          </p:cNvPr>
          <p:cNvSpPr txBox="1"/>
          <p:nvPr/>
        </p:nvSpPr>
        <p:spPr>
          <a:xfrm>
            <a:off x="2818317" y="3724772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4FD649D-82CD-8D13-5391-833D55814CF5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B2FA2D3-F57F-9A9D-A457-8AD3BCA4F4C3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Northwest (up &amp; to left)</a:t>
            </a:r>
            <a:r>
              <a:rPr lang="en-US" dirty="0">
                <a:ln w="0"/>
              </a:rPr>
              <a:t>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5D3BC04-B1BB-842B-34AD-D0D83727B67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8D9E62-7F37-6346-129A-0282F444F5B0}"/>
              </a:ext>
            </a:extLst>
          </p:cNvPr>
          <p:cNvSpPr txBox="1"/>
          <p:nvPr/>
        </p:nvSpPr>
        <p:spPr>
          <a:xfrm>
            <a:off x="2079936" y="2944269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47040A7-C1CE-B3A9-D82A-FB7C4AF897A0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4155EFF-04E7-5ED7-18E2-4C65691C1A2B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351C843F-1129-E02F-5CCA-64C1F2BCE36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8EE8E846-1C24-82E3-5D61-9B894B04582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B95F34F-6A95-048B-0C80-62259380FACB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61C8209-DA69-6FA8-1FC2-D4D51A521FBC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5694CBCA-BA96-A18C-363A-1C9756AD9262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322" y="4896209"/>
            <a:ext cx="731520" cy="73152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268517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16EC4-F2D6-9CE7-D051-66E9FBDE3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845EA911-20C7-8CC1-663B-7F75890E7CA6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252574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9073328E-4C0F-1A74-3E33-5115FAA5D2CB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D5F2B722-F9DB-FFC6-0C9C-5EBBECEDE14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0738BD24-9AED-8441-60AC-09E1532F8B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0810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6A09CBB7-55A8-A00E-4F31-7B5EDCE853A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A2D8D93-4C9C-78D5-F8A5-4A40FFF5C6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53FEA547-1314-2714-E610-487747DF7B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D004C06-ECC1-4F45-54F8-6870180BA99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B7B72499-4206-7946-9AF6-06C7382962D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3600C97A-98E5-1299-A071-87959007B75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217C0DCA-2D63-10FC-69D9-DBCB4E5810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944C0B38-6534-FB26-2A62-6E8B77FA87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A44E667-F2A0-7E29-69A5-58961E6DF1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EDD1FE1C-0907-F192-AB31-9121E132823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60972F09-F0C8-574A-162D-5135127DA6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9E2BF327-B9E8-5D3A-59C4-06C533A81CF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07E80E22-29AE-255C-3D09-DBEFE108547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50194182-DCEF-B9A5-2B1C-46BB55AA3F5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C69929D8-24A0-BA95-0F9C-1FFD96CB1D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4777" y="326205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05A3B7E8-4A94-6E02-5007-6A3B499E21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3DABF11D-73E4-AD7B-C539-11B60EDC6F1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DA796DD8-B387-33F2-2E32-FF89F5782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F29926D5-B7E3-B677-4604-6FA9C3585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FF52DB9F-4895-766C-7E88-924CDB91F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C0D077F5-BA6E-9DD2-80FC-2EBB6BC043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9972" y="3267446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0407013-15A8-CD17-3BB6-08AA35098C4C}"/>
              </a:ext>
            </a:extLst>
          </p:cNvPr>
          <p:cNvSpPr txBox="1"/>
          <p:nvPr/>
        </p:nvSpPr>
        <p:spPr>
          <a:xfrm>
            <a:off x="2818317" y="3724772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0AE174E-34E6-19C9-D02E-BC1D90A7DEFE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1A61F84-175E-63E8-D67C-0E9F6062F851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Northwest (up &amp; to left)</a:t>
            </a:r>
            <a:r>
              <a:rPr lang="en-US" dirty="0">
                <a:ln w="0"/>
              </a:rPr>
              <a:t>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</a:t>
            </a:r>
            <a:r>
              <a:rPr lang="en-US" dirty="0"/>
              <a:t>Northwest (up &amp; to left)</a:t>
            </a:r>
            <a:r>
              <a:rPr lang="en-US" dirty="0">
                <a:ln w="0"/>
              </a:rPr>
              <a:t>, which is </a:t>
            </a:r>
            <a:r>
              <a:rPr lang="en-US" dirty="0"/>
              <a:t>Southeast (bottom &amp; to right)</a:t>
            </a:r>
            <a:r>
              <a:rPr lang="en-US" dirty="0">
                <a:ln w="0"/>
              </a:rPr>
              <a:t>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9A44A67C-F2EF-386C-FE25-77F98C1D4EFB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13695F-7D29-28C6-21E0-E55C4AF719C5}"/>
              </a:ext>
            </a:extLst>
          </p:cNvPr>
          <p:cNvSpPr txBox="1"/>
          <p:nvPr/>
        </p:nvSpPr>
        <p:spPr>
          <a:xfrm>
            <a:off x="2079936" y="2944269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4EA9FE1-5BAA-06D7-2061-B623A39424A8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DD0FFD0-906A-3A07-6C04-514280D7363C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513C070A-E5E5-540F-07E8-001AC3CE62E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9DDB05F6-8445-D946-9033-283A8E43620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3F6A4F7-B0AD-CF81-1D89-1B87BA18B86C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BAD9BC7-A02A-B0FC-2D05-C0CE4FF981CC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7E0D1FF-D8D6-CB12-7F5D-49F78430A8D5}"/>
              </a:ext>
            </a:extLst>
          </p:cNvPr>
          <p:cNvSpPr txBox="1"/>
          <p:nvPr/>
        </p:nvSpPr>
        <p:spPr>
          <a:xfrm>
            <a:off x="1956656" y="2494105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5E565D-DAD1-4011-9DE2-8B1986C93F0B}"/>
              </a:ext>
            </a:extLst>
          </p:cNvPr>
          <p:cNvCxnSpPr>
            <a:cxnSpLocks/>
          </p:cNvCxnSpPr>
          <p:nvPr/>
        </p:nvCxnSpPr>
        <p:spPr>
          <a:xfrm>
            <a:off x="2130027" y="2950541"/>
            <a:ext cx="1489454" cy="13812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6027C46-248F-C575-3EF5-BD8E429875FB}"/>
              </a:ext>
            </a:extLst>
          </p:cNvPr>
          <p:cNvSpPr txBox="1"/>
          <p:nvPr/>
        </p:nvSpPr>
        <p:spPr>
          <a:xfrm rot="2580443">
            <a:off x="2141207" y="3611482"/>
            <a:ext cx="2997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Mirrored of Northwest of *RP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99A3B4-440B-8FAF-69E9-7437282E034C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322" y="4896209"/>
            <a:ext cx="731520" cy="73152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484246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71BBA-3CD0-DE64-1BB3-2E0B4D69D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E3DDDCC7-A473-14E1-86DD-628C17411240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252574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FDB608AE-3782-7381-1A47-8A232BC30FDA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976D0EB0-F3AC-56B5-5B55-86CF38389D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0426E4BB-04EF-6E36-55B3-3A9045D81CC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0810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A7624516-34A5-E925-C104-F0185CF1D31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0191B209-EFCF-709C-0632-A9B809FF53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8339962C-F78D-80FB-9B08-198DD621CC1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13B2995D-BA7E-B126-DB15-1263A9C8A7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B5353FD1-7EEC-D704-054B-C383B8A355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A9EAD3C-BE28-7B7C-FA95-23AEA3AE79E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746D99BB-4F42-D459-7C1D-594F9078157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B883E5EA-ED01-DC32-C5AD-53A14E17E7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C299F45E-1257-1E20-B04C-C21727D4432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3C829617-E076-D045-E2F5-CCB33199A67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D195A0E8-C86F-611D-29AD-D4FF4D9A777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45C8787A-17E3-DA37-58D0-B068D81F276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8A99453E-5EFE-14C1-7644-17720B81FDD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F0413FF8-74F1-1235-FF79-DAFD92DCB26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DBD7FD12-F2F5-F08E-AC91-7CFB00C90B3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4777" y="326205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1983426B-E5E2-A1AB-8714-C7D0635FAB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ED5423CE-AC9D-777B-888F-6B061F8302A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C546D295-0027-0F12-AE4A-4AA16DE48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CC1831CE-E54A-BD5A-5F83-77D806260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9637D133-9F7E-E905-9044-46D123F79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F291AB9F-9BE4-E3DA-73DD-7775A24B1E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9972" y="3267446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A7B65D0-26BF-8826-971B-FEA462CAB7F3}"/>
              </a:ext>
            </a:extLst>
          </p:cNvPr>
          <p:cNvSpPr txBox="1"/>
          <p:nvPr/>
        </p:nvSpPr>
        <p:spPr>
          <a:xfrm>
            <a:off x="2818317" y="3724772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B0CF393-3BC3-7175-6D34-184BEDC4CE2B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7C0D9C7-E7BD-9491-F998-46F4E5A7A68C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So,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5D717873-AE6F-354C-42FA-49D1BADF461B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B866A6-418F-7430-73D3-61B2C1949F4F}"/>
              </a:ext>
            </a:extLst>
          </p:cNvPr>
          <p:cNvSpPr txBox="1"/>
          <p:nvPr/>
        </p:nvSpPr>
        <p:spPr>
          <a:xfrm>
            <a:off x="2079936" y="2944269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00DC732-DE64-2160-6052-E9481AF0CCA2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FC1E238-F595-38C3-F321-8CF0884FB335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480408D6-AA1D-3189-D842-0D19C0ED3DA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732DBF23-01DC-C441-0A8B-2BC07E853C5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298B27B-A875-66C3-3C8C-733EB5FF7562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450F4D1-E207-7ED1-7CDA-C7D0955A1367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9AECA54-DB53-274C-102D-06445EDC99E7}"/>
              </a:ext>
            </a:extLst>
          </p:cNvPr>
          <p:cNvSpPr txBox="1"/>
          <p:nvPr/>
        </p:nvSpPr>
        <p:spPr>
          <a:xfrm>
            <a:off x="3499818" y="4489911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CC3405-EA3F-A050-08FA-2C3A79570A90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458" y="2397415"/>
            <a:ext cx="731520" cy="731520"/>
          </a:xfrm>
          <a:prstGeom prst="rect">
            <a:avLst/>
          </a:prstGeom>
          <a:effectLst>
            <a:softEdge rad="0"/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0933B9A-498E-8F80-11EE-EF7AB151334C}"/>
              </a:ext>
            </a:extLst>
          </p:cNvPr>
          <p:cNvCxnSpPr>
            <a:cxnSpLocks/>
          </p:cNvCxnSpPr>
          <p:nvPr/>
        </p:nvCxnSpPr>
        <p:spPr>
          <a:xfrm>
            <a:off x="2130027" y="2950541"/>
            <a:ext cx="1489454" cy="13812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CC44033C-DBE3-22AA-5480-0DCCA59864B8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322" y="4896209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CC8512-E2C6-32F4-BBBB-64947C761AED}"/>
              </a:ext>
            </a:extLst>
          </p:cNvPr>
          <p:cNvSpPr txBox="1"/>
          <p:nvPr/>
        </p:nvSpPr>
        <p:spPr>
          <a:xfrm rot="2580443">
            <a:off x="2141207" y="3611482"/>
            <a:ext cx="2997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Mirrored of Northwest of *RP</a:t>
            </a:r>
          </a:p>
        </p:txBody>
      </p:sp>
    </p:spTree>
    <p:extLst>
      <p:ext uri="{BB962C8B-B14F-4D97-AF65-F5344CB8AC3E}">
        <p14:creationId xmlns:p14="http://schemas.microsoft.com/office/powerpoint/2010/main" val="649364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5C05A-7D1D-211F-6E73-F71F78668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6435688A-E416-73FA-ACD6-A71E743660DF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684" y="407659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4BF5017D-2FC7-282D-1064-4EB8E37F5464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7B1F2138-0AB8-6E8A-9BCC-A1EA7E35EA3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C355D6D-1C23-6890-2259-56196BB70C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F01A869-99C8-7D4C-B93E-B4F8D5B85C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0BB2C2E-4838-46EC-8A75-DA2C6BE005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6FD2E2A2-6AD9-A53F-8D56-99C772D3782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4901940-8CB2-DBC2-71C4-86D1A423EC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895D2F1-3439-D76C-1955-F8F021EDCAB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C8FCF4FC-3CE5-7194-5EA5-05FDE0398AF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67134EF-86AD-96AF-690E-C6570A654AF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DDDA94F-CC2A-77CD-7CD8-1A3089C90F7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5870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852D335-56F5-C38D-843F-5ED679CE69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AA7301E-1B46-F8C8-3952-08B47860EB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B431729F-8A36-5A4B-4884-FA0430DB0DC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16852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3197FB15-6FDE-F107-528C-74A19ACF9BB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2A76AFCF-C5BB-6600-AC56-F53B77F7E32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70A774B1-4828-FB48-CAD5-D2E15CE38B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7A3D3934-5444-0A8A-364D-E987D8DB9C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9CFC37C5-C0C4-DB32-F7EF-C7697C2CCB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7132C59D-BA75-E566-0C93-147EDCF542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CAC3950E-E065-7D2F-2C8A-29AD12F6C2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D6F2B020-230F-66F3-BC4D-598DF8A67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FEBBFB3A-5AB8-A9DB-1B91-606E08CF8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C6280D0E-4557-64DC-C920-CE2BB9FA7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D7E48EC0-6F2A-2F12-8B73-8BEA58699C9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4898" y="2470501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F18FB58-2E7D-8EFC-225E-B0094FBA7619}"/>
              </a:ext>
            </a:extLst>
          </p:cNvPr>
          <p:cNvSpPr txBox="1"/>
          <p:nvPr/>
        </p:nvSpPr>
        <p:spPr>
          <a:xfrm>
            <a:off x="2013518" y="2916280"/>
            <a:ext cx="56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C04C16A-C1EC-B9C6-E592-3F9C71DD319A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4EA5977-5F29-1E77-9E82-816EEA487095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Southeast (bottom &amp; to right) </a:t>
            </a:r>
            <a:r>
              <a:rPr lang="en-US" dirty="0">
                <a:ln w="0"/>
              </a:rPr>
              <a:t>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A515059-9AD8-29E1-A393-16559B320E24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F4631F-08FA-ACC0-E275-F97BA1FA1FE4}"/>
              </a:ext>
            </a:extLst>
          </p:cNvPr>
          <p:cNvSpPr txBox="1"/>
          <p:nvPr/>
        </p:nvSpPr>
        <p:spPr>
          <a:xfrm>
            <a:off x="3638736" y="452521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F48353-A4A6-88E0-72C9-0FBDD690220F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B306C4D-033C-45FC-CFDB-F2DD724CB2B5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7FE89CEB-9874-E71C-75D5-A3568717951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0DF0DB96-FE65-AB2C-6544-AFA16E19456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B55C759-D7A0-1984-050F-A2CDA2279077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CBE5E05-90BC-6B41-1167-79269C0439B0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7863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37AA6-64E1-532A-1E0F-59863F89D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12549A3F-9AA7-84B8-742C-ABE1EA8AFE6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684" y="407659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40C1B7A4-8A82-BD40-AF5F-14E151132F9E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9EE0A2D3-F69B-6155-A0A5-92BB8D6AD2C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2BF4B85D-3F78-E286-57BB-F2D6F6D46F7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24BB522E-40A2-00C1-1436-DE8D7CB229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E41AC3B3-633F-BA04-8312-CD7C278D928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55CE070D-25C1-C210-C82E-6EC63A5356C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93C8D585-46E9-1D14-7B3A-4EF48DD783C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1109B5A2-DD77-4435-B900-BCB543F4FC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F5849BBF-CDCD-8EBB-AB1F-36EA3DCAAB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DE767C31-44E3-644D-8D10-665D0B8F26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68654B4-75BB-5ADB-1941-1D78E687367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5870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E003D3E2-4450-5171-B6E0-EA5FD4BECE6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402569E0-55DD-29A8-A32E-F4567E0393A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40486874-42D5-9AC2-B3D4-D440176FAE8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16852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C5E735F6-12FA-3061-27E0-AF028FA5FB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A6072373-19F7-A1DB-C6A0-71835F9FF9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E983E971-1023-280C-D3C8-713072CD93C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5DA3861E-6BE2-19BF-1A10-B4DEF8E809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31FE8DCA-26CB-2FCB-9F96-76CF28831E9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1FFDE412-65F6-2280-DD01-C419EDE74F7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8821AC06-A3DC-78D2-C1C5-1E113CF5C4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FDD4A63B-EB27-1D4F-4CF9-D270AFF24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68714F07-EA1E-2D0B-5887-0B5DD17BA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3385A4FB-D5F3-5676-0CCD-9436007EB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651A4D22-1ADE-0FBB-4FA6-E5ECDF0CAD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4898" y="2470501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45F45EE-0823-C84C-3524-A55F049ECDDD}"/>
              </a:ext>
            </a:extLst>
          </p:cNvPr>
          <p:cNvSpPr txBox="1"/>
          <p:nvPr/>
        </p:nvSpPr>
        <p:spPr>
          <a:xfrm>
            <a:off x="2013518" y="2916280"/>
            <a:ext cx="56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D87AF54-4503-1460-9AEF-57A0A13390A7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BDAA823-B180-C596-9484-98A7EE1C6C45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Southeast (bottom &amp; to right) </a:t>
            </a:r>
            <a:r>
              <a:rPr lang="en-US" dirty="0">
                <a:ln w="0"/>
              </a:rPr>
              <a:t>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</a:t>
            </a:r>
            <a:r>
              <a:rPr lang="en-US" dirty="0"/>
              <a:t>Southeast (bottom &amp; to right)</a:t>
            </a:r>
            <a:r>
              <a:rPr lang="en-US" dirty="0">
                <a:ln w="0"/>
              </a:rPr>
              <a:t>, which is </a:t>
            </a:r>
            <a:r>
              <a:rPr lang="en-US" dirty="0"/>
              <a:t>Northwest (up &amp; to left)</a:t>
            </a:r>
            <a:r>
              <a:rPr lang="en-US" dirty="0">
                <a:ln w="0"/>
              </a:rPr>
              <a:t>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E6B2829-9B52-7398-98F8-189078B8DEA2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26F143-61F3-835D-B4DC-36EB6956B710}"/>
              </a:ext>
            </a:extLst>
          </p:cNvPr>
          <p:cNvSpPr txBox="1"/>
          <p:nvPr/>
        </p:nvSpPr>
        <p:spPr>
          <a:xfrm>
            <a:off x="3638736" y="452521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2D51658-5035-BE23-6B5F-3380DA1D5E27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88F3146-09E7-B339-E421-BE986B37E81B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5F5BCE01-8DA4-4A3A-2D24-3EE14E79E20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B8BE522C-F606-C7FC-DF87-2100106A5CC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A20B85B-C0AA-2EF3-CC62-39AE95B5A748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A160A26-6617-0E35-0981-811AAD99835E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6E9282D-F117-D633-BD57-8B35DFF84B64}"/>
              </a:ext>
            </a:extLst>
          </p:cNvPr>
          <p:cNvSpPr txBox="1"/>
          <p:nvPr/>
        </p:nvSpPr>
        <p:spPr>
          <a:xfrm>
            <a:off x="2733974" y="3704743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48AF14-8961-3B6F-D6E1-7688955B84E2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2264229"/>
            <a:ext cx="1209974" cy="12409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D3FA6EB-A759-BA95-069F-EEB58B550992}"/>
              </a:ext>
            </a:extLst>
          </p:cNvPr>
          <p:cNvSpPr txBox="1"/>
          <p:nvPr/>
        </p:nvSpPr>
        <p:spPr>
          <a:xfrm rot="2741313">
            <a:off x="1381828" y="2983757"/>
            <a:ext cx="2997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Mirrored of Southeast of *RP</a:t>
            </a:r>
          </a:p>
        </p:txBody>
      </p:sp>
    </p:spTree>
    <p:extLst>
      <p:ext uri="{BB962C8B-B14F-4D97-AF65-F5344CB8AC3E}">
        <p14:creationId xmlns:p14="http://schemas.microsoft.com/office/powerpoint/2010/main" val="2195029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E6012-6931-C694-DE4F-184E3E85C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24BC6986-51EF-8102-706C-C8D4E2FEBE9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684" y="407659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86D2BBB3-8282-4CFF-8AD8-ADDBE7070681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2C1AB01D-64AC-78CB-71E0-4A970F2D10B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7CE8AE82-6657-2BD5-B980-8E56D183328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C797BD89-69AA-3139-14D6-B229CF2377D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737159B-D108-530D-E00D-F409EB0B3DD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3132CAA4-0A75-19AF-C784-BFFAD22B6C8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C14501C3-4377-AD54-12EF-28C86D917B2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7BE698E-3B9B-4B4F-660A-901D020C802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8333034A-948A-3C00-8823-818A2F9EF79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E7B30D02-FAE8-CB85-0AC7-B8F43AC4B93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D07DD633-0FD2-74B4-E50A-FBD822F545D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5870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EAAD6166-88BA-E90F-1424-BF63BA0F2B3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0DE0A45-45F9-03F4-083E-A12E6023D1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B128552A-1754-9043-0BF7-C996BB0320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168520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D782844-3EBA-9546-30AC-37477081939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C9DF846B-3A37-2C61-6685-4EE8CD67A3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B55A78EE-3DC6-7135-DA52-3CEFF7768A5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0F7589E6-1802-5A94-BB5A-574D9EBABA4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30E038B1-5E49-CC32-0D14-E36B779AB5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ECB398F7-495D-B03A-B884-0ED42058B59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87806C94-EB96-D91C-6412-3502BF0E68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A820C411-26B3-6EF5-305F-D7C3CED0C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879BD08B-8138-5FBB-0FCE-E884C3B765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B328569E-2302-0B59-E7F3-4E59E36E4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EA383F0-6386-784C-9733-86FF6C3BAA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4898" y="2470501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7E1496-BD46-C2F6-D0F6-1C9CB3E210CC}"/>
              </a:ext>
            </a:extLst>
          </p:cNvPr>
          <p:cNvSpPr txBox="1"/>
          <p:nvPr/>
        </p:nvSpPr>
        <p:spPr>
          <a:xfrm>
            <a:off x="2013518" y="2916280"/>
            <a:ext cx="56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B339C2C-1114-455C-AF71-FC57B0A67E7E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C01C218-039A-0DEC-C572-78D2E56BEC06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So,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92587BA-1C5C-9366-24A8-D14AAB3D1F70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78FC66-9FC3-2E28-5147-C343CF03A6A0}"/>
              </a:ext>
            </a:extLst>
          </p:cNvPr>
          <p:cNvSpPr txBox="1"/>
          <p:nvPr/>
        </p:nvSpPr>
        <p:spPr>
          <a:xfrm>
            <a:off x="3638736" y="452521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906F720-F427-3DA9-7685-7E6B57C1E1F1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4606BE4-B440-C37F-7022-8E2D27A671B4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7583FF59-9DB8-CEC6-DDC7-314E2FE9174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0165C9F-6890-B5A9-BC40-E8633B3AE95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0A24C4F-0704-4058-42F8-19F456D9EA93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45BB11A-981B-CB40-290A-3A75779DA2CD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4B5A90F-4F34-149B-6468-D3A416269BD6}"/>
              </a:ext>
            </a:extLst>
          </p:cNvPr>
          <p:cNvSpPr txBox="1"/>
          <p:nvPr/>
        </p:nvSpPr>
        <p:spPr>
          <a:xfrm>
            <a:off x="875398" y="1676878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FEEF03-082B-4AD7-6B42-DE7127B22310}"/>
              </a:ext>
            </a:extLst>
          </p:cNvPr>
          <p:cNvPicPr preferRelativeResize="0">
            <a:picLocks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3414" y="2408329"/>
            <a:ext cx="731520" cy="731520"/>
          </a:xfrm>
          <a:prstGeom prst="rect">
            <a:avLst/>
          </a:prstGeom>
          <a:effectLst>
            <a:softEdge rad="0"/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3C1E4F-522C-E031-6D79-2F9F399E5D3D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2264229"/>
            <a:ext cx="1209974" cy="12409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0FB14B9-ACF7-455C-D6EE-9331951D30A8}"/>
              </a:ext>
            </a:extLst>
          </p:cNvPr>
          <p:cNvSpPr txBox="1"/>
          <p:nvPr/>
        </p:nvSpPr>
        <p:spPr>
          <a:xfrm rot="2741313">
            <a:off x="1381828" y="2983757"/>
            <a:ext cx="2997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Mirrored of Southeast of *RP</a:t>
            </a:r>
          </a:p>
        </p:txBody>
      </p:sp>
    </p:spTree>
    <p:extLst>
      <p:ext uri="{BB962C8B-B14F-4D97-AF65-F5344CB8AC3E}">
        <p14:creationId xmlns:p14="http://schemas.microsoft.com/office/powerpoint/2010/main" val="1685165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4B193-60B3-4416-DF8F-C559139FD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AA7533D9-4B74-2A18-FA48-E4E5132C87C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34" y="487668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07A82C9E-B574-8610-A782-1EB63E16F986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BBAF425-62C6-2ADB-651C-5ED58D35078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06B6603B-6EC6-064D-147D-B28D8545179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A5A7DB8-9FD8-E5BF-2ADD-2D4B12D73A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E5814B22-F890-3EE5-6B7D-CBC15848CD3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18C4A9CE-84B8-79DC-B02E-D7561F82511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7D2D48F1-F098-E4A7-2037-671FB6C7AD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78FC3FA-F5CB-0E6A-95E7-1729DF78E7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3A957A97-8C1F-CCE9-64B3-9E7A302D1E6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57AE8CD7-616B-D50C-26B0-88173768FAC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9FB8384C-BE75-0EF3-16F2-5986838355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9A870AB6-87D7-14A0-59C4-D5630C8586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458398A2-E65E-EEF1-1990-57E9D023B8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E0AEE9CD-134C-863D-83B4-78000171002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B6178314-CA6F-9C54-D686-866E4CF272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E65906A3-C024-64B5-F5EA-B538ACAA36F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508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174452AC-C84B-08AD-38DD-800C5E247AE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0C7B8F7A-1086-9DD4-617E-D10E7DA84C7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8A58C717-A0F9-08ED-8732-D7F6198E2A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419FF54D-A910-6139-91ED-5E443B5C9A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149CB27-B81C-8623-87A1-76E62FFC5D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38019901-1440-FAA1-7B30-578CBDB4C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2E6C56FA-BA95-DDC7-5356-B25DAA616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3790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0038051C-5F71-E3B4-5443-97ED4C58A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6383" y="3263539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2B9293E-59BC-F6B3-A613-C0FCB010EFA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8774" y="2482227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F624E89-57C7-D9BA-E6AA-386B8C05CBF7}"/>
              </a:ext>
            </a:extLst>
          </p:cNvPr>
          <p:cNvSpPr txBox="1"/>
          <p:nvPr/>
        </p:nvSpPr>
        <p:spPr>
          <a:xfrm>
            <a:off x="2812434" y="292288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3759917-4F91-2C7D-3059-97BB113C366B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BAF023-C6D7-C611-BEFB-0936D939AFED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Southwest (bottom &amp; to left) </a:t>
            </a:r>
            <a:r>
              <a:rPr lang="en-US" dirty="0">
                <a:ln w="0"/>
              </a:rPr>
              <a:t>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F03880F-7B82-DF74-9E0F-B552A6D4AD4A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3CC1C1-DC54-2AE8-FE20-70E5D5B76979}"/>
              </a:ext>
            </a:extLst>
          </p:cNvPr>
          <p:cNvSpPr txBox="1"/>
          <p:nvPr/>
        </p:nvSpPr>
        <p:spPr>
          <a:xfrm>
            <a:off x="1277225" y="530742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D41FEA3-CF3B-7931-C335-9C97E7B8392A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9EF127A-087D-3B1F-D193-41347630D506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D1733B0E-8D87-9A78-A5E9-9651EC0FCF4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63240F95-4D26-481A-9339-5FCF087908A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9B84D3-23B2-B133-5B63-47C13B9925EB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B708180-2D65-8EA1-9060-1185773ED2AE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5311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87F32-3DC9-15F5-DA9B-2D81E386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3FBDEB6C-C1F6-45D1-61C3-EB0A40BF2EC5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34" y="487668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2E3F3387-5EE5-3A27-63C5-01F7461E5702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BBFFBFCD-B8BA-0089-4AB2-578036CAB85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596730BC-723B-8E56-A47E-2F90FEC228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8F12B054-68C4-51FE-42F7-E7D761A479A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D50B0655-0EBB-6DF0-D702-0EC1D09211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33B3A15F-7B9F-692B-5D96-2C0BC3DD67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F6E6A042-6260-F660-F422-BF49453992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E20FECF0-9D45-D804-3CC3-1FDCD2386B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3B06D170-5F5B-C2E1-322D-B53E6356D87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0C945D4-027A-B3FA-88BF-974625AAE40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5A2E53A1-C4A2-2497-7052-E5AA62940FB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4DCFB615-C44A-D3B1-3713-10C7AD6AA3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1C63446F-4F00-3408-BFD0-ED665166D46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3085EE0F-DA0C-1484-6992-51C178DA841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BA68FC5-CCB2-8EDF-3CF3-549C62AE3AB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E25C8742-766B-F964-976E-8B6605F495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508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F9B801D2-2194-FD7F-B91D-3B8CB216E7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6B2D8032-D4D3-AAD1-D541-3584B6ED814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891C761E-DC70-BC09-50DA-1E93DD079D2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47311121-53E2-DE71-CEF4-29F5F4F666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DBEFF49-1855-67C8-9A75-60B3DEA75A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4133DE58-8B0E-A2E1-9690-5CCFE8083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D9DB9199-9C56-C9A0-B83A-35287C390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3790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010C46BD-685F-4E1F-D0D5-C2076524F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6383" y="3263539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E6C4989D-AA0F-193A-1F6E-FCFBA006A76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8774" y="2482227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9B196DB-5C99-AC10-2982-B47A21F3B8D9}"/>
              </a:ext>
            </a:extLst>
          </p:cNvPr>
          <p:cNvSpPr txBox="1"/>
          <p:nvPr/>
        </p:nvSpPr>
        <p:spPr>
          <a:xfrm>
            <a:off x="2812434" y="292288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B4594D7-508F-A1F9-127E-36F2EB509E14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8C489E1-964D-503B-CD11-1CF13E863A81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Southwest (bottom &amp; to left) </a:t>
            </a:r>
            <a:r>
              <a:rPr lang="en-US" dirty="0">
                <a:ln w="0"/>
              </a:rPr>
              <a:t>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</a:t>
            </a:r>
            <a:r>
              <a:rPr lang="en-US" dirty="0"/>
              <a:t>Southwest (bottom &amp; to left)</a:t>
            </a:r>
            <a:r>
              <a:rPr lang="en-US" dirty="0">
                <a:ln w="0"/>
              </a:rPr>
              <a:t>, which is </a:t>
            </a:r>
            <a:r>
              <a:rPr lang="en-US" dirty="0"/>
              <a:t>Northeast (up &amp; to right)</a:t>
            </a:r>
            <a:r>
              <a:rPr lang="en-US" dirty="0">
                <a:ln w="0"/>
              </a:rPr>
              <a:t>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8C394DC-0852-9C74-DA73-7A31047C24B9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C499FB-86E9-B3BD-8658-4E5C95029F63}"/>
              </a:ext>
            </a:extLst>
          </p:cNvPr>
          <p:cNvSpPr txBox="1"/>
          <p:nvPr/>
        </p:nvSpPr>
        <p:spPr>
          <a:xfrm>
            <a:off x="1277225" y="530742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3054CE-8CD1-00ED-695D-1DC8053F7348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689AA5F-E393-8B22-4555-99AA11655969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2AD8DAD6-233B-434B-3DEA-913DF94EEE2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6CE69BD0-2980-14E9-A6B3-3C9B88AA7E2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A32CCBA-6648-53E9-D53C-8C4741A73B24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A43ECC0-10B4-40B6-1E2A-8417D98D1009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5705220-BF9F-7494-9690-6102EEC16055}"/>
              </a:ext>
            </a:extLst>
          </p:cNvPr>
          <p:cNvSpPr txBox="1"/>
          <p:nvPr/>
        </p:nvSpPr>
        <p:spPr>
          <a:xfrm>
            <a:off x="1948828" y="3704407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B282B9-34F0-87D3-72A9-92A983057640}"/>
              </a:ext>
            </a:extLst>
          </p:cNvPr>
          <p:cNvCxnSpPr>
            <a:cxnSpLocks/>
          </p:cNvCxnSpPr>
          <p:nvPr/>
        </p:nvCxnSpPr>
        <p:spPr>
          <a:xfrm flipV="1">
            <a:off x="2318657" y="2231571"/>
            <a:ext cx="1153886" cy="12736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387F33-992C-9C5B-3162-AE57CA926110}"/>
              </a:ext>
            </a:extLst>
          </p:cNvPr>
          <p:cNvSpPr txBox="1"/>
          <p:nvPr/>
        </p:nvSpPr>
        <p:spPr>
          <a:xfrm rot="18718377">
            <a:off x="1577283" y="2200670"/>
            <a:ext cx="2997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Mirrored of Southwest of *RP</a:t>
            </a:r>
          </a:p>
        </p:txBody>
      </p:sp>
    </p:spTree>
    <p:extLst>
      <p:ext uri="{BB962C8B-B14F-4D97-AF65-F5344CB8AC3E}">
        <p14:creationId xmlns:p14="http://schemas.microsoft.com/office/powerpoint/2010/main" val="985552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60C96-3017-6BA1-FA06-A46AC5F6F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0954DC7E-13C3-4546-2D78-666129E672D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34" y="487668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E3DE499C-8E0F-85B4-A916-60ED76BF7521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9F2A1936-2938-E5A6-12D3-18D0166CB79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95C5E230-3951-80D8-FE99-A9DE2E4430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DDF2ADF9-4253-939D-2D1D-A3B80992108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5B75BE1-F8C3-FCB2-4870-240A24B04D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1DEF9197-F013-E33C-B815-BC64916250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BE626D24-7BF9-1C28-5ABA-FB2F1084DFA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8F5CC955-977D-F96A-FA2E-50E9DE864DB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1C1F1C2D-8EA1-753C-9B8D-3E7D287FF4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1A3DAA6A-33CA-D768-C750-0ABB31E269B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61ADF2E4-21BF-5371-94B4-F086FF8280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4ED15858-1592-8546-9435-BF2976FD4B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ABA9F7D5-3673-CEE5-05CE-5F8179CD8BC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3278A835-9E34-181F-987B-F1A68802117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CA65CC90-91E7-D02D-527C-71899798A47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9869BBA4-8BC5-9C77-F6B8-DD23253F179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508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B8564F2F-329F-717B-BFBA-CE71C6D6ED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DA763712-2183-88FC-3669-67DACC11C42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83D701FE-C8AF-CCAB-E2AE-CBC69201B1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20649B2E-E6C2-D37A-121F-B684765D68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06826F42-FBEE-301B-F0EE-65463CA4F14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0363A2AD-D6BC-175D-D17A-D4464530A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52E7C6D2-A8DD-A1AD-4699-AF0933D8D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3790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3D7754F8-1983-A811-25D6-4B5F618E9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6383" y="3263539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EBC1C56-5F2C-4A92-B84C-1154B4DC5A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8774" y="2482227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12A69FA-BB65-0C18-2F59-EFC037E6AD8D}"/>
              </a:ext>
            </a:extLst>
          </p:cNvPr>
          <p:cNvSpPr txBox="1"/>
          <p:nvPr/>
        </p:nvSpPr>
        <p:spPr>
          <a:xfrm>
            <a:off x="2812434" y="292288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0A270C6-86BA-5941-F7A7-19BF0D0B4F1C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583C00C-284B-0707-F4CF-3A828A8286A7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So,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9E078479-C196-4486-B83B-BC8DE64E8007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Normal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D59E43-3A39-6698-5756-D6B5DD5D4E2D}"/>
              </a:ext>
            </a:extLst>
          </p:cNvPr>
          <p:cNvSpPr txBox="1"/>
          <p:nvPr/>
        </p:nvSpPr>
        <p:spPr>
          <a:xfrm>
            <a:off x="1277225" y="530742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A608563-9C19-9811-823C-57BFF60271AC}"/>
              </a:ext>
            </a:extLst>
          </p:cNvPr>
          <p:cNvGrpSpPr/>
          <p:nvPr/>
        </p:nvGrpSpPr>
        <p:grpSpPr>
          <a:xfrm>
            <a:off x="3006385" y="89952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7B8C54D-F0A5-7B28-9675-3B328F1995F3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B9A4BB0-3E23-B289-714C-FED5DA29F18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A6B1DB5D-6463-4CA3-1D30-B9F815BEB7B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EA5C1C-4C25-769B-37C8-25CF7D89F157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8A3BF84-C7FC-7938-A4DC-3F6185E1EE17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8D487FD-3629-B91C-0D44-B2F5D0B45182}"/>
              </a:ext>
            </a:extLst>
          </p:cNvPr>
          <p:cNvSpPr txBox="1"/>
          <p:nvPr/>
        </p:nvSpPr>
        <p:spPr>
          <a:xfrm>
            <a:off x="3513337" y="2130218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EB901B-F3B2-77F0-012E-8E600690CC2F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488" y="2376032"/>
            <a:ext cx="731520" cy="731520"/>
          </a:xfrm>
          <a:prstGeom prst="rect">
            <a:avLst/>
          </a:prstGeom>
          <a:effectLst>
            <a:softEdge rad="0"/>
          </a:effec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DD88E2-6661-5DD4-3781-A85AA01EA862}"/>
              </a:ext>
            </a:extLst>
          </p:cNvPr>
          <p:cNvCxnSpPr>
            <a:cxnSpLocks/>
          </p:cNvCxnSpPr>
          <p:nvPr/>
        </p:nvCxnSpPr>
        <p:spPr>
          <a:xfrm flipV="1">
            <a:off x="2318657" y="2231571"/>
            <a:ext cx="1153886" cy="12736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40EAD47-A3CF-CC09-2156-607FEBF955F6}"/>
              </a:ext>
            </a:extLst>
          </p:cNvPr>
          <p:cNvSpPr txBox="1"/>
          <p:nvPr/>
        </p:nvSpPr>
        <p:spPr>
          <a:xfrm rot="18718377">
            <a:off x="1577283" y="2200670"/>
            <a:ext cx="2997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Mirrored of Southwest of *RP</a:t>
            </a:r>
          </a:p>
        </p:txBody>
      </p:sp>
    </p:spTree>
    <p:extLst>
      <p:ext uri="{BB962C8B-B14F-4D97-AF65-F5344CB8AC3E}">
        <p14:creationId xmlns:p14="http://schemas.microsoft.com/office/powerpoint/2010/main" val="2539395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82A86-7CA8-3951-A720-D7287670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CAC6F5-E563-6A5A-71E9-0ABEFE813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3398" y="2186810"/>
            <a:ext cx="6156550" cy="2798145"/>
          </a:xfrm>
        </p:spPr>
        <p:txBody>
          <a:bodyPr>
            <a:noAutofit/>
          </a:bodyPr>
          <a:lstStyle/>
          <a:p>
            <a:r>
              <a:rPr lang="en-US" sz="4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Tutorial 4 – Special Case Example </a:t>
            </a:r>
          </a:p>
          <a:p>
            <a:r>
              <a:rPr lang="en-US" sz="4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en-US" sz="4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</a:t>
            </a:r>
            <a:r>
              <a:rPr lang="en-US" sz="4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 of Grid)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12EAAEF-C697-89E2-85D2-61C9AA1FA981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965426" y="1709246"/>
            <a:chExt cx="3859863" cy="389311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19809CA-7311-DC0A-50A0-D8DB00B1808B}"/>
                </a:ext>
              </a:extLst>
            </p:cNvPr>
            <p:cNvGrpSpPr/>
            <p:nvPr/>
          </p:nvGrpSpPr>
          <p:grpSpPr>
            <a:xfrm>
              <a:off x="965426" y="1709246"/>
              <a:ext cx="3859863" cy="3893119"/>
              <a:chOff x="6929426" y="1679085"/>
              <a:chExt cx="3859863" cy="389311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78D7DD91-68A5-3E1A-FBB8-3A854E27195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928" y="484068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41D504D-890B-1F36-5008-9FA26D69F99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833601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1CE10330-40A0-E031-18F0-62036D220EB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3272365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09427604-B152-1871-57E1-2F24CA81A4C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75529" y="168816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8C0F8D0-E258-CBB1-00E5-CB2695C6023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170129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FB80E4A-109D-0A4B-0A1C-93FEF6FACC2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3283440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710E951E-C940-989D-2B49-2C8A566ADE1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6357" y="404643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08CA5C0-EE98-FC2A-D91A-DBCC82A233D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53563" y="169784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FB630F55-14CE-4A5E-EDB1-EA1EDEF1810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164" y="24722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5BF70CEE-61E6-3252-85CF-1C654DD1D26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60555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96DA5454-0F9C-39DD-22B4-D964E1732FE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4720" y="483714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2527173-73C0-BD2C-D70B-54BFF5F48D5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0779" y="168131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3A60057B-973F-E992-42D2-084B44A96F0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95426" y="2468203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7858848A-098B-9ED6-C61A-EF4E1712D51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0901" y="1679085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463655E2-EA45-B95F-5E43-713CAB5CB51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2484368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DB07716A-F8F3-F17D-3BF8-4EB22D4A4C1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769" y="3267446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D2E99E4-D92E-BECB-0D02-EDBED85A7D1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4369" y="405052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6F45922-61FE-F935-45D5-9F715E9BCCF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85" y="32635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7F4000B2-047C-E8FE-C4BB-2DB3EDCC9A5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87473" y="4838914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C7015417-2A5C-9AA4-B233-B8C3664E4C9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9366" y="4046439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AEA10494-27AE-DA75-FF9E-43711241EB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29426" y="4046439"/>
                <a:ext cx="734469" cy="731520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B4D0EBA5-C996-3EEE-18EE-4DED6DC7C3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31638" y="4840684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90DA83C1-3F14-AC5C-C0E0-82DA91D9D9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522043" y="2475851"/>
                <a:ext cx="731520" cy="731520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53CC001D-6D7B-9BBE-FF72-B5201D316D2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72928" y="3280299"/>
                <a:ext cx="731520" cy="731520"/>
              </a:xfrm>
              <a:prstGeom prst="rect">
                <a:avLst/>
              </a:prstGeom>
              <a:ln w="38100">
                <a:noFill/>
              </a:ln>
              <a:effectLst>
                <a:softEdge rad="0"/>
              </a:effectLst>
            </p:spPr>
          </p:pic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BC4EE9E-DA34-359F-B321-347916ACD78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08928" y="2512388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86A1CB9C-B626-0033-124E-2E9506ECD41F}"/>
              </a:ext>
            </a:extLst>
          </p:cNvPr>
          <p:cNvSpPr/>
          <p:nvPr/>
        </p:nvSpPr>
        <p:spPr>
          <a:xfrm>
            <a:off x="3289563" y="966867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AC8D06-C86E-DE22-13B6-4A85CFF6E46F}"/>
              </a:ext>
            </a:extLst>
          </p:cNvPr>
          <p:cNvSpPr/>
          <p:nvPr/>
        </p:nvSpPr>
        <p:spPr>
          <a:xfrm>
            <a:off x="4862272" y="2517291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A4407F-F05F-43B1-9DC0-79F22ADF5C98}"/>
              </a:ext>
            </a:extLst>
          </p:cNvPr>
          <p:cNvSpPr/>
          <p:nvPr/>
        </p:nvSpPr>
        <p:spPr>
          <a:xfrm>
            <a:off x="231283" y="5602365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F215BC-4E3F-7568-08F3-599CBE45BDEF}"/>
              </a:ext>
            </a:extLst>
          </p:cNvPr>
          <p:cNvSpPr/>
          <p:nvPr/>
        </p:nvSpPr>
        <p:spPr>
          <a:xfrm>
            <a:off x="213740" y="3293700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</p:spTree>
    <p:extLst>
      <p:ext uri="{BB962C8B-B14F-4D97-AF65-F5344CB8AC3E}">
        <p14:creationId xmlns:p14="http://schemas.microsoft.com/office/powerpoint/2010/main" val="1961816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A1CA6-A2E7-D3C2-8827-A5B10F382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E227FEBF-EEA5-1FFB-BAF0-C6573E815844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A092187E-D338-B77D-9187-ED48CEB40B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24757050-AD3A-9540-FB02-823476625EB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3773866D-27AB-AF9B-6DDE-0B0EA45B70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AB4A6E0-D3BF-88F7-155B-444F725160D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7B21049-C30A-36E6-5200-BC8ECC3160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9768418A-DAA8-ED23-8DA1-30367906AC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CA56527-756C-1158-CFE0-33A7B7F55C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EF0437F3-6C01-4E4E-EBD5-6FB64314FFE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7987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EB2DA1B0-95EA-C38C-09D1-3D78D71C34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8091285E-63AF-B45A-0994-2F6360768A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5AB3A457-C094-C623-7B59-A3CD9EDBAB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78259635-ECDA-1B56-23DA-2F43040BC2B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1E87988B-DD23-5DED-6773-09F9C09BFD7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3290FDFD-1ED7-3440-D8C7-6F149A959CD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779341BB-D80F-5F5E-E875-696126A84FC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223A1827-785F-D1B7-E216-FBA0F15A10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B2E5D367-32CC-5450-4305-05CBE8FA35A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694DEEDF-60CC-3E25-3765-036EE47FD4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52912905-6EA0-0DC6-7BF5-F2DF651965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2FA90BFE-883A-E6C5-98C4-10C11D12943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C9D47E68-5E57-3783-EC04-4BECC2C54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4301467E-59CB-B442-F248-F5CB63E33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29F3421B-D29C-5546-857B-5F6808D58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EE80D612-1FC6-C270-0771-D40BCD20C0B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7987" y="484068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0AF6018-7366-8343-E6FD-0C7DFFF6155E}"/>
              </a:ext>
            </a:extLst>
          </p:cNvPr>
          <p:cNvSpPr txBox="1"/>
          <p:nvPr/>
        </p:nvSpPr>
        <p:spPr>
          <a:xfrm>
            <a:off x="3604007" y="529575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8CA6D29-D700-260D-D029-79747FDE7343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F3DFCF-0C25-E323-A6DE-B31D3E8012C3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North (up)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6EDBDF81-57E9-52B7-AD09-2733321F579B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A7487F3-E0A5-89C8-27E4-DB8D8108FC0B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1A91DCD-8F24-1351-723B-992F5B1A26B4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CB06AFED-38B8-615F-BC38-63DF1F7C3D9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81EDEBFF-5D5C-CC7D-8874-4AE02B4D9E2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67CE08F-5F30-36BB-FFED-8BA8B056C2DE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CB51646-7CDB-1A8B-3B55-619275D79CB5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A3AC771E-6710-DCEF-A5EB-62CF4071123D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100" y="2498217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5F07C40-E158-A086-642D-9602D7CC254B}"/>
              </a:ext>
            </a:extLst>
          </p:cNvPr>
          <p:cNvSpPr txBox="1"/>
          <p:nvPr/>
        </p:nvSpPr>
        <p:spPr>
          <a:xfrm>
            <a:off x="3626884" y="291453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</p:spTree>
    <p:extLst>
      <p:ext uri="{BB962C8B-B14F-4D97-AF65-F5344CB8AC3E}">
        <p14:creationId xmlns:p14="http://schemas.microsoft.com/office/powerpoint/2010/main" val="3948195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051B3-EFDF-14A4-B7BC-E4E736E21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ED377FF-DAA0-E479-0B51-4ED0790E7917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38E9BB-8D5C-BA6D-1C61-F144B4FFA196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North (up)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North (up), which is South (bottom)]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04FA76C3-2EAD-6076-A901-52A4252C3388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A6B3B17-AE93-0D41-F97C-CDA59DE13518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EF803FF-B485-A7B3-4ACA-E189704AD700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53C529B2-C40B-15BC-D805-4B0B67ECC18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39C7CCEB-8E9A-84A9-A7B7-2EECB10ADC9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CA07F49-762F-050C-5E45-29B163BECE26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21CE88E-4DE3-0D81-E2C9-6A9C48245B49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6EA7028-B17F-B6DC-3962-ED1C089A8D41}"/>
              </a:ext>
            </a:extLst>
          </p:cNvPr>
          <p:cNvSpPr/>
          <p:nvPr/>
        </p:nvSpPr>
        <p:spPr>
          <a:xfrm>
            <a:off x="3296555" y="5640812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C42E115-A190-3FCC-60AD-070674B91AF4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184D6677-F83C-8901-ED1E-A8643E678C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FDF24BA-669F-B8FA-8034-B8C4BF923A6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3952FF9B-B518-1920-2513-26E9EA5BA24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94E3327-1C63-6E9A-3646-997C58157D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592B4520-EA08-E868-615D-EDD5A1AD21C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6B8F9DB3-89EA-0E1D-01BA-BD93979727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45604C40-A1DD-9FCE-A48D-D7EA46CB69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4F158CDE-9E9F-0FCA-9097-DF839B1D882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7987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903F8F58-B217-DEC5-C74F-9E320ACBAD2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6012E593-B1FC-28CD-BD34-10A96EFBFF2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3E1A5DC-E385-533D-A602-E2703EBAA9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C664794C-6661-EA6B-D26D-D03FED66A5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BBEC55E-9ECF-029F-C33C-34ADD2A1C22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65596F89-D9D5-001E-72CD-1EC78535AE5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E4A1098D-6786-43E0-95CD-B8F8919579E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09076214-7906-D91E-102C-7D1F222AA62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197CCBCD-92BF-019C-1363-36F26BBF5D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6D873478-CB91-69F4-9F54-9C06B0A7035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08632C9C-79F4-DFE8-DFED-9052266EC2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46E4DF2-7C08-A476-4B54-880565EDEE7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9766DE52-2FBA-2CA7-76B4-C26E3EB8A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46393704-2688-BCC3-F82D-EBADFEB76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6DA33B0D-A713-350B-74FC-59B6BF389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ACFC287B-E4FC-F7A5-FFAF-DA665D03D22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7987" y="484068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970C1680-F11C-7E45-BB0A-BE9246446683}"/>
              </a:ext>
            </a:extLst>
          </p:cNvPr>
          <p:cNvSpPr txBox="1"/>
          <p:nvPr/>
        </p:nvSpPr>
        <p:spPr>
          <a:xfrm>
            <a:off x="3604007" y="529575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DC77CF69-185E-7731-5B05-6A661046FE03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100" y="2498217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F55C59C2-3568-4F3A-1C9E-529B0044355F}"/>
              </a:ext>
            </a:extLst>
          </p:cNvPr>
          <p:cNvSpPr txBox="1"/>
          <p:nvPr/>
        </p:nvSpPr>
        <p:spPr>
          <a:xfrm>
            <a:off x="3626884" y="291453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1D333CA9-CCB6-CEFD-A29F-B596B3E356A2}"/>
              </a:ext>
            </a:extLst>
          </p:cNvPr>
          <p:cNvCxnSpPr>
            <a:stCxn id="57" idx="3"/>
            <a:endCxn id="2" idx="3"/>
          </p:cNvCxnSpPr>
          <p:nvPr/>
        </p:nvCxnSpPr>
        <p:spPr>
          <a:xfrm>
            <a:off x="4028075" y="4442360"/>
            <a:ext cx="12700" cy="1564212"/>
          </a:xfrm>
          <a:prstGeom prst="bentConnector3">
            <a:avLst>
              <a:gd name="adj1" fmla="val 9257142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F13D70BF-A99E-5EE6-0AA5-52D368A1A6BF}"/>
              </a:ext>
            </a:extLst>
          </p:cNvPr>
          <p:cNvSpPr txBox="1"/>
          <p:nvPr/>
        </p:nvSpPr>
        <p:spPr>
          <a:xfrm rot="5400000">
            <a:off x="4207513" y="5161504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Mirrored of North of *RP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B86F3-64EA-8FB6-C3D6-896A8951D43C}"/>
              </a:ext>
            </a:extLst>
          </p:cNvPr>
          <p:cNvSpPr txBox="1"/>
          <p:nvPr/>
        </p:nvSpPr>
        <p:spPr>
          <a:xfrm>
            <a:off x="3509001" y="4507898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49ED8A-926D-588C-5237-3033F80C568C}"/>
              </a:ext>
            </a:extLst>
          </p:cNvPr>
          <p:cNvSpPr txBox="1"/>
          <p:nvPr/>
        </p:nvSpPr>
        <p:spPr>
          <a:xfrm>
            <a:off x="3497992" y="6064453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3558629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6BF96-FE09-5AC5-D57D-56E3B65D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4713DB0-D7A0-CE50-00A5-F901021298D1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FFEC1E3-3B6B-AD30-BF03-3DB3320C587B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 </a:t>
            </a:r>
            <a:endParaRPr lang="en-US" dirty="0">
              <a:ln w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04F4696-6E22-EC21-7D14-E9A4A308B563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8A3D2FE-74D2-F881-47A3-E4A4BBB65443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8C4BBD-6E24-F5BF-A3ED-3F201E9B8795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8D598D4E-0E70-1393-83D2-857E92A9026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7C6AD950-331E-3713-5610-BF0C1114BF4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3CD6846-38F0-EEF8-C0EC-B7AA3538A7DD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DFDB7D0-499B-F619-D2F7-D17A02976574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4EF3DFA-DF17-8156-A3E6-E614AC48B2BB}"/>
              </a:ext>
            </a:extLst>
          </p:cNvPr>
          <p:cNvSpPr/>
          <p:nvPr/>
        </p:nvSpPr>
        <p:spPr>
          <a:xfrm>
            <a:off x="3296555" y="5640812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F16EEFE-38E0-A1F5-6C1C-5B40348741DE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2D0F1F8C-2D91-A365-ECE5-85800978C8F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B4DDD711-32D2-93A9-3A8A-2884C82FC5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B3FD111-FD8C-F6CC-C253-4D1074B461B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45F22D4A-3F25-BBBE-5A1D-047AB2E5D62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E43DDAC-990D-616B-A007-13DEB62883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6EB0BCD8-D7F3-E603-824A-3B595C4F39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EE823CD0-ADE8-B46E-9613-D8FFE957FE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1EA30F9A-7FBF-F6C7-91A4-EE6B3001972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7987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6E006E75-C347-CB92-DD9C-72116B6714C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A021784C-1FCE-7D30-4FC1-7930E71247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C1B4728C-1BCA-15DE-DC5E-CBCDAEBB51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FEAA7119-29E6-1039-948B-C7FCDBD3F01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A9184018-8E17-2FF1-4DAA-820DE3D64E4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7B72B10E-40BC-4B15-CF67-149B5DB9EB8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6AAC1574-DED2-BA29-AC98-4254217C55C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E3A560DF-A69F-DF90-0139-24E7F9A7728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1DD7CEB0-39C7-29BD-A0A8-3E5ED86EE93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9C289CE5-A3E6-EE6F-F818-47023D651F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5C78CC7-4496-EC97-6773-82C3B716371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9D1491E5-B267-97F3-1698-F71F031EBA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5B9AB4C5-F8E1-1E36-3402-8418937AC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4E602121-2F20-D0EA-80C3-A5E60736D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9DED2F1B-65E5-6415-BF35-CEFC1814C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B7D4E563-CE29-6DF9-0BBE-DBD755C6417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7987" y="484068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B02561CB-4031-A7B0-A283-35FE9CBD7DAE}"/>
              </a:ext>
            </a:extLst>
          </p:cNvPr>
          <p:cNvSpPr txBox="1"/>
          <p:nvPr/>
        </p:nvSpPr>
        <p:spPr>
          <a:xfrm>
            <a:off x="3604007" y="529575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156C90FE-7876-D8A8-408E-8C81CF0828E6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100" y="2498217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1DFB99E8-7BA9-8C57-6C1D-8DCF3827AB2D}"/>
              </a:ext>
            </a:extLst>
          </p:cNvPr>
          <p:cNvSpPr txBox="1"/>
          <p:nvPr/>
        </p:nvSpPr>
        <p:spPr>
          <a:xfrm>
            <a:off x="3626884" y="291453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9F945C9C-6A28-4374-CDD4-416A77DAA276}"/>
              </a:ext>
            </a:extLst>
          </p:cNvPr>
          <p:cNvCxnSpPr>
            <a:stCxn id="57" idx="3"/>
            <a:endCxn id="2" idx="3"/>
          </p:cNvCxnSpPr>
          <p:nvPr/>
        </p:nvCxnSpPr>
        <p:spPr>
          <a:xfrm>
            <a:off x="4028075" y="4442360"/>
            <a:ext cx="12700" cy="1564212"/>
          </a:xfrm>
          <a:prstGeom prst="bentConnector3">
            <a:avLst>
              <a:gd name="adj1" fmla="val 9257142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2A6FD31-210D-48AC-B7BE-215FF0223C63}"/>
              </a:ext>
            </a:extLst>
          </p:cNvPr>
          <p:cNvSpPr txBox="1"/>
          <p:nvPr/>
        </p:nvSpPr>
        <p:spPr>
          <a:xfrm rot="5400000">
            <a:off x="4207513" y="5161504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Mirrored of North of *RP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480AD-BCF0-2AAE-BA0C-A499F0D980F1}"/>
              </a:ext>
            </a:extLst>
          </p:cNvPr>
          <p:cNvSpPr txBox="1"/>
          <p:nvPr/>
        </p:nvSpPr>
        <p:spPr>
          <a:xfrm>
            <a:off x="3497992" y="6064453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409206-382A-A857-CB75-5BDAEEC7C0E4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411" y="3099200"/>
            <a:ext cx="731520" cy="73152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4079273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87E73-4AE1-6C01-164A-C5562FC50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67CE635-187E-2478-1010-2AB805D85139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ED40FE9-A5BC-39EB-9981-839B5844FB46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07E03D0-0B6D-179B-7CD0-34C710CE66E4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32F8CAE-72F7-C8A2-E14F-2A5434D07685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46502B4-3DED-6231-1062-FDD55BC56D34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4F17B790-2B83-71F7-3A25-9F42B230E9E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E52629D1-0114-D2E9-8D08-903B7F802C8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EEB2E64-D6CD-0A2B-BBE3-58194A7C43A7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4AC93BB-8C32-9A02-CD98-F476259C0E61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B9AE1AB-0FB2-E4A7-16F8-480269D8873A}"/>
              </a:ext>
            </a:extLst>
          </p:cNvPr>
          <p:cNvSpPr/>
          <p:nvPr/>
        </p:nvSpPr>
        <p:spPr>
          <a:xfrm>
            <a:off x="3296555" y="5640812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30D5AB9-52B1-B924-EC94-7233926C1FEF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B108245-0918-FADA-831E-D3727139AEF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F198B09-DBF3-BFFB-FF8D-A16EA2D6AB4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22924498-71BD-7597-3A6F-FF7188C90EA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FDAE7059-15C2-07F9-3AF5-C5B7612038E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7A34C5CA-6551-35AE-2C2E-FCFE5B42F7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25ECCD01-B49E-029C-1BDA-1E7273544A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35D3CEAD-B1E3-30C9-D321-96C1421908F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200E7F64-86A0-10FD-C519-4C76E404AE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7987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145043A7-703C-53FB-52B3-081E4192F3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A61AA52-E827-2D1A-CA81-497BFA1FB7C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D6104BF5-8CE6-7625-7EC2-A22085B3A1A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E0D36028-E5D6-1F0C-D63A-8DE706D5BB4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C2FBC5D0-26AF-FD34-3FDC-5D47596F66B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9DC24CE3-6DD9-1347-733F-6A181DFD4AB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B7DC29AB-3716-E82D-EB38-A0808C3B0EF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0957E805-BA64-1D5D-01C1-A3008F562C7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2C83C5F-784B-47D1-AA5F-BF3A8EDB02A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46EF461C-63AB-0BB1-2FFB-9EAA8C4CAF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9FB85F46-BDD7-8097-7927-69D2C67B06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0EFCFB7C-6E8B-3D67-83F5-902568802A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3D20B1B3-A447-8408-7973-A0D73BCDB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DDA50E85-470D-9AB5-3322-585E94219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E591C0C3-BECE-9B6F-9C89-A8AE862A6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D0F82201-D644-4D87-C54B-CDCE9C7CA4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7987" y="484068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BB5BBA6-E427-236A-B54F-E1E79CA3E5E2}"/>
              </a:ext>
            </a:extLst>
          </p:cNvPr>
          <p:cNvSpPr txBox="1"/>
          <p:nvPr/>
        </p:nvSpPr>
        <p:spPr>
          <a:xfrm>
            <a:off x="3604007" y="529575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168F2716-1506-B805-4555-C31D195C58F4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100" y="2498217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242D4310-F260-E49C-866A-DCBCB5B07C4F}"/>
              </a:ext>
            </a:extLst>
          </p:cNvPr>
          <p:cNvSpPr txBox="1"/>
          <p:nvPr/>
        </p:nvSpPr>
        <p:spPr>
          <a:xfrm>
            <a:off x="3626884" y="291453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041BE3-B494-62FA-7ECA-6365CBBD6774}"/>
              </a:ext>
            </a:extLst>
          </p:cNvPr>
          <p:cNvSpPr txBox="1"/>
          <p:nvPr/>
        </p:nvSpPr>
        <p:spPr>
          <a:xfrm>
            <a:off x="3474966" y="2131456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1EB9B957-D67A-0548-0553-136233B31EDA}"/>
              </a:ext>
            </a:extLst>
          </p:cNvPr>
          <p:cNvCxnSpPr>
            <a:cxnSpLocks/>
          </p:cNvCxnSpPr>
          <p:nvPr/>
        </p:nvCxnSpPr>
        <p:spPr>
          <a:xfrm flipH="1" flipV="1">
            <a:off x="3655323" y="1718324"/>
            <a:ext cx="372752" cy="4288248"/>
          </a:xfrm>
          <a:prstGeom prst="bentConnector4">
            <a:avLst>
              <a:gd name="adj1" fmla="val -303913"/>
              <a:gd name="adj2" fmla="val 105331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9F78742-286F-CC8D-6BCE-F42A57B1740F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411" y="3099200"/>
            <a:ext cx="731520" cy="73152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35003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BCA8E-6A78-BCC5-9DE8-102EBAD6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86CDF385-D913-E79D-9FA5-0C9F8ADB07D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6376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569D7971-3B0C-316B-301B-DA1CD44D4E2E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7D3A5591-3A78-0F3F-1DED-51AE79FF73F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7C3A7A6-E6BF-5DEA-8247-FB1E78AAD1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65445CE4-3806-AE99-CEE6-604CEF7B9E1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8586F5B0-A63C-D8BC-F1A1-158DA05321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042E5A16-0646-185B-941F-F4D211006AD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F20566C2-3B5D-AA39-34EF-75C6A3FD51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77DB66F-16CB-D6FC-733C-9772B282683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F7699854-40BA-96A7-7229-67551010EBB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7987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BF65D5F2-6BDC-63A6-E3A0-C0502F53D1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BFC7A478-82AC-7ECB-2FC3-0B231C0368A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5EF383A-BB23-C048-4109-4624CEE0EB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6C7B9A9-3EE7-F70B-3FE1-DD9546112C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D85E71F-261F-CD7D-9EC7-A25EBB59CA5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A6167E8F-3B1C-E990-8E36-686FF4F5375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487D686C-3C09-AC26-D06B-54BB0CFB2C0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8BFFFE89-2175-305E-5EAA-D40C3D9E8B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0465ED55-7DEC-CB3F-336A-F3E7114D08A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F22926D3-A8AC-3617-D9FB-92DDC91C62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5445C904-31D3-184D-130F-655FCBDB806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2E010C2D-35DE-0027-F9C9-63177E090C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D6F63484-3760-866E-9B66-075C61087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869E561F-9677-EB92-EAF4-9CB842DA1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DF2DCE19-153F-A498-C805-24EBE2781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1909B79B-AC22-490F-FCBB-CB11B83586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3019" y="1702397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CD4BD22-D22E-479D-3F15-FBFDD0B2BBCD}"/>
              </a:ext>
            </a:extLst>
          </p:cNvPr>
          <p:cNvSpPr txBox="1"/>
          <p:nvPr/>
        </p:nvSpPr>
        <p:spPr>
          <a:xfrm>
            <a:off x="3597427" y="215038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AE21171-17D9-0F67-2DB0-46A41002F38C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55B5F72-759F-16D5-D469-6A93D0961C5A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South (bottom)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A4316E9-A092-7321-5B03-C62F87377E49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E2522E-D19B-B1E4-493F-E5968E4792F3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28ABDBF-ED71-59F5-EB6B-319EDA1C1322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938678B-D48E-25DE-5B32-03C7A8DA643E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FA4C4118-14A9-DF27-BD0A-025AC5E922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054A4482-B561-E6B9-9B2A-C2C11DC3797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E8249B0-A593-D56E-A1C6-1AE1DCAF64CC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2497FFF-4CC0-7EA8-F247-550406FE1686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1681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F8DDD-8A4F-4CA3-E82E-AED561196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737F01A0-69C5-AC29-F449-E80CC199C433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6376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7E4226CA-9DCE-1DCC-3A4E-20341B2ED4E6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A89524FF-6BF2-4673-82B5-BFA21A905B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E4F282F-D0FA-39D8-118B-761920E112F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E87BC5B9-F79A-C803-DF05-E5C71C1D699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D4F8341F-FEF2-E1CE-B63A-8CE6D77968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9A50AB82-0525-EA0F-7845-2135606804A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9CD20627-2727-AB1F-9C43-1E7890AE4CB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DD546A4B-18D4-6849-B03B-D894B8281C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A303D5FB-D723-786B-25BF-AE552ECD592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7987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673E194-477C-B69D-3156-1119935390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7B2BAD7-681D-4466-650D-34BAD14475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6C1F467E-9B61-778A-19B4-9A0B53A68A9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922EB4E2-0F73-2FB0-2591-6CD101FFB0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B6801E4C-96BA-19DE-0764-C1E97D5CD0B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368CB5AC-7B2C-6448-63E2-7FD79394965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59CE2EAC-0407-8EC5-3171-F23CC65AB0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8DC3B498-8DB9-7325-C4A9-942CDB85E1A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FDFD64E6-7CAC-8B00-219A-19FE6946375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D88AFD77-6128-A07E-4835-06B28407C8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17C354BB-4DB4-9A11-5021-AC05F37D35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54BD09FD-F7EC-7F61-B728-B6C3FAE607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115A6E30-D725-CE5E-95DF-38BD63860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0A9ABE72-4083-F204-A745-1C494FB84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AE7292D4-F9A9-1BD1-437C-C4E099E95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ED315EAB-2F7A-8FA3-3BB7-02AE64542F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3019" y="1702397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84ACCAE-BC20-FCDB-226B-0AACB19356F8}"/>
              </a:ext>
            </a:extLst>
          </p:cNvPr>
          <p:cNvSpPr txBox="1"/>
          <p:nvPr/>
        </p:nvSpPr>
        <p:spPr>
          <a:xfrm>
            <a:off x="3597427" y="215038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B57F64A-027D-2C51-2CBF-949C70E8FB3D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468DDAF-DC1D-32EE-E2D8-4178A4831C07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South (bottom)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South (bottom), which is North (up)]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A0C5BCA-AA31-8862-793C-CAC067A580AC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1C0D41-5E7C-0F87-917D-43479A079CBF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BE3EC33-D5B6-61EB-3E41-35AAA315E892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8EFF764-09AC-FC3F-896A-FB23995F458C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992FEAA9-E967-5EED-BB8C-D6B94557D32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BF58EA85-422A-D4F2-8605-7618363BAE5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8F5714-838C-5EE8-5133-EC84E8131A59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EF0109-BEFE-90A2-0C3B-2D2306AB560F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67EA67C-20A7-2AED-A831-1943A8ED1CC2}"/>
              </a:ext>
            </a:extLst>
          </p:cNvPr>
          <p:cNvSpPr txBox="1"/>
          <p:nvPr/>
        </p:nvSpPr>
        <p:spPr>
          <a:xfrm>
            <a:off x="3521305" y="2906580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C5731C-3ECF-C259-68E0-0DA7B02AB7C7}"/>
              </a:ext>
            </a:extLst>
          </p:cNvPr>
          <p:cNvSpPr/>
          <p:nvPr/>
        </p:nvSpPr>
        <p:spPr>
          <a:xfrm>
            <a:off x="3309019" y="969034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F7B9AE04-B55C-87EE-8DA7-1C9BC69FC2ED}"/>
              </a:ext>
            </a:extLst>
          </p:cNvPr>
          <p:cNvCxnSpPr>
            <a:cxnSpLocks/>
            <a:endCxn id="3" idx="3"/>
          </p:cNvCxnSpPr>
          <p:nvPr/>
        </p:nvCxnSpPr>
        <p:spPr>
          <a:xfrm rot="5400000" flipH="1" flipV="1">
            <a:off x="3254646" y="2120687"/>
            <a:ext cx="1571786" cy="12700"/>
          </a:xfrm>
          <a:prstGeom prst="bentConnector4">
            <a:avLst>
              <a:gd name="adj1" fmla="val -3189"/>
              <a:gd name="adj2" fmla="val 8842858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D961FA-08E6-E4EB-B3CF-B8A7510A0878}"/>
              </a:ext>
            </a:extLst>
          </p:cNvPr>
          <p:cNvSpPr txBox="1"/>
          <p:nvPr/>
        </p:nvSpPr>
        <p:spPr>
          <a:xfrm rot="5400000">
            <a:off x="4164170" y="2143485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Mirrored of South of *RP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544CA-5F55-1680-9F4C-58ED11E5F169}"/>
              </a:ext>
            </a:extLst>
          </p:cNvPr>
          <p:cNvSpPr txBox="1"/>
          <p:nvPr/>
        </p:nvSpPr>
        <p:spPr>
          <a:xfrm>
            <a:off x="3521305" y="1387004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3176937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F9C25-0300-EEAD-BAB0-4E318A845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D590F892-A7D2-4B84-3089-90B0649DAC6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6376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B71BEEFA-F406-BF64-D166-79D1C402750B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24E71F03-FF4F-9A7D-760A-0CFF63191E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EB16BF52-CA48-D352-543C-74EF611E33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A6022257-FD43-667F-ADCC-B4CF3F9CE7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B0920486-FC64-B676-C899-D52CA3AA80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5FA642A6-DBD6-0C01-CFDF-47FE2A844B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447C588F-3EFD-6F58-940B-9A6E7C92332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663D56E-A4FB-8DB5-F279-9D8C003F9F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E1D5D8F5-4BAE-9772-8716-8A8B65DBED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7987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43F7052E-8ED5-8118-8852-03F08940A05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AB93C257-D998-49B0-5D1E-96827F4D924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016434EB-D189-DF94-1E06-E003928ADFD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BAA4BF91-818C-4D02-6394-CDD1E40BC3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D56E2B41-D2D7-8FC1-7393-A5B1F2C1F4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653FD07E-021B-243B-C487-D8C96220B1D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ABD21E9C-5849-6DF5-0143-8A23D90804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8E8E0392-9BDE-D7AC-6C51-049B120E66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EE7B3EFB-CD61-9D0C-C49C-A827FF93DC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4E02C95D-FF41-49C7-A99C-C6221B045B2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A055D698-9742-1D10-C08E-67EBC1B15DC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7720E7E5-FEB2-D4A0-F602-5F093BE692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9BB1C8BA-6103-56A1-BA36-F312EE911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0991DF10-7569-432A-0557-57D985B8A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85C1D2BC-CB10-4A19-8C59-4A07143C4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CD153A1B-5AE2-1FC1-A50F-BCDE398E137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3019" y="1702397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8EE12D2-08AE-4A16-A798-5ABF33757CA1}"/>
              </a:ext>
            </a:extLst>
          </p:cNvPr>
          <p:cNvSpPr txBox="1"/>
          <p:nvPr/>
        </p:nvSpPr>
        <p:spPr>
          <a:xfrm>
            <a:off x="3597427" y="215038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8A4BEFD-908B-0CF0-75D7-0C11348297F9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100F1A2-343F-0308-354D-6A2BD15E011E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32357F6-4151-B24F-3B87-8C1B324D195B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813BA7-79D4-6818-EDAB-62924C51398B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F2FA4D-4A01-F839-9CF1-F6FEA96E34CC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5CF0FD2-2D81-3832-BFA1-19D4D0389060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B55E91B2-9DFF-DF5B-B6C3-49656C6D390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C046191C-2713-6E49-85CD-ED3413CA2EC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D1331BF-B7F2-B952-EDC0-8ECD21146150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470DC17-BC83-C0B5-9E71-A769C83D4548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66C840B-F6F1-41AF-7DE4-5B3BC2A5954C}"/>
              </a:ext>
            </a:extLst>
          </p:cNvPr>
          <p:cNvSpPr/>
          <p:nvPr/>
        </p:nvSpPr>
        <p:spPr>
          <a:xfrm>
            <a:off x="3309019" y="969034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8E5F9B7-BABD-A57F-366A-ED686948A982}"/>
              </a:ext>
            </a:extLst>
          </p:cNvPr>
          <p:cNvCxnSpPr>
            <a:cxnSpLocks/>
          </p:cNvCxnSpPr>
          <p:nvPr/>
        </p:nvCxnSpPr>
        <p:spPr>
          <a:xfrm flipH="1">
            <a:off x="3662315" y="1334794"/>
            <a:ext cx="378224" cy="4260488"/>
          </a:xfrm>
          <a:prstGeom prst="bentConnector4">
            <a:avLst>
              <a:gd name="adj1" fmla="val -280712"/>
              <a:gd name="adj2" fmla="val 105366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8DE1E67-435D-F8E7-B788-0962092D7035}"/>
              </a:ext>
            </a:extLst>
          </p:cNvPr>
          <p:cNvSpPr txBox="1"/>
          <p:nvPr/>
        </p:nvSpPr>
        <p:spPr>
          <a:xfrm rot="5400000">
            <a:off x="4185667" y="3617987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CD526E-66DF-A635-27BA-190C38BAF69A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397" y="3063240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CCA19BC-69C2-20E9-2054-C6F42A869CB1}"/>
              </a:ext>
            </a:extLst>
          </p:cNvPr>
          <p:cNvSpPr txBox="1"/>
          <p:nvPr/>
        </p:nvSpPr>
        <p:spPr>
          <a:xfrm>
            <a:off x="3521305" y="1387004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12586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ABA0-210F-8D05-6027-3FB6DD8F0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C4ADA45D-FDC7-5933-DF4C-AABF3A9119B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6376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055B0354-787E-3DC2-BFE1-09D813ED6DD4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71CBDD4F-D989-284A-5720-389D407C945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640FD718-8C2F-9C05-693F-DB02F0844D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1AC0A85B-D50C-6E63-ED93-9978085C38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1ACC60F0-527A-D249-62AF-79DEF47020F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15881BF-C3AE-5B38-E152-ECC9853BE8A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02865AE-6682-7406-7FFB-C0AD317D03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D7DE3CE3-6D51-7BCB-74B4-54F24BE28E6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4F1C6A70-83CD-8336-BF99-1A270E9A9ED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7987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D3547791-9F92-2BB1-53B4-75258493E5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57216E1-C225-B8A1-B760-AD0A941B989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526D1D9-998D-2068-C3C6-1950E6109A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6DBDBDF-7C86-F383-A7B0-64212DEC913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5F8134AC-7C67-EE24-1A06-2D36D85493D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4A02CB74-A3FD-8EF8-1690-8071BA41D3D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0A97417-E642-1D85-1470-15AFC6AAB86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5D9D88B2-BC0B-B065-ACB9-D7E354CEC1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E221275C-7193-63BF-ED54-4E5C76064A6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9511FEE3-AEBA-D170-3036-27474EF656B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2751CE6F-C840-3AB9-6826-8444124258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9A8FF958-D0C4-D1EE-63BD-55A4E3FA77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DAB3D893-C586-CBD5-77F2-077AE852B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A0FA70DE-4BF9-8BF3-4925-6C814E356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31E58256-7FB5-BB10-B642-BAB90B0EE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EA80E7B-7740-6299-B243-09ECF17F64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3019" y="1702397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27ACDB5-330C-F9FF-2E75-3866D8CCEE97}"/>
              </a:ext>
            </a:extLst>
          </p:cNvPr>
          <p:cNvSpPr txBox="1"/>
          <p:nvPr/>
        </p:nvSpPr>
        <p:spPr>
          <a:xfrm>
            <a:off x="3597427" y="2150388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C47D8C-651A-2E14-27E6-AFB437E96737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8122479-D671-45A3-A5C7-EA734ADFE4AF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FC4A720A-756A-0E55-2096-DAF9D40D50E0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182312-7B31-D816-019B-D322DFEBB9E1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7040E49-5D1E-EB4E-6AB2-FD5251239C6D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880E5E3-ECD9-E6BD-D82C-0F72059938AC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476C5CD7-A26E-3D55-7C75-FF99629E14C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9B797620-4E45-4B49-4BCA-6674A7EDE1C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6A53B6B-5235-2693-BB3E-60B01445E7DB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08AF7E6-E1CF-ECC7-514E-39C908F65BB2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AB74A69-104A-D51B-886F-C151E4736252}"/>
              </a:ext>
            </a:extLst>
          </p:cNvPr>
          <p:cNvSpPr txBox="1"/>
          <p:nvPr/>
        </p:nvSpPr>
        <p:spPr>
          <a:xfrm>
            <a:off x="3187984" y="4827432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B39356-DD1A-44D1-9E1D-01BA7326BF02}"/>
              </a:ext>
            </a:extLst>
          </p:cNvPr>
          <p:cNvSpPr/>
          <p:nvPr/>
        </p:nvSpPr>
        <p:spPr>
          <a:xfrm>
            <a:off x="3309019" y="969034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C1AC366E-BC31-4F0D-5A36-07B7CFCC46AD}"/>
              </a:ext>
            </a:extLst>
          </p:cNvPr>
          <p:cNvCxnSpPr>
            <a:cxnSpLocks/>
            <a:stCxn id="3" idx="3"/>
            <a:endCxn id="38" idx="2"/>
          </p:cNvCxnSpPr>
          <p:nvPr/>
        </p:nvCxnSpPr>
        <p:spPr>
          <a:xfrm flipH="1">
            <a:off x="3662315" y="1334794"/>
            <a:ext cx="378224" cy="4260488"/>
          </a:xfrm>
          <a:prstGeom prst="bentConnector4">
            <a:avLst>
              <a:gd name="adj1" fmla="val -280712"/>
              <a:gd name="adj2" fmla="val 105366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18D4B3C-34EE-9992-182B-E5F45CBD0448}"/>
              </a:ext>
            </a:extLst>
          </p:cNvPr>
          <p:cNvSpPr txBox="1"/>
          <p:nvPr/>
        </p:nvSpPr>
        <p:spPr>
          <a:xfrm rot="5400000">
            <a:off x="4185667" y="3617987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110E1A4-C8A0-9883-3540-D6CEEF2047AE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397" y="3063240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799787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9096-C0E9-281E-37FC-985DC90B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D81215F8-AB12-5577-0CEE-31F9BE2540F0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6376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C6DE4652-F941-6C56-5832-D37699856AD3}"/>
              </a:ext>
            </a:extLst>
          </p:cNvPr>
          <p:cNvGrpSpPr/>
          <p:nvPr/>
        </p:nvGrpSpPr>
        <p:grpSpPr>
          <a:xfrm>
            <a:off x="965426" y="1709246"/>
            <a:ext cx="3859863" cy="3893880"/>
            <a:chOff x="6929426" y="1679085"/>
            <a:chExt cx="3859863" cy="3893880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75ACE138-C3DF-7382-9537-6885966C0C4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FDB685C3-5206-334E-01AC-79749337595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0F9FF31E-97EC-43F0-42AD-E675BB72084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24F2E3CA-6279-6C07-E557-2BA2A73882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E1E5C894-0647-5BAE-B49B-6F2C11FB6E1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8323F33-B0DB-D621-B433-2C907AA010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5AF11D36-DC8E-53C1-B543-523EDEDB9A9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39666D6E-190C-E330-010B-35F94235001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E947CD2A-330C-0D4C-66CC-8297A68C51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EAC90F63-EB9D-49F2-FA10-006C01993F4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FD06EDE7-298A-F756-3198-A1D85C4DFFA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E9B575B9-D778-44C8-9E26-6FEC115171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13A4DD12-8D3A-0BE6-C37A-2FD77C665C7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8220D0B1-DF18-AF2F-C78D-CDEBC72612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40169C4D-C9E1-D9B1-15BD-BEDE349D278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8F4FC78A-11DD-348E-C265-FA28A5BC94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7E06FDBE-1EE2-28D3-9EB2-EFCBD7F4EDB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715BEB04-F683-718E-1950-C48688C3B3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BE45BA2B-F7CC-9941-376D-4FABBD760B0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5B4220F5-3ADB-1BA9-1D36-94C52A298D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A9C26E8F-7360-6C85-D2DD-A186F6429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B7747D1E-A9C6-0F14-C780-472A10173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8559" y="4841445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A4398249-089C-DB97-B107-EA53CC078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3C28221C-3B51-25A9-EE0B-C663A8E9EB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6518" y="484144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5D4E93A-3FFE-B474-BCFD-7DCAF64D3FAD}"/>
              </a:ext>
            </a:extLst>
          </p:cNvPr>
          <p:cNvSpPr txBox="1"/>
          <p:nvPr/>
        </p:nvSpPr>
        <p:spPr>
          <a:xfrm>
            <a:off x="1248327" y="530643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31C09F2-9919-7559-4DDE-644C74A220C0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540DB7E-6047-5645-2E04-9FB69D05A341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East (right)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2BE4D95-88F5-A4EB-F0DA-C074F8FC0EB9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1E6345-261E-4A6C-847A-8703FE016A1D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79F3EC-D8BB-4E79-C8A0-360CD725A926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0BEE28D-C2CC-0EA4-E1E5-55F89B44E0A9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D80FCFCB-3373-2843-0888-8F167DC5030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63CF295-A410-C9A7-BB13-E3A0C8C16DE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84516AF-85F2-2BF3-8170-FFAD596A9B28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86481FF-9668-8A43-8494-D6210251F700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9668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98C17-8C15-5C91-E48C-3841AF199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F4B6AFC0-DCE7-CA2E-AB88-9AA7BB099F1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6376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EA764C62-C605-76F2-B135-A171C6698B1C}"/>
              </a:ext>
            </a:extLst>
          </p:cNvPr>
          <p:cNvGrpSpPr/>
          <p:nvPr/>
        </p:nvGrpSpPr>
        <p:grpSpPr>
          <a:xfrm>
            <a:off x="965426" y="1709246"/>
            <a:ext cx="3859863" cy="3893880"/>
            <a:chOff x="6929426" y="1679085"/>
            <a:chExt cx="3859863" cy="3893880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73A79248-7153-D0EF-6BAA-3F1275DEF38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31455A7-2C21-B73A-61A7-4B2D26298B1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B3FC8375-B5CA-29A5-040D-BF23158022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09A81D69-05A0-D77B-BFB7-4337C5911E6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83221A9A-AC84-48CB-4B92-A0D008F189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9488B343-D99B-ED64-208D-87DB5F7AD15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9F0C0BE8-0259-7792-5505-6C4692B791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293AC6B6-89A9-1F37-3BFC-2E49CB2A8FB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EB472E9F-ECAE-D3A6-3100-6B4D620C98B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AB97A5A3-AA98-E27B-FC8A-A064C1D61AD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39F82B7E-47D5-A960-419B-324181117C8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FA32BC40-20FB-657F-FBDB-ED6167686CD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B7BB87BE-AD49-FBB3-89BA-065D68CE8D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D6AB0794-4B44-C8C7-20FC-B3F74FDC75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7FF441CF-8EA4-F9AA-BD53-69B22860598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0FBC0A2E-1007-357D-A78B-6DAB800320F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E96D9F94-4E57-B437-0E8D-AAFD464AD1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AB80BA20-0D5A-8680-47B1-55CBD4F4C7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E07D0ED3-A7DB-AF85-DA7D-F025818A1DC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05DA7F22-4189-000E-6990-3CFAE3A7ED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9AB1B383-8215-610B-76C9-3386C3DA8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9FBB70DE-AA36-A627-DF6B-CCE45881F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8559" y="4841445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12A45D9C-E02A-6CC6-2A0B-105EC93B1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1A410774-89F3-63DC-3950-C84A534CB73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6518" y="484144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DBB56EF-C79A-460A-6F11-049D2C9563AF}"/>
              </a:ext>
            </a:extLst>
          </p:cNvPr>
          <p:cNvSpPr txBox="1"/>
          <p:nvPr/>
        </p:nvSpPr>
        <p:spPr>
          <a:xfrm>
            <a:off x="1248327" y="530643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BBAEF41-91AB-FAF3-7238-D0F05EE685B7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4F6D76F-2F81-9181-7878-640C65E8AB60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East (right)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East (right), which is West (left)]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6D34286-114A-9BAC-DE21-D65105B13650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80964F-B8DB-D212-BDEC-715BFA633C6B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BCDF86-4147-4C7C-3084-C76D23B27441}"/>
              </a:ext>
            </a:extLst>
          </p:cNvPr>
          <p:cNvSpPr/>
          <p:nvPr/>
        </p:nvSpPr>
        <p:spPr>
          <a:xfrm>
            <a:off x="199943" y="4871606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F387193-D5A2-311B-7EC6-732ECB6ED16D}"/>
              </a:ext>
            </a:extLst>
          </p:cNvPr>
          <p:cNvCxnSpPr>
            <a:cxnSpLocks/>
            <a:stCxn id="95" idx="2"/>
            <a:endCxn id="3" idx="2"/>
          </p:cNvCxnSpPr>
          <p:nvPr/>
        </p:nvCxnSpPr>
        <p:spPr>
          <a:xfrm rot="5400000">
            <a:off x="1328011" y="4840818"/>
            <a:ext cx="12700" cy="1524616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F6363CD-6497-55C6-FA4D-EF7D8FD5D97C}"/>
              </a:ext>
            </a:extLst>
          </p:cNvPr>
          <p:cNvSpPr txBox="1"/>
          <p:nvPr/>
        </p:nvSpPr>
        <p:spPr>
          <a:xfrm>
            <a:off x="1929601" y="5297280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469403-6581-C0ED-7845-177818A49113}"/>
              </a:ext>
            </a:extLst>
          </p:cNvPr>
          <p:cNvSpPr txBox="1"/>
          <p:nvPr/>
        </p:nvSpPr>
        <p:spPr>
          <a:xfrm>
            <a:off x="357959" y="5803063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Mirrored of East of *RP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496B63A-0467-3C69-AB8F-432E110568EE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4B268B9-BF56-C8A3-7487-D61A33513AC7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10E2FF4-116E-D2DD-8903-EC8CCE617B6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CA4ADAD7-B579-688B-6C23-2E8CAAD064A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FE6C8AB-10E0-7C28-C031-E37A018F420B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0C2E3B-ADFB-F8CD-DA11-B66D76869B2E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081CA16-CDAD-FBF3-D3B4-CB52ED41483E}"/>
              </a:ext>
            </a:extLst>
          </p:cNvPr>
          <p:cNvSpPr txBox="1"/>
          <p:nvPr/>
        </p:nvSpPr>
        <p:spPr>
          <a:xfrm>
            <a:off x="403961" y="5302354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2390599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420D8-3988-8D30-9453-1C7C5BB6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7E16380B-082A-F028-8E5B-0D718E8F869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6376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3461A97F-AD59-B633-C860-EE53F864A06A}"/>
              </a:ext>
            </a:extLst>
          </p:cNvPr>
          <p:cNvGrpSpPr/>
          <p:nvPr/>
        </p:nvGrpSpPr>
        <p:grpSpPr>
          <a:xfrm>
            <a:off x="965426" y="1709246"/>
            <a:ext cx="3859863" cy="3893880"/>
            <a:chOff x="6929426" y="1679085"/>
            <a:chExt cx="3859863" cy="3893880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7C77C7F9-27F3-72DD-17A5-B80CEE20352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584E6F5F-27E8-46F2-F5DE-5275E39C057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2096FA3D-A23A-CC65-89AC-2BB16CF3B8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ED1821C-44A1-0071-211D-840DA44CF14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1C953DA5-1646-7F5C-811F-3B158750658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AC40B6E3-302E-BAFA-3C03-3DF02E68AE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8710B76-A52E-1C96-2CE5-D7A131C08F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CD3080E7-336F-8807-7746-E3C3A6E948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292E12DB-D4B6-2E6D-CCA1-BD442EB8995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AEA8D0D6-0E73-2F3E-51B3-149489FC82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8046E3EC-2247-E482-4D40-83F34B2E893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EFE403B8-DB21-1F1F-4BE5-178968CEB6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B57D4252-2B7E-F57A-D642-A50042415C4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02EFCC84-81B4-4765-4EDB-948AEC919FF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F9004122-4785-DBC5-7A36-876001487BE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AF38318A-9D67-B3AD-2196-8A756B4F9F1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92127789-156D-00CC-994A-5812533A40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9BE2B40B-7006-56C3-AD84-F0DE487356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0ABE6F99-3125-B15A-7137-646B08E6270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CEE8D4F2-BB1B-2F29-D8D5-4B084CFD85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85DCF881-9E79-3B21-96F9-D20D87473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C745A38B-1DB1-C3A9-AA1C-9522233B7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8559" y="4841445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EE035824-D70A-58D6-5D44-D7517706A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B4BC02F-DB27-8AF7-6C7C-14E0C83F7F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6518" y="484144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DB7A274-32C8-4B2E-867C-0E59CA021686}"/>
              </a:ext>
            </a:extLst>
          </p:cNvPr>
          <p:cNvSpPr txBox="1"/>
          <p:nvPr/>
        </p:nvSpPr>
        <p:spPr>
          <a:xfrm>
            <a:off x="1248327" y="530643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1EB5555-DAFF-97F9-3F21-5BA53CBFDB62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54BED18-12A5-6E24-2D5F-06F236D0E020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2A7A346-24C1-C50F-C90D-115693D1B5B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E57F71-12DF-F16D-E803-75734772EDB9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C7501-8BAC-ECA8-706F-B47F1C7844CB}"/>
              </a:ext>
            </a:extLst>
          </p:cNvPr>
          <p:cNvSpPr/>
          <p:nvPr/>
        </p:nvSpPr>
        <p:spPr>
          <a:xfrm>
            <a:off x="199943" y="4871606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64AF714-E6E4-1FB7-B97E-6E066D25FE72}"/>
              </a:ext>
            </a:extLst>
          </p:cNvPr>
          <p:cNvCxnSpPr>
            <a:cxnSpLocks/>
            <a:stCxn id="3" idx="2"/>
            <a:endCxn id="73" idx="2"/>
          </p:cNvCxnSpPr>
          <p:nvPr/>
        </p:nvCxnSpPr>
        <p:spPr>
          <a:xfrm rot="5400000" flipH="1" flipV="1">
            <a:off x="2506994" y="3653991"/>
            <a:ext cx="7844" cy="3890426"/>
          </a:xfrm>
          <a:prstGeom prst="bentConnector3">
            <a:avLst>
              <a:gd name="adj1" fmla="val -2914329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7DE871D-2F84-E109-E6E1-B800F83F6A26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6B6839F-7FCA-2FED-91EA-0863763AA272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5E6B9AF-DAC1-D826-A73A-E4409156369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65A7B949-F30B-4488-BE70-A64866164B5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6B0F88-0D33-5762-122D-5F4DED0578E2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289A1C-D96D-687C-40D0-8CD20B09D6AF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BACACD0-DD2D-C20D-A15A-9CB213E99271}"/>
              </a:ext>
            </a:extLst>
          </p:cNvPr>
          <p:cNvSpPr txBox="1"/>
          <p:nvPr/>
        </p:nvSpPr>
        <p:spPr>
          <a:xfrm>
            <a:off x="1529814" y="5834131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8B59202-F41D-16E5-6621-2C1E07E92AC9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6609" y="3140602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8F9919-F5F5-B5EE-6A06-EE5E2793AB0E}"/>
              </a:ext>
            </a:extLst>
          </p:cNvPr>
          <p:cNvSpPr txBox="1"/>
          <p:nvPr/>
        </p:nvSpPr>
        <p:spPr>
          <a:xfrm>
            <a:off x="403961" y="5302354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563539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252E4-2122-3F01-6436-F038BC229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B5EEFC0C-604B-371C-56CF-9CFAB9375BD7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555" y="486376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71C2DF48-E39C-7609-72B6-AA5393B30E43}"/>
              </a:ext>
            </a:extLst>
          </p:cNvPr>
          <p:cNvGrpSpPr/>
          <p:nvPr/>
        </p:nvGrpSpPr>
        <p:grpSpPr>
          <a:xfrm>
            <a:off x="965426" y="1709246"/>
            <a:ext cx="3859863" cy="3893880"/>
            <a:chOff x="6929426" y="1679085"/>
            <a:chExt cx="3859863" cy="3893880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2BE42A6E-B744-5F96-E33C-E4A590EE02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4724CE8C-0961-174B-C096-9A0CD057B1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34B0E508-A3A4-A15B-60C6-16E724533B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6B37D10-1816-FF1D-B2B4-3B2F4CFA15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05F776C7-6E08-AF36-E93B-252711A695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BB617E5-968E-FAA3-360A-56B07C962C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585DF20A-D1F8-39E2-ED84-15F8F819E0F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9257031C-F6BB-A9DE-BC8F-D713695971F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3C164FC0-6B51-2F6E-5F2C-EB247E07F78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66B8D250-7103-9CB5-B8A6-FD1A652BBB8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665A3212-C919-9FF9-3344-5B97692A524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9E6FE3DB-2B87-B759-2B81-017618EA3A6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DDECD6C3-F8B3-FAF7-39B6-9066A34DB13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AE2055F0-D77C-1ACB-EC38-D20BE2C7011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C0542ECA-78B5-84BE-BC4F-597144B10D0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C4E6AB24-8B4C-92AC-6F4F-D968836E5A5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3C4671EF-46E1-97AD-D6F5-BDC635D3687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66BCB8D7-B3A3-2BC9-AE39-523A159984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2F8EAE22-1431-8EFB-7048-B04A45582B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2D1EC05E-F15F-F35A-644B-B3EA52BA33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C85352C2-A61D-0D9A-AEF4-F9CFAB472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242742E5-B028-1210-3C1B-B9BBD7352F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8559" y="4841445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1611A24A-361E-441B-9ED6-418A26E67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153492D8-B42B-0E42-C053-661D247F57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6518" y="484144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FCF352E-1738-0255-FF2E-15F622F7248B}"/>
              </a:ext>
            </a:extLst>
          </p:cNvPr>
          <p:cNvSpPr txBox="1"/>
          <p:nvPr/>
        </p:nvSpPr>
        <p:spPr>
          <a:xfrm>
            <a:off x="1248327" y="530643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0C82250-20B7-1E79-B71E-D7E562D9F8E6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D29AB06-4F31-4D2A-CBFE-8A17459FE01C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650D448-1618-4123-A18C-C2EE9CD23213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E15905-3DE7-99C4-6997-A77713FD19BB}"/>
              </a:ext>
            </a:extLst>
          </p:cNvPr>
          <p:cNvSpPr txBox="1"/>
          <p:nvPr/>
        </p:nvSpPr>
        <p:spPr>
          <a:xfrm>
            <a:off x="3641274" y="52742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36156B-4555-B9BB-2B0B-858D9304BD49}"/>
              </a:ext>
            </a:extLst>
          </p:cNvPr>
          <p:cNvSpPr/>
          <p:nvPr/>
        </p:nvSpPr>
        <p:spPr>
          <a:xfrm>
            <a:off x="199943" y="4871606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34E4971-ED71-84DF-9397-B2C8D1F2879F}"/>
              </a:ext>
            </a:extLst>
          </p:cNvPr>
          <p:cNvCxnSpPr>
            <a:cxnSpLocks/>
            <a:stCxn id="3" idx="2"/>
            <a:endCxn id="73" idx="2"/>
          </p:cNvCxnSpPr>
          <p:nvPr/>
        </p:nvCxnSpPr>
        <p:spPr>
          <a:xfrm rot="5400000" flipH="1" flipV="1">
            <a:off x="2506994" y="3653991"/>
            <a:ext cx="7844" cy="3890426"/>
          </a:xfrm>
          <a:prstGeom prst="bentConnector3">
            <a:avLst>
              <a:gd name="adj1" fmla="val -2914329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439DD66-92AB-C2D6-6973-28287728EFC1}"/>
              </a:ext>
            </a:extLst>
          </p:cNvPr>
          <p:cNvSpPr txBox="1"/>
          <p:nvPr/>
        </p:nvSpPr>
        <p:spPr>
          <a:xfrm>
            <a:off x="4255741" y="5274260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BAD2E80-2091-7959-0547-D01E142475FC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94A1C20-DC64-8805-24EA-516CC117FADC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D7977F5-A963-1D2F-FBA4-68DE39E995C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5E6340A2-A91E-9A6B-BF7B-E5CDA9C7F64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F71062-6931-F350-F220-39A881BEB50A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7F4962-B4A5-0ED5-98AE-244E034DFF69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BE2F527-91FE-FC2C-DA7D-316F640C1AF0}"/>
              </a:ext>
            </a:extLst>
          </p:cNvPr>
          <p:cNvSpPr txBox="1"/>
          <p:nvPr/>
        </p:nvSpPr>
        <p:spPr>
          <a:xfrm>
            <a:off x="1529814" y="5834131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958E05-26F6-BB88-4627-3BBCBEA93093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6609" y="3140602"/>
            <a:ext cx="731520" cy="73152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593128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7357D-6259-DFED-39E9-4630A5524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310EC021-0643-75A2-3F07-C7C4041CDEE9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488816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A416E20A-AC21-293B-03A9-3DCC03586EDA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AECEC57A-BF6B-4CFF-E45F-3B1EA9A793B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49A8910-04AC-6DFE-2117-D24F99CBA2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635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2D86B008-2F54-36FA-DD0D-DD1A21C99C9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26C05FDA-B948-0D2D-BAAC-C2741EC2338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F1F0C19D-E8EF-4B28-A880-EAACCBA86D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03F418B3-DE04-00B3-F101-5218E90A61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BF20EFF-ED05-F795-C8C6-28A078BA70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7B6601B6-8C22-37A1-1065-51ECD1675B5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BB8776BD-F0F5-A5E6-6CB5-ADA2C29F7E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ED2879D-69F3-5675-E539-3DD26ECB94C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BA48AC8-96E8-ADF7-9614-E14C108C897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B737C4F0-D657-A9BC-67FD-396EC710FE5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F39675CF-496B-037D-7038-A0A13ADC42B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A0549238-E8C0-0207-D03D-20EBD0C9891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6E2E0130-A410-156A-63C5-08B63EF36F3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351432B4-29C9-0663-329F-32358FF31EA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03860B1E-F5F7-FFC8-6D04-77E3993EB78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5C5DB3B7-1681-377B-9EE2-BC8B76BDEDB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1B9FE222-E248-0BF0-4B65-CB2D04DABD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094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7F528FF5-85CF-CD42-6148-93DFBF1631C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61D04834-4E15-7809-CB0C-4C9571DC7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DA32BCE6-01D2-3C5F-30E5-663395611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D2C83056-DA9E-C6BE-482D-E2FBF1829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9EB8B7A-FA49-1830-E143-BBD4BC45A6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4695" y="484068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293DF9E-5564-C57C-235E-ABABC8A070E7}"/>
              </a:ext>
            </a:extLst>
          </p:cNvPr>
          <p:cNvSpPr txBox="1"/>
          <p:nvPr/>
        </p:nvSpPr>
        <p:spPr>
          <a:xfrm>
            <a:off x="4353172" y="529866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075D908-7F72-CD95-D646-FA66BFE0F928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38D66A2-F872-29DC-30B9-1A3AE54A4B59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West (left)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E8F9871-5DF9-B220-C2F6-6269373452CC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A10CBA-FFAD-3B39-3019-D80E92ACF642}"/>
              </a:ext>
            </a:extLst>
          </p:cNvPr>
          <p:cNvSpPr txBox="1"/>
          <p:nvPr/>
        </p:nvSpPr>
        <p:spPr>
          <a:xfrm>
            <a:off x="2090085" y="529866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AEAAC6A-228C-9F43-9668-7B0AE6AEFEF0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2F4BE1A-81DC-618F-21BB-0B9DE9F64B67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ECA260F0-442C-BB83-0DD3-D2E858AB151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57D7B9E-CF70-D328-0A9C-30F6424BFA5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CCF4AC7-9373-3644-858C-D0E03A7F3F13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2F4A01-4E40-7F9C-7835-7771B109B2F6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9646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F79AE-0EA6-204E-9B14-A5F3FC25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3BA68B08-C7A8-23A3-B133-3B54F6EC4143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488816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6F97C5AA-2CE6-5F6E-03FA-904011AADF24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A62264FD-B886-4059-BDED-1A6948F03F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AC1A78D-0703-E01F-DCB6-B9C3509D928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635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D1A6A2C-E845-1CC4-568B-A78630A35F1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5C1F4F23-BE45-8AA3-1F0D-B863EB55334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01CA2598-C932-F7FB-1EA7-A0DEDC9CDF5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60689F0-F5B7-1061-D47B-7D5283958FB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905B454-577F-9BD5-22B1-6250B66A43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E605AEE-62E3-C79F-E370-8FAEF59FD4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89C64A0A-052A-C3FE-AED1-97B8D6B8342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2C074F12-DA66-0B80-F7DD-30D88EABFF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B6B35BC0-EFF8-7AB4-6476-ECD14C01FC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0751ACAD-39F2-6C50-1C98-BB298495DA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FD918068-801F-CF94-4DC0-A05FA596B5B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E44C3060-B2C7-2606-BF47-909A0F4C9C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348FDD3E-A738-29F4-1572-EB86043295C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55738D27-76F0-EE1A-752C-87B831EFC5A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E490093F-C118-22F5-E046-94602B46696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BA4D868F-B789-9B56-29C9-84DF0ACEEDE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F124725C-3B7E-4B47-B6D0-3CF1235457D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094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1AC8E8A-05EC-E723-40BF-2A93B47A984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73C42AAB-3204-FF23-6304-DB27E6C86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25EB4C49-2B3B-C2B0-A079-100D60190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D25EA558-C87B-91DD-A8A6-CE7BD5F73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A2F2C93-2A1E-008E-C80F-F05C656317B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4695" y="484068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A065FCB-1EE1-063A-798F-EE62E2B5BF48}"/>
              </a:ext>
            </a:extLst>
          </p:cNvPr>
          <p:cNvSpPr txBox="1"/>
          <p:nvPr/>
        </p:nvSpPr>
        <p:spPr>
          <a:xfrm>
            <a:off x="4353172" y="529866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24A86C6-C4C6-6091-B9B6-2B384911372E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7FBC1C1-25AB-5A56-9F73-DC339EB91E68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West (left)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West (left), which is East (right)]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C55EE4C-626C-D0FB-67FA-0A287D137352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F12165-9701-6A19-CFCA-0DBEDA6A2D3E}"/>
              </a:ext>
            </a:extLst>
          </p:cNvPr>
          <p:cNvSpPr txBox="1"/>
          <p:nvPr/>
        </p:nvSpPr>
        <p:spPr>
          <a:xfrm>
            <a:off x="2090085" y="529866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4A7409-468E-388D-31EF-772B6BA8C58D}"/>
              </a:ext>
            </a:extLst>
          </p:cNvPr>
          <p:cNvSpPr/>
          <p:nvPr/>
        </p:nvSpPr>
        <p:spPr>
          <a:xfrm>
            <a:off x="4859344" y="4863125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BE0E7209-2E3D-9549-BF91-970F6325F25F}"/>
              </a:ext>
            </a:extLst>
          </p:cNvPr>
          <p:cNvCxnSpPr>
            <a:cxnSpLocks/>
            <a:stCxn id="85" idx="2"/>
            <a:endCxn id="3" idx="2"/>
          </p:cNvCxnSpPr>
          <p:nvPr/>
        </p:nvCxnSpPr>
        <p:spPr>
          <a:xfrm rot="5400000" flipH="1" flipV="1">
            <a:off x="4426368" y="4820953"/>
            <a:ext cx="25043" cy="1572427"/>
          </a:xfrm>
          <a:prstGeom prst="bentConnector3">
            <a:avLst>
              <a:gd name="adj1" fmla="val -912830"/>
            </a:avLst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6665CF6-EA11-C0E6-A262-4F827EF35FDF}"/>
              </a:ext>
            </a:extLst>
          </p:cNvPr>
          <p:cNvSpPr txBox="1"/>
          <p:nvPr/>
        </p:nvSpPr>
        <p:spPr>
          <a:xfrm>
            <a:off x="3501882" y="5305821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57DFED-69C2-EB6D-5770-2FDF8A8E6584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821AD56-53DA-4D2C-9D1E-26BF35BFDC45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69230D30-0664-1DCD-ACBE-DF1623A75BE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BCEB2DBB-2179-B670-78E8-EAE47BF77E5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F41B3D-ADF4-C91A-BC96-42F217FA4D06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D1DAA8E-C04D-290D-0C7C-1783D82C3FFC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5D50BF6-699E-184B-9DEA-8F8DCE3008D5}"/>
              </a:ext>
            </a:extLst>
          </p:cNvPr>
          <p:cNvSpPr txBox="1"/>
          <p:nvPr/>
        </p:nvSpPr>
        <p:spPr>
          <a:xfrm>
            <a:off x="3467359" y="5857922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Mirrored of West of *RP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61704-0156-93E0-B9F1-BF6ADE9E59EF}"/>
              </a:ext>
            </a:extLst>
          </p:cNvPr>
          <p:cNvSpPr txBox="1"/>
          <p:nvPr/>
        </p:nvSpPr>
        <p:spPr>
          <a:xfrm>
            <a:off x="5065360" y="5281329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4216226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5F36E-0D9B-A4FF-2BA1-AB987EB88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CC1364A7-BC64-2BC5-6E31-55D069C9BC9E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488816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64DA476C-CCC5-2393-B586-86D23D1B1B44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2F577229-FE61-3AB5-571D-5B00741CD25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0C4CACBE-22F9-002B-5C74-0D27E3207B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635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E77E5BD8-C76E-161A-A1FC-91F0FD62F3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525234B7-CA74-A725-9A07-E96F3F6E024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3E4E9DFF-3E47-BA4F-C705-CA9C56A4421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BF8127ED-399D-57AB-0BB0-A6B424E8F12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9C7F0BC1-B069-2C3B-74A7-F7360AA980D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7B5864F2-C351-594E-96F8-CAD084A3275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341EC4A5-B320-4AE7-E5A9-A733F9CCF86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ED0DAC9-1D1A-597B-49B7-F34A3E93CDF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A540A570-E0E0-7642-516E-AAF01B783D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355BB3E2-44C2-80B4-6853-824BFB4C6D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4F60FEAA-D9BF-AA6B-817E-035259CAC23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CE498685-8C4B-94A1-7AAD-D22D0FD608B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E1CF7B22-C2EE-84DF-9CD6-0139D990E8B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E81E905A-9A25-FB7D-DCC4-28B5C18481B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D43A946B-ABEA-B7AA-29E3-F5F2E3DA0C9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3AC1BB28-B184-DE7B-1CC7-5017AC9B0FB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4ABEB6C0-5D14-CCC0-0E3B-95FF7B911AB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094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93439E4-7A9E-29E7-34E7-4741FBB7286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1E4296E2-976D-4225-35E3-B7D0A9852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F15A157E-8B28-53CF-A448-7B68ECC3F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D619BECC-713A-B59F-9A46-666AC9AA9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1455BB1B-F98F-F4DE-5EE1-D3F21266147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4695" y="484068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232B8E4-AE5C-B24E-051B-90A8FB10405B}"/>
              </a:ext>
            </a:extLst>
          </p:cNvPr>
          <p:cNvSpPr txBox="1"/>
          <p:nvPr/>
        </p:nvSpPr>
        <p:spPr>
          <a:xfrm>
            <a:off x="4353172" y="529866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77C1A92-231B-083C-8A31-52FB88CBB62C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937757B-31E9-542A-04D6-EF125EDCD44A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3. </a:t>
            </a:r>
            <a:r>
              <a:rPr lang="en-US" dirty="0"/>
              <a:t>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2F3DEE6-DE60-176A-1998-88634287139A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645251-DB16-BCB9-42BC-8A2D1D596C7B}"/>
              </a:ext>
            </a:extLst>
          </p:cNvPr>
          <p:cNvSpPr txBox="1"/>
          <p:nvPr/>
        </p:nvSpPr>
        <p:spPr>
          <a:xfrm>
            <a:off x="2090085" y="529866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C06C6-8D25-062E-1BCE-5E3BD06CD0C5}"/>
              </a:ext>
            </a:extLst>
          </p:cNvPr>
          <p:cNvSpPr/>
          <p:nvPr/>
        </p:nvSpPr>
        <p:spPr>
          <a:xfrm>
            <a:off x="4859344" y="4863125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E718AEC-56D2-BDE3-5267-8176F48B2006}"/>
              </a:ext>
            </a:extLst>
          </p:cNvPr>
          <p:cNvCxnSpPr>
            <a:cxnSpLocks/>
            <a:stCxn id="3" idx="2"/>
            <a:endCxn id="95" idx="2"/>
          </p:cNvCxnSpPr>
          <p:nvPr/>
        </p:nvCxnSpPr>
        <p:spPr>
          <a:xfrm rot="5400000">
            <a:off x="3275391" y="3652652"/>
            <a:ext cx="7720" cy="3891706"/>
          </a:xfrm>
          <a:prstGeom prst="bentConnector3">
            <a:avLst>
              <a:gd name="adj1" fmla="val 3061140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5F7D5C-B248-993F-E848-2C616353FAB0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F4DF668-28CD-E260-CA10-B433138DCD59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4936DBB0-98B3-E8B4-F827-C1D32798EB8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27C43FA0-9CEB-CEDF-F55E-EF853EAC39C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E78B682-E285-7A48-5296-9FC109E4EFF0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962CB85-27C8-7CB6-263F-175E463E1FB5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44FB9E6-3BE8-CCD2-715B-21CF4F8F1E40}"/>
              </a:ext>
            </a:extLst>
          </p:cNvPr>
          <p:cNvSpPr txBox="1"/>
          <p:nvPr/>
        </p:nvSpPr>
        <p:spPr>
          <a:xfrm>
            <a:off x="2155290" y="5846682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4B0DB2-4CBF-880C-1FAC-E9327C64B9D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295" y="3063240"/>
            <a:ext cx="731520" cy="7315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C40CBD-A2A4-5EEB-F792-2A1763119B90}"/>
              </a:ext>
            </a:extLst>
          </p:cNvPr>
          <p:cNvSpPr txBox="1"/>
          <p:nvPr/>
        </p:nvSpPr>
        <p:spPr>
          <a:xfrm>
            <a:off x="5065360" y="5281329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2362502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BF368-5636-51C8-FB2A-9664C285E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23E4592B-0420-956E-42E8-DC9890A4E104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488816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97286F3F-F5C4-7730-A54F-DF29AB66F815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12805D5E-7C0D-00E5-E880-B9997686F4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504858E-02D8-49E8-9B1C-536DE9CF79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32635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7AE2CE37-EC53-2455-6EE0-9956C9ACDC3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CD2DA71-AA58-44CA-F7A8-9791771DC77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8BD05D8F-56AD-77D2-7E51-B48595346DB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1569EB44-E80F-7DD4-F956-3FEE6D517C7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1A57B714-7AFD-AF79-2FED-5C8A0701B2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E3A6E04F-DD46-63A5-CD8F-2A036875458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1674DE85-9BDF-4098-3C4E-914395E3860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D02F4CBF-4B0B-E7FE-2B0B-9214E4CF7F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97FFE075-E3F5-90C8-D5E9-D5556531E33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BE857C32-3640-D82C-C47B-86CC877793B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64C17AA2-DDAF-0A5B-67C0-5E0198C3768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472C5727-8B58-DC25-5361-C85F1E05EFE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F24703B3-9F3A-AED0-838C-147263AF990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9495A359-2707-5883-EEB6-B89DD597A6F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D21A213D-6F8B-39BE-3201-173BFD7FC7B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F8718CE1-28CE-84DD-4428-317047712C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F58C8110-FA68-FAB0-2938-C36EE9990D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094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4A232745-0080-4DF4-3376-072EAB86F8B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7151F8F1-9155-4C75-920F-C6DA4BD2E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CD800FD8-FD56-BC56-30DF-0DA1C6D09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8CA9107C-1E1A-398F-DFAB-CB7181EAE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CC7F7B8C-777A-56D3-523A-C582012A5EA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44695" y="4840684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212F406-1DF1-5C22-3D46-FF459F2916B1}"/>
              </a:ext>
            </a:extLst>
          </p:cNvPr>
          <p:cNvSpPr txBox="1"/>
          <p:nvPr/>
        </p:nvSpPr>
        <p:spPr>
          <a:xfrm>
            <a:off x="4353172" y="529866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493466D-11A3-E2AD-20D0-424278806680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0AE2934-A5F9-D87C-140D-55358C72165D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3. </a:t>
            </a:r>
            <a:r>
              <a:rPr lang="en-US" dirty="0"/>
              <a:t>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FEFDB245-D362-9883-AB80-374FE7C1B3C5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1F9276-40B5-0C86-E7EA-B2275D69F5C4}"/>
              </a:ext>
            </a:extLst>
          </p:cNvPr>
          <p:cNvSpPr txBox="1"/>
          <p:nvPr/>
        </p:nvSpPr>
        <p:spPr>
          <a:xfrm>
            <a:off x="2090085" y="529866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558ABF-F7C9-E1B7-9969-1792969474FB}"/>
              </a:ext>
            </a:extLst>
          </p:cNvPr>
          <p:cNvSpPr/>
          <p:nvPr/>
        </p:nvSpPr>
        <p:spPr>
          <a:xfrm>
            <a:off x="4859344" y="4863125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80236BA-5DE0-E663-C7E4-C90F63F11C9D}"/>
              </a:ext>
            </a:extLst>
          </p:cNvPr>
          <p:cNvCxnSpPr>
            <a:cxnSpLocks/>
            <a:stCxn id="3" idx="2"/>
            <a:endCxn id="95" idx="2"/>
          </p:cNvCxnSpPr>
          <p:nvPr/>
        </p:nvCxnSpPr>
        <p:spPr>
          <a:xfrm rot="5400000">
            <a:off x="3275391" y="3652652"/>
            <a:ext cx="7720" cy="3891706"/>
          </a:xfrm>
          <a:prstGeom prst="bentConnector3">
            <a:avLst>
              <a:gd name="adj1" fmla="val 3061140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B063388-897E-3B71-B8E5-291D3065503E}"/>
              </a:ext>
            </a:extLst>
          </p:cNvPr>
          <p:cNvSpPr txBox="1"/>
          <p:nvPr/>
        </p:nvSpPr>
        <p:spPr>
          <a:xfrm>
            <a:off x="1152687" y="5274511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1E1E3B9-0720-0207-4CAE-2AE8839D1AB0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D784805-E47C-14D4-C5CB-40C94456E508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112ECB8-137E-2882-E92D-B0DC41F9CA4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CE1960CA-67B1-1A4F-C745-AA2C5BD2610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4A7E74-C514-2A7B-3F92-13CE0DE4F8BA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F9E29D-7C70-72A0-00C2-3CC53035141A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81733F8-30C3-5C75-4806-ABE48E51DB16}"/>
              </a:ext>
            </a:extLst>
          </p:cNvPr>
          <p:cNvSpPr txBox="1"/>
          <p:nvPr/>
        </p:nvSpPr>
        <p:spPr>
          <a:xfrm>
            <a:off x="2155290" y="5846682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29A9A0-C688-662A-C035-81E976CDCAA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295" y="3063240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624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3DEAC-D6CA-18C6-8EA9-66EF49744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951768E5-2181-120E-DF72-DFA6CA3B5CB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204" y="330909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7D5529D5-7138-8A90-F0BF-0631AE4D9B1A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104AE86F-31AA-3524-25BB-496E100325A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63AD2E8-01CC-0B78-42D5-E3C7103E6B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A6D4997D-3F29-5733-A9D6-C1A30E49027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03E81779-1CCD-0CB4-2B4A-A188E51BBC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B3AAAA8C-2189-A665-7DF2-86FABBF3F40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040D83DB-3FA5-F5C8-77E0-A7C60C72078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80C790E-107F-9FFE-EB51-4DDD69BF35F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35D41903-6B6E-A52D-4838-341DB7D3917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9C9E836-21DA-C2A2-2D06-B9141D64C97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A45E5586-0640-713B-0719-6A8AD902D2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E5DC1038-1435-9F7E-CB0B-A1DA2612F7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7F358DD8-E275-D7AA-CFCD-25102F350C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B5EC9AC7-AAEC-74AA-531B-C3BBBA6649F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F8582E53-C215-FB94-98CB-49B3BAFD6E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8D0A5121-4BF7-FB96-D8C1-0B289292A5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35C24530-7043-6B3D-4273-3014001F984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0EF22C8C-2A36-2A65-4328-543A231587B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B4BD44B6-C362-B5E4-DE28-14611731AD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9893A445-63EA-51D4-61ED-25812DAB66C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ACC1441C-4A67-0D64-21A1-F857188BB9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3064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B05934D5-69B7-F9ED-107E-8C750A563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0B64768C-38C3-91F6-B737-085901A56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9250E833-300D-FF33-A6FF-FC36A8040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D78F2BAD-388E-D640-8A7F-5A2D32B81A9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9449" y="482464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7898530-9445-DB07-46BD-78A0D298CFF7}"/>
              </a:ext>
            </a:extLst>
          </p:cNvPr>
          <p:cNvSpPr txBox="1"/>
          <p:nvPr/>
        </p:nvSpPr>
        <p:spPr>
          <a:xfrm>
            <a:off x="2011771" y="5302545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8C5EA61-A245-1120-7044-64D92C628739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63870F1-4608-88EB-F547-32CD0D902968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Northeast (up &amp; to right)</a:t>
            </a:r>
            <a:r>
              <a:rPr lang="en-US" dirty="0">
                <a:ln w="0"/>
              </a:rPr>
              <a:t>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5A5FA19-482F-6893-11DD-9836F1FC2FE8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C91EEB-9B6F-358F-09D6-FC844DEC048C}"/>
              </a:ext>
            </a:extLst>
          </p:cNvPr>
          <p:cNvSpPr txBox="1"/>
          <p:nvPr/>
        </p:nvSpPr>
        <p:spPr>
          <a:xfrm>
            <a:off x="3668923" y="371959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B1DB24-F382-14A7-AE32-EBFED133A0CE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34055ED-FE7A-93B3-DFE8-36A5DC628207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32567A4-4810-0EEF-A9B8-F32A6088B48E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A8E181B-A028-8FCD-4C7E-0DA39040CAB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5D500E-DC8B-D7A9-90D3-5EF9829D7D86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4DE3F1B-AC8C-88E4-1EEC-E8C832F77E34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361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FFA4A-143D-43CC-6638-762978BA3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A82B141F-379B-ABCD-7C25-8E63A26BE86F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204" y="330909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638EDEBF-9D71-AF97-57E0-7FF446903045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7838EF58-14FD-939B-CC6A-E5BCB3DD9A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2CF6C748-34DF-780F-6E82-CE63D1AD24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06F582C-1EEC-FDD2-7D9E-13D40586415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ECE8BF88-B5EA-8309-05D9-1100D61F69A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A51E000F-AF6F-A067-943E-0CFBA5684B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74014C34-C215-EBAD-240B-7F25F3E9AA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9E41DED-5275-BD69-B889-75382C6165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54593F-436D-221E-B349-19DEFDD6097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E7AA80E6-31EE-28DD-78AA-D2D9B6EC79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7007377-74A3-3D8D-63D6-170BA6A750D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84A30424-752C-34AF-D494-A3079C46125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1129297D-295C-BB2D-09B9-707D003FA1C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3552DE46-74D2-0D2B-A604-6FC544641C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D9F1CE5D-6433-8E41-BEE2-1DABBA8F0D8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16020105-17FD-892D-037D-6ECF0E5E8B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FE96BA16-D473-E907-4DE5-AEA1C281FC1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55F5E566-5301-56B8-CE46-08D58712208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8DBB0ABB-836E-AC41-3599-66BF52017DD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77339499-DE53-7A0B-AB74-8D7EE3A0664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32486E62-839B-64E8-CE91-3FFB14C0876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3064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3019309C-D2A2-0AE2-D886-A3379AA90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D216C8F2-0F7D-365B-D2A1-F1556F272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C823885C-049A-9AD2-4653-E80F06F2E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26869BA8-5729-DF67-1615-59D7630C69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9449" y="482464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D7B0926-F14D-43E9-215B-08111F191E93}"/>
              </a:ext>
            </a:extLst>
          </p:cNvPr>
          <p:cNvSpPr txBox="1"/>
          <p:nvPr/>
        </p:nvSpPr>
        <p:spPr>
          <a:xfrm>
            <a:off x="2011771" y="5302545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99A6D82-DFF2-BE02-E9E1-9E0F063B70A8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101CEC2-DCE0-94CF-AA5E-A5F46BAAEF8D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Northeast (up &amp; to right)</a:t>
            </a:r>
            <a:r>
              <a:rPr lang="en-US" dirty="0">
                <a:ln w="0"/>
              </a:rPr>
              <a:t>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</a:t>
            </a:r>
            <a:r>
              <a:rPr lang="en-US" dirty="0"/>
              <a:t>Northeast (up &amp; to right)</a:t>
            </a:r>
            <a:r>
              <a:rPr lang="en-US" dirty="0">
                <a:ln w="0"/>
              </a:rPr>
              <a:t>, which is </a:t>
            </a:r>
            <a:r>
              <a:rPr lang="en-US" dirty="0"/>
              <a:t>Southwest (bottom &amp; to left)</a:t>
            </a:r>
            <a:r>
              <a:rPr lang="en-US" dirty="0">
                <a:ln w="0"/>
              </a:rPr>
              <a:t>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E1EE7A7-06E0-B723-0315-2CBC7910E370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Special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5A1767-62CE-02F6-EB63-9EDD4F8DD9E4}"/>
              </a:ext>
            </a:extLst>
          </p:cNvPr>
          <p:cNvSpPr txBox="1"/>
          <p:nvPr/>
        </p:nvSpPr>
        <p:spPr>
          <a:xfrm>
            <a:off x="3668923" y="371959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809B3A-4989-A3CA-E10A-D9A161BE41A4}"/>
              </a:ext>
            </a:extLst>
          </p:cNvPr>
          <p:cNvSpPr txBox="1"/>
          <p:nvPr/>
        </p:nvSpPr>
        <p:spPr>
          <a:xfrm>
            <a:off x="2718309" y="4473801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D3D2ED-5FC1-57DB-C704-DE496A170F0D}"/>
              </a:ext>
            </a:extLst>
          </p:cNvPr>
          <p:cNvSpPr/>
          <p:nvPr/>
        </p:nvSpPr>
        <p:spPr>
          <a:xfrm>
            <a:off x="965426" y="5627199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94FE3C-CEA8-5211-4514-935C053A459E}"/>
              </a:ext>
            </a:extLst>
          </p:cNvPr>
          <p:cNvCxnSpPr>
            <a:cxnSpLocks/>
          </p:cNvCxnSpPr>
          <p:nvPr/>
        </p:nvCxnSpPr>
        <p:spPr>
          <a:xfrm flipH="1">
            <a:off x="1513840" y="4582160"/>
            <a:ext cx="1204469" cy="12395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13CBF9BA-1299-807F-97E8-5D4F259B0C31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A8E5737-D962-CC09-D17A-D76633D659A7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C6EF77D7-9AE1-4405-78DD-2FF590D2F91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F35D7F2-E5A8-F68D-1930-EE782BB2ECC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66217F-2A22-B5EE-186D-D5E10601814D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DBA000-0388-4218-A000-D9CF0B60BBD5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0A3F953-5C08-042C-2841-8571160A6088}"/>
              </a:ext>
            </a:extLst>
          </p:cNvPr>
          <p:cNvSpPr txBox="1"/>
          <p:nvPr/>
        </p:nvSpPr>
        <p:spPr>
          <a:xfrm rot="18838223">
            <a:off x="836727" y="4447032"/>
            <a:ext cx="2997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Mirrored of Northeast of *RP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72ED03-47E8-9F47-DA43-E6DDCB7CA874}"/>
              </a:ext>
            </a:extLst>
          </p:cNvPr>
          <p:cNvSpPr txBox="1"/>
          <p:nvPr/>
        </p:nvSpPr>
        <p:spPr>
          <a:xfrm>
            <a:off x="1151825" y="6046714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830626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EA5C-7ECF-F197-5CBC-9B95D2B70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2B87F2F4-A49C-E23B-3E48-C47C65C29EF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204" y="330909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F5E4E520-2606-706D-FDC5-5F06DFB55F6F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AA495CB1-34C3-30CF-52B7-D0D8E9B8DC8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859E714-74FD-D075-0AAE-3C88AFC82A7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488C4D7F-A278-A2AA-1203-C93C1819E6E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AF1E09BD-2965-FCD6-CB7C-5DFAB42050B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E5AF7DEE-675E-D2E3-9443-9EA420C3FF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A2490657-2D58-3D2E-DB3F-4A4B1804CD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7D80638-DD87-F4B0-F82C-989B15F1AFA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1FE75A07-5E24-FF09-98A9-8B56C4C849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28D40A03-1626-72BE-2194-C8568D4938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A55D7B2D-0718-8312-096A-5D2788E424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AEC47678-EE6F-EBE3-3F30-0C4F570354E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B08F5A7E-B326-FC4B-8C82-5F4BB30468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B1C23551-8454-5196-67BF-707D40DEF51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E5508F2F-BAB0-79F2-516A-08F6D612BE4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3467CD3-DE21-0E2E-0247-5BDAE1AAF4B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0AB87496-C48F-1C5A-3DE9-58F376BB8A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6C85428C-5E3E-575B-2CF3-E11A1940D15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2FFE82F8-91A3-4E3F-4F15-0B73770AC01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AA77E3B3-111C-796F-69D5-B5DD109CAE9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535E9C55-ECDB-0283-6D19-6A1ABE6AC3D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3064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7671E3AF-3BC3-5321-33FF-C4B89D2ED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8088FBB3-6709-2CD0-F30E-3A0E9AB3D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23BE7111-2041-90A8-FAA6-259CFD228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6A1447AC-8B19-2C28-C017-E09E9CD93D7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9449" y="482464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3284F13-7853-A437-567C-CB7F772A9519}"/>
              </a:ext>
            </a:extLst>
          </p:cNvPr>
          <p:cNvSpPr txBox="1"/>
          <p:nvPr/>
        </p:nvSpPr>
        <p:spPr>
          <a:xfrm>
            <a:off x="2011771" y="5302545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77EF074-FEB8-5173-8BC3-E9E436DDA3B2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7026863-3F54-BBE9-0013-FB3A591A702B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6C37CFF-0E81-94B1-37E2-7924C2E1B26A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Special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DE66CF-A552-6B3D-867D-71D89F93B6C5}"/>
              </a:ext>
            </a:extLst>
          </p:cNvPr>
          <p:cNvSpPr txBox="1"/>
          <p:nvPr/>
        </p:nvSpPr>
        <p:spPr>
          <a:xfrm>
            <a:off x="3668923" y="371959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9329A5-9511-E5B3-EFAD-D81AD0587D91}"/>
              </a:ext>
            </a:extLst>
          </p:cNvPr>
          <p:cNvSpPr/>
          <p:nvPr/>
        </p:nvSpPr>
        <p:spPr>
          <a:xfrm>
            <a:off x="965426" y="5627199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D630EFC-5580-DAF4-1C4D-0652FC89CABE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B8A433A-D7E0-1508-7D99-4BF67D68AE6F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41F94FC4-D2E3-BE82-D5B9-1FE8611BC9E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D8B9EE0-E3CE-D228-D22B-67319712161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8C93C4B-AC3E-7B8B-3B9A-3A8304E7AC5C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E819F3-A59D-50C2-8990-725501EB36CA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5A0A028-3458-2D4B-7782-4991FE7E2758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397" y="3063240"/>
            <a:ext cx="731520" cy="731520"/>
          </a:xfrm>
          <a:prstGeom prst="rect">
            <a:avLst/>
          </a:prstGeom>
          <a:effectLst>
            <a:softEdge rad="0"/>
          </a:effectLst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B31273E-AB49-D679-5657-61B7F609AB46}"/>
              </a:ext>
            </a:extLst>
          </p:cNvPr>
          <p:cNvCxnSpPr/>
          <p:nvPr/>
        </p:nvCxnSpPr>
        <p:spPr>
          <a:xfrm rot="10800000" flipH="1">
            <a:off x="965425" y="2075007"/>
            <a:ext cx="1475" cy="3917953"/>
          </a:xfrm>
          <a:prstGeom prst="bentConnector3">
            <a:avLst>
              <a:gd name="adj1" fmla="val -22386441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D814718-EFA1-4532-B1F0-E42F2FFC3D97}"/>
              </a:ext>
            </a:extLst>
          </p:cNvPr>
          <p:cNvSpPr txBox="1"/>
          <p:nvPr/>
        </p:nvSpPr>
        <p:spPr>
          <a:xfrm rot="5400000">
            <a:off x="-686393" y="4117091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747550-6C67-7D32-C4A0-DB657E86803D}"/>
              </a:ext>
            </a:extLst>
          </p:cNvPr>
          <p:cNvSpPr txBox="1"/>
          <p:nvPr/>
        </p:nvSpPr>
        <p:spPr>
          <a:xfrm>
            <a:off x="1151825" y="6046714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1847554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6DF3F-28FE-D2D9-345A-526296DD2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C3BBC076-F9E4-E314-1A9E-57471A82279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204" y="330909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342EC4CE-5653-27C2-CF11-CA0B3E0FFE46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6B2527A-6E26-0C9B-4B9D-1DAFF2DE636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B278061B-9F51-68B6-4DB6-F243A02EC0C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F0301D28-7C4D-EB8B-4619-D170EC2F536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1377CC46-C7CA-C8D7-11B9-FA49265FED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9B6003CE-A9D8-7D62-84E1-05862B2CBCE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5FDD3D12-F372-1A69-C809-42AD4BC2EB6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942A889D-7316-2424-8888-AA3A6F6F25A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9CE67F71-7E4D-44F2-CD11-88E5F7F310B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555C6FFB-3A08-A68D-00F7-A867AC23B97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6795C4A1-880D-063F-4373-AE10D603FD1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59465C42-DDF1-0BD0-DB26-14EDF9AA63C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A8ABB7A2-668E-7065-6B19-E4079C82F88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5AF5ED1A-1FD4-149F-E84B-46ACAA74898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251DD912-1BB1-AF81-F7C2-870154D131A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AA669A7A-4007-C5B6-717B-81E15E2B467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6853836E-367B-9431-3266-730F9C0EE4B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95042B0C-5EE8-9B9D-4A46-8BAAFAB975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78678690-1FD2-AF40-56AC-6EFCFA547BD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3F8CB412-94C3-D100-1039-27CBB6A1104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A18EE7E7-76D5-1CC1-149E-914394F4B0B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3064" y="484068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8D45542B-1894-189D-FA0F-F95087256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9BCDC1A2-19CD-D49C-B879-F00AB32A0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007E13B3-DBF6-108A-C1E0-0D8543BB1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7D6AED75-0C53-2E07-7F35-64705B283B3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9449" y="482464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7D7CF4D-A394-ACC7-7A12-6316EC560DC8}"/>
              </a:ext>
            </a:extLst>
          </p:cNvPr>
          <p:cNvSpPr txBox="1"/>
          <p:nvPr/>
        </p:nvSpPr>
        <p:spPr>
          <a:xfrm>
            <a:off x="2011771" y="5302545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E088FE6-041D-5A3E-7B3C-3C333ECC5AA0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8708E57-672F-D22D-6A1D-614D7A3CF1E9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787749D-5746-A02D-70CD-8C54DF372D4F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Special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80971F-899C-6A51-4BC8-8E87B0EADE8B}"/>
              </a:ext>
            </a:extLst>
          </p:cNvPr>
          <p:cNvSpPr txBox="1"/>
          <p:nvPr/>
        </p:nvSpPr>
        <p:spPr>
          <a:xfrm>
            <a:off x="3668923" y="371959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A5F4CC-8F91-D0AF-D8AB-639C47AE6867}"/>
              </a:ext>
            </a:extLst>
          </p:cNvPr>
          <p:cNvSpPr txBox="1"/>
          <p:nvPr/>
        </p:nvSpPr>
        <p:spPr>
          <a:xfrm>
            <a:off x="1162312" y="2104410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75DA61-B847-8D2B-1EFE-5C7C73B95A3D}"/>
              </a:ext>
            </a:extLst>
          </p:cNvPr>
          <p:cNvSpPr/>
          <p:nvPr/>
        </p:nvSpPr>
        <p:spPr>
          <a:xfrm>
            <a:off x="965426" y="5627199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0A98653-48AA-9570-91F3-501123EA112D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F8CE45B-F5F5-285A-F937-DFD1F952F973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4C0101A5-4194-3418-A531-718C9DE046C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7FFDEA3-0D9F-1CCA-05A6-7CFA4E944DF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1ABC2D-48F8-DA07-42E3-D6EB1EF64B04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79D7652-00BC-7302-C380-9366E91FF614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0318182-672B-E9C2-8941-0DB6225AB8AA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397" y="3063240"/>
            <a:ext cx="731520" cy="731520"/>
          </a:xfrm>
          <a:prstGeom prst="rect">
            <a:avLst/>
          </a:prstGeom>
          <a:effectLst>
            <a:softEdge rad="0"/>
          </a:effectLst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B71412B-7599-1AB6-1B6B-9470683F4922}"/>
              </a:ext>
            </a:extLst>
          </p:cNvPr>
          <p:cNvCxnSpPr/>
          <p:nvPr/>
        </p:nvCxnSpPr>
        <p:spPr>
          <a:xfrm rot="10800000" flipH="1">
            <a:off x="965425" y="2075007"/>
            <a:ext cx="1475" cy="3917953"/>
          </a:xfrm>
          <a:prstGeom prst="bentConnector3">
            <a:avLst>
              <a:gd name="adj1" fmla="val -22386441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B9768A4-02BB-BACA-66A0-0FEF03BFB488}"/>
              </a:ext>
            </a:extLst>
          </p:cNvPr>
          <p:cNvSpPr txBox="1"/>
          <p:nvPr/>
        </p:nvSpPr>
        <p:spPr>
          <a:xfrm rot="5400000">
            <a:off x="-686393" y="4117091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</p:spTree>
    <p:extLst>
      <p:ext uri="{BB962C8B-B14F-4D97-AF65-F5344CB8AC3E}">
        <p14:creationId xmlns:p14="http://schemas.microsoft.com/office/powerpoint/2010/main" val="1821631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D6888-5A30-3859-AD61-A64298A60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C104BBA3-1B1C-0BD7-B8EE-659C807EC2FF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252574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5DE2D19A-5372-1F1D-ACB7-B214E2036C95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889C9BB-98F0-98F4-B108-7AD7CDAD62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4167955F-86D5-FA2A-AB08-F5142C42CE3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0810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CBE4F8E2-B06E-AD0F-4B81-C5AC34A6DD4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81BBDD73-6D2F-D38D-6B9D-3F13D15786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5FAD50C7-9D1F-3202-58BF-49073F3DC34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8E0B31FD-07A4-91E9-1E70-77D7F5E6E26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73E8CE3-7280-27E9-A4ED-E7AC409A9A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8E150C98-8564-3F3A-A05F-A64B1F97849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5B403A9A-B11D-EEE8-B77B-A83EC44DBCB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063392B-BF5D-DB0D-CFF0-613D17B61C0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43C7DC58-F364-2178-BB60-47009173A4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3EF146F-B27A-1D64-646C-BEAB838CE0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7E425341-056D-C660-83A4-6A6CEA89F4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55188B75-2B07-28F8-CF77-59BDD050BB7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D371ED4D-71D7-8AB6-9E01-BAAD74A90F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5791" y="406651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A11D38C6-E7C3-9DE6-7946-D42AD7BCB67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2609" y="327468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F50C5F3B-A944-9685-F7C4-450CDBB6D91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4777" y="326205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36066967-A086-0127-3C3E-2CAF5D44939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D16EB3E1-23F5-693A-84F1-F26F6583AF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6C9140E3-A6AD-407D-05C6-E0E9F3ADC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2F5268B9-0ABA-D880-0C7C-281A5FBA2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04998B3D-3374-4609-D754-E00434C61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3F7EF65E-7D05-9080-3448-F4C7FDD7C95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5791" y="3283440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A04591F-8BAE-AD25-E977-4D0CECCBFCCD}"/>
              </a:ext>
            </a:extLst>
          </p:cNvPr>
          <p:cNvSpPr txBox="1"/>
          <p:nvPr/>
        </p:nvSpPr>
        <p:spPr>
          <a:xfrm>
            <a:off x="4367365" y="3727347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7FF730F-7E7E-5176-78F8-2E75659BF552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0233195-4A91-C954-6604-03DDC66879D5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Northwest (up &amp; to left)</a:t>
            </a:r>
            <a:r>
              <a:rPr lang="en-US" dirty="0">
                <a:ln w="0"/>
              </a:rPr>
              <a:t>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6E097485-9770-FC39-3759-0453B36B5E87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Special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91F943-1E08-A731-ECE0-01769159CE7E}"/>
              </a:ext>
            </a:extLst>
          </p:cNvPr>
          <p:cNvSpPr txBox="1"/>
          <p:nvPr/>
        </p:nvSpPr>
        <p:spPr>
          <a:xfrm>
            <a:off x="2079936" y="2944269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2ECEE2-6EDB-0D5D-2868-0738479DD2BE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322" y="4896209"/>
            <a:ext cx="731520" cy="731520"/>
          </a:xfrm>
          <a:prstGeom prst="rect">
            <a:avLst/>
          </a:prstGeom>
          <a:effectLst>
            <a:softEdge rad="0"/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6094099-0814-C38B-DCA9-7A3A16F15C65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DED2043-CA7D-A9CF-F14C-E98609F76231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D5A2A0D9-8B38-B9B0-D9CD-B38E7B909B0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22FBAE0-2125-7174-7FB1-7C9CC1757ED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8DBEAC-C0D4-8CE1-B2E6-CD0AF936C640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78C2A7-9390-316A-E5FD-B3B51FEB4A7B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0224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BF697-996D-C6CD-94E0-635A455F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3471E926-3A13-6EBB-9ED5-5418631612D3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252574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2CEA8154-060E-4519-5137-9CCEEF017873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A0E3F374-9546-30BF-1B57-E84D1C3789E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16EA859E-615F-DB25-58C3-18CDA51E993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0810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C71AF880-7B49-1801-ADDD-09C1E9A9394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5BF0C9E1-EBAF-87BA-4FA0-6530E9B186D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899BBC8D-EFE2-10EE-5721-E99A101368A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54FACAE3-A108-1033-5EDF-8A9F689E15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DD29984-82B9-ED4F-18A7-84F86FE608C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6FE0E3E-9DC2-6CFC-8B36-17B94C49452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94FA14D9-E6C2-742A-BAA1-768AB7BC6F8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06CCDA3-64CB-9182-85EF-775649C62E0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ED476041-BF92-708C-9F73-6DAED0A41FE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563B12FE-F873-04F5-5BC0-449B6AF0EF8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5D109D2-3CAA-10ED-AFEE-0A042A53255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E52B3A63-7F8E-5AE8-A6B8-F2FDDC622F0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EC9F107B-2E3E-9181-467E-D907FA4930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5791" y="406651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FD9E637F-6DF3-79AC-F144-0ECB2295C1F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2609" y="327468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94DDEEB9-2F68-13D5-7EEF-52D8E0868BC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4777" y="326205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08D5FABC-2E07-A122-B601-FE4B9D191AD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E7DB2F89-3AA5-3A4C-30FD-B77EB10BD48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CC4B4354-7E1B-409B-0914-F53CE407F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E950CDE5-F18D-FDB5-BA46-88A9A5166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8815120A-1C48-2FE6-FA93-C06B6826A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FC7D091D-25F6-E477-1009-86DDBBA48DC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5791" y="3283440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ACEB728-C221-F9B3-66F9-965BCC53180D}"/>
              </a:ext>
            </a:extLst>
          </p:cNvPr>
          <p:cNvSpPr txBox="1"/>
          <p:nvPr/>
        </p:nvSpPr>
        <p:spPr>
          <a:xfrm>
            <a:off x="4367365" y="3727347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DB65AEA-1B9C-8D4F-9052-F3802A0CAE8D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59078A6-68AE-944A-8E5C-B4C4ABF9CCDB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Northwest (up &amp; to left)</a:t>
            </a:r>
            <a:r>
              <a:rPr lang="en-US" dirty="0">
                <a:ln w="0"/>
              </a:rPr>
              <a:t>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</a:t>
            </a:r>
            <a:r>
              <a:rPr lang="en-US" dirty="0"/>
              <a:t>Northwest (up &amp; to left)</a:t>
            </a:r>
            <a:r>
              <a:rPr lang="en-US" dirty="0">
                <a:ln w="0"/>
              </a:rPr>
              <a:t>, which is </a:t>
            </a:r>
            <a:r>
              <a:rPr lang="en-US" dirty="0"/>
              <a:t>Southeast (bottom &amp; to right)</a:t>
            </a:r>
            <a:r>
              <a:rPr lang="en-US" dirty="0">
                <a:ln w="0"/>
              </a:rPr>
              <a:t>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F351DAD3-5483-F1B5-2B03-716787AC0564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Special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106B9C-88D7-DC6C-B66F-BC9C54D66904}"/>
              </a:ext>
            </a:extLst>
          </p:cNvPr>
          <p:cNvSpPr txBox="1"/>
          <p:nvPr/>
        </p:nvSpPr>
        <p:spPr>
          <a:xfrm>
            <a:off x="2079936" y="2944269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F252B0-D1CB-E08E-445F-632C87E18C54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322" y="4896209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8949CF-5DAA-28F8-8077-9D3D92984F37}"/>
              </a:ext>
            </a:extLst>
          </p:cNvPr>
          <p:cNvSpPr txBox="1"/>
          <p:nvPr/>
        </p:nvSpPr>
        <p:spPr>
          <a:xfrm>
            <a:off x="3464432" y="2909206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D12E13-90A0-857B-43ED-A49A21EE2169}"/>
              </a:ext>
            </a:extLst>
          </p:cNvPr>
          <p:cNvSpPr/>
          <p:nvPr/>
        </p:nvSpPr>
        <p:spPr>
          <a:xfrm>
            <a:off x="4853975" y="4096679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DCAD0C-D9F9-DEE0-C8D6-B2B319E60164}"/>
              </a:ext>
            </a:extLst>
          </p:cNvPr>
          <p:cNvCxnSpPr/>
          <p:nvPr/>
        </p:nvCxnSpPr>
        <p:spPr>
          <a:xfrm>
            <a:off x="3662315" y="2868206"/>
            <a:ext cx="1427845" cy="14802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E1729CD4-BF2A-B4B0-E4AF-6D1F2913CE5D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1B08F15-7BA5-A084-C8BF-391AF05F6809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6E57878-FEC8-983E-C656-166DB306C15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76744C84-FCA7-55B6-18A2-9B4B05D886A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0AB3B3-C296-358D-D48A-FE265FA34E86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9640691-6497-3201-4353-57278DCA0053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C20851B-048E-C291-A816-BCADB9188EC4}"/>
              </a:ext>
            </a:extLst>
          </p:cNvPr>
          <p:cNvSpPr txBox="1"/>
          <p:nvPr/>
        </p:nvSpPr>
        <p:spPr>
          <a:xfrm rot="2834883">
            <a:off x="3441618" y="3449265"/>
            <a:ext cx="2997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Mirrored of Northwest of *RP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4D04C8-E819-BA3F-441D-A9F8D20F43E4}"/>
              </a:ext>
            </a:extLst>
          </p:cNvPr>
          <p:cNvSpPr txBox="1"/>
          <p:nvPr/>
        </p:nvSpPr>
        <p:spPr>
          <a:xfrm>
            <a:off x="5048722" y="4516378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745344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7C52C-A52E-4EB8-5969-F3DDA7A92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097BC5AA-08EA-414C-AA92-45491DCE9814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252574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463D184F-29F7-A192-32D0-684D5482BC4C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01A7FC43-0952-72BF-80FA-D39A606023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D7BD7777-FBAF-2753-3E9A-4548CC16565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0810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65B90C31-F64D-CEF2-99AB-C2BF3DCEAA9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75BB50AE-4D5B-8B39-1E33-70220A07C8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4C7557EE-718E-B3A2-34A4-F0FF70E77FD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2F300B58-5D32-5997-DDAD-EA5ABA72E35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02E8D0F5-7AA5-AA8E-38BE-06BEED74BCE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3FA6DCF7-53A5-A7E9-7710-8A797E3424B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58337255-3999-B5FC-1AEA-4D2AECACBCF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375439F-2896-0EAE-47E9-DC21661A96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50E3B196-D0E7-4292-41D4-66CA40DD41F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BAD517B4-F948-0C11-4048-24618FEA0C8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7F4B5A24-7A5B-AE6D-688E-5115EE789AD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95F31AFC-2153-4CD9-3502-94FE2150FD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254CC6A0-449E-6F5A-D61A-8EEDE53CD12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5791" y="406651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D3262587-10FB-88E9-ECC8-842A072C8D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2609" y="327468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020E4EAF-006B-640D-572D-8A6F096D3E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4777" y="326205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0E19C169-B2B3-2B1A-4AAC-E9EE786A50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13BC95F8-6E70-0636-1AA0-5637CC27C2D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E4E3477F-DA01-BDD1-C23E-1613F2F88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82001BDB-C7C4-867A-5054-D7F78DF56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A09DBF3E-AE9D-7D51-EB49-EA939BDC8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279B6398-294F-445F-E997-75D8CEE3BF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5791" y="3283440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4F865FE-A427-B0A3-043C-B239937A3CE4}"/>
              </a:ext>
            </a:extLst>
          </p:cNvPr>
          <p:cNvSpPr txBox="1"/>
          <p:nvPr/>
        </p:nvSpPr>
        <p:spPr>
          <a:xfrm>
            <a:off x="4367365" y="3727347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9F7F87B-787D-5122-6C6B-256EE259710C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596AB37-1853-99CC-B91C-3EF090C203B4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7D4E4C0-7397-4EA3-3FFB-3E2E723389CB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Special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A2B7D9-7C9D-66C3-C04D-67348BCDC84B}"/>
              </a:ext>
            </a:extLst>
          </p:cNvPr>
          <p:cNvSpPr txBox="1"/>
          <p:nvPr/>
        </p:nvSpPr>
        <p:spPr>
          <a:xfrm>
            <a:off x="2079936" y="2944269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8BE81C-1066-CF95-6CF0-24CAC424061F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322" y="4896209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D53942-5B3B-F56E-33E1-804962E74EDF}"/>
              </a:ext>
            </a:extLst>
          </p:cNvPr>
          <p:cNvSpPr/>
          <p:nvPr/>
        </p:nvSpPr>
        <p:spPr>
          <a:xfrm>
            <a:off x="4853975" y="4096679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1EB761F-EB0C-B7F8-7C49-859340D476C7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FFE3229-BD26-3038-1E36-6990C794363D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54808DCA-CD6F-8970-B5ED-2EE0C3542AC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8DBCE312-2C0D-C8DF-038E-E7EF8B70441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7B5C4E3-B197-F819-B1F0-29CF577F4C0B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D76E9B-474C-0A17-131D-59518D3DB531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793A87E-7B83-FE67-4F93-07B305EEFC83}"/>
              </a:ext>
            </a:extLst>
          </p:cNvPr>
          <p:cNvCxnSpPr>
            <a:cxnSpLocks/>
          </p:cNvCxnSpPr>
          <p:nvPr/>
        </p:nvCxnSpPr>
        <p:spPr>
          <a:xfrm rot="5400000" flipH="1">
            <a:off x="2899661" y="2508126"/>
            <a:ext cx="385839" cy="4254309"/>
          </a:xfrm>
          <a:prstGeom prst="bentConnector4">
            <a:avLst>
              <a:gd name="adj1" fmla="val -277806"/>
              <a:gd name="adj2" fmla="val 107761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AFAE2DD-A36B-7805-39ED-F1B7242E76D3}"/>
              </a:ext>
            </a:extLst>
          </p:cNvPr>
          <p:cNvSpPr txBox="1"/>
          <p:nvPr/>
        </p:nvSpPr>
        <p:spPr>
          <a:xfrm>
            <a:off x="3250129" y="5934264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3C7970-C78B-ABC1-A9E1-EB82ED05787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842" y="3063240"/>
            <a:ext cx="734469" cy="731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2D7B29-8423-946E-1B6B-90129E796EFB}"/>
              </a:ext>
            </a:extLst>
          </p:cNvPr>
          <p:cNvSpPr txBox="1"/>
          <p:nvPr/>
        </p:nvSpPr>
        <p:spPr>
          <a:xfrm>
            <a:off x="5048722" y="4516378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4051551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B52F7-2F9A-876C-3F07-CE4EE56B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8360737F-459C-773C-46B3-BAE384F8E4D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366" y="2525748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AECD58B2-87D0-0334-2D87-A0B51438F54A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5104ECD0-0062-E1A6-B498-076BF4F3A0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292C98E4-FE9F-40B1-36D7-E7F9103A065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0810" y="484068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DB4F5AB5-D920-CB29-2712-765D4ABC97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F2E4F645-2573-BE09-113F-8FC6DC5EDC7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899F4537-CACE-1A0B-2BB5-CB87A8379E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E042BF46-A524-AF69-62A9-D85B0BA983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01E9739-CE00-2090-296F-354D4FB3049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AE653010-CF8F-5DD0-C805-E20FA581090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70282861-95F7-A5D1-4275-6B13746204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5FC8769-8742-949B-DF89-00CC33EFB9C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D5C56578-C61D-C39C-A616-85337E0E625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5DA8E48E-1105-0C59-1972-47D855951E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DC159F03-EA8E-311E-6925-43FABD75192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7E088BAC-62DD-95C0-AA57-04A359680F8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785D4DFA-8446-17B9-23B5-E4C56C1F4B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5791" y="406651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8F3429FE-321F-2F1E-57AF-14339CE90B5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2609" y="327468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C602BE9B-78BD-A5E9-8784-4352C180851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4777" y="326205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C2C527BB-2F3F-4B7B-58E7-3553BD510C5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D9EB5573-68DC-F6B9-DC71-3F59D2BF823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8A37B4EA-47E7-77BA-CF30-7FE59F1A8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BA6D1BFE-69CC-C017-289E-CA1B9E21F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6F9BFDAB-47FC-4963-3F0B-5D0128CC5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7CDF043-C331-73F0-4ADA-E984CCCEABF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5791" y="3283440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8F85D75-D010-BDAE-4040-CED426C5CC31}"/>
              </a:ext>
            </a:extLst>
          </p:cNvPr>
          <p:cNvSpPr txBox="1"/>
          <p:nvPr/>
        </p:nvSpPr>
        <p:spPr>
          <a:xfrm>
            <a:off x="4367365" y="3727347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5988F48-3D09-BA9A-B327-EF14D0F04F83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02D445D-27B1-1E30-E6FF-A9AB1C714DF2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74982629-D219-8572-1524-230EB9B2C73A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Special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996CB0-8F0F-7B2E-F298-8A9104306DA6}"/>
              </a:ext>
            </a:extLst>
          </p:cNvPr>
          <p:cNvSpPr txBox="1"/>
          <p:nvPr/>
        </p:nvSpPr>
        <p:spPr>
          <a:xfrm>
            <a:off x="2079936" y="2944269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771B02-322C-A9ED-496C-751A402C326B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322" y="4896209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F991798-205E-929B-677F-FE41B3B62C6E}"/>
              </a:ext>
            </a:extLst>
          </p:cNvPr>
          <p:cNvSpPr/>
          <p:nvPr/>
        </p:nvSpPr>
        <p:spPr>
          <a:xfrm>
            <a:off x="4853975" y="4096679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D2A861-44B2-AE93-AA63-7E2C5F217E1F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34AF1A6-CAB6-3124-510B-846D7AD96C7F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9C90D9BA-659A-A56C-AA66-4634BA746E6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CBD2947C-9410-A3E7-24A1-17D9D701146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82B33AC-C64E-8691-E8BE-BBFC7AE19DA9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88F4BEA-2AB0-5441-D2F5-09C19BB0F7FF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3D7B22F-5FF7-27C0-6434-2B5A6A6A9DAC}"/>
              </a:ext>
            </a:extLst>
          </p:cNvPr>
          <p:cNvCxnSpPr>
            <a:cxnSpLocks/>
          </p:cNvCxnSpPr>
          <p:nvPr/>
        </p:nvCxnSpPr>
        <p:spPr>
          <a:xfrm rot="5400000" flipH="1">
            <a:off x="2899661" y="2508126"/>
            <a:ext cx="385839" cy="4254309"/>
          </a:xfrm>
          <a:prstGeom prst="bentConnector4">
            <a:avLst>
              <a:gd name="adj1" fmla="val -277806"/>
              <a:gd name="adj2" fmla="val 107761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28651F-3BF8-7233-2714-3F2E18C36AE1}"/>
              </a:ext>
            </a:extLst>
          </p:cNvPr>
          <p:cNvSpPr txBox="1"/>
          <p:nvPr/>
        </p:nvSpPr>
        <p:spPr>
          <a:xfrm>
            <a:off x="3250129" y="5934264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55311C-9121-E114-1DB6-0AF561ECBC9A}"/>
              </a:ext>
            </a:extLst>
          </p:cNvPr>
          <p:cNvSpPr txBox="1"/>
          <p:nvPr/>
        </p:nvSpPr>
        <p:spPr>
          <a:xfrm>
            <a:off x="1165568" y="4473529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2E7B0CD-7F59-3B3E-F259-31D6619BD72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842" y="3063240"/>
            <a:ext cx="734469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01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061E9-97EC-E76F-86F9-F7FF9552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7571B9FD-21A9-18CC-DEBF-E15D13BF34B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684" y="407659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3A5E693F-602B-971E-2BD3-1AEA21B88B93}"/>
              </a:ext>
            </a:extLst>
          </p:cNvPr>
          <p:cNvGrpSpPr/>
          <p:nvPr/>
        </p:nvGrpSpPr>
        <p:grpSpPr>
          <a:xfrm>
            <a:off x="961181" y="1706417"/>
            <a:ext cx="3864108" cy="3913271"/>
            <a:chOff x="6925181" y="1676256"/>
            <a:chExt cx="3864108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9F97B27A-6F99-CA77-3AF7-5C02AC13D5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DF6695EF-42BA-5F36-7945-89B2F589F3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5D39EEEE-8029-F233-8197-D2F879EA15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5ADC374F-BC1A-A522-23FA-08F61EEBFD5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623D6047-8BB5-37C6-F71F-9375242D3B7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19CC10E7-99B0-8302-23B8-D3CBCDACF7C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FE1D2487-CA92-1745-B67D-8ACCB2E1DC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31795DD2-1FE0-AAD3-CC00-88A9A3B195B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4CFE893E-11A9-45A6-6064-835E2114694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56C70AB6-2D76-EE53-A20C-72014F14EBF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5870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8E5270A8-6333-6856-EF9D-2E8A256051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9222777-4582-0CBE-5C63-715D4220405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A9A649E8-0605-B89E-734C-F1A14282C23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5047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CD936748-1729-13DC-0355-86FA069CC79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5DA2E9C4-A565-B54C-0597-793B83FE62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5B5C992C-FCB1-E924-B45A-ED470CA9E40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8A513007-7C7C-4DCF-3C9B-7F43722FD1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6504D0E7-EB84-3FE7-334D-71CDD25CB1D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8794C6A0-1BD3-1097-DE61-1BFF566994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0F122D3B-0313-7900-91A9-11BD7931534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384F7D48-C99B-53B6-0626-D0D4CF5F8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42657613-F404-B6A8-E00B-C2F4266DA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05917BD7-57C6-F923-24AF-EEC4EDEC1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1DA6839-524C-4613-588C-9F76C7FEDE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5181" y="169784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63FD0BA-5267-7CFC-406B-39A4766E6200}"/>
              </a:ext>
            </a:extLst>
          </p:cNvPr>
          <p:cNvSpPr txBox="1"/>
          <p:nvPr/>
        </p:nvSpPr>
        <p:spPr>
          <a:xfrm>
            <a:off x="1248566" y="2143056"/>
            <a:ext cx="56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838B7DA-1B01-B44E-DE07-1D4786B5EBED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8E62389-8070-CEA5-2FEF-A7D812DBA54B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Southeast (bottom &amp; to right) </a:t>
            </a:r>
            <a:r>
              <a:rPr lang="en-US" dirty="0">
                <a:ln w="0"/>
              </a:rPr>
              <a:t>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0E95AF35-46AF-23E2-E48A-9ADC680AD969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8110EE-8577-57B1-DD7B-05FFAC5B8728}"/>
              </a:ext>
            </a:extLst>
          </p:cNvPr>
          <p:cNvSpPr txBox="1"/>
          <p:nvPr/>
        </p:nvSpPr>
        <p:spPr>
          <a:xfrm>
            <a:off x="3638736" y="452521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043478-77BB-393C-F5F6-BDB7376E56B8}"/>
              </a:ext>
            </a:extLst>
          </p:cNvPr>
          <p:cNvGrpSpPr/>
          <p:nvPr/>
        </p:nvGrpSpPr>
        <p:grpSpPr>
          <a:xfrm>
            <a:off x="1326941" y="496717"/>
            <a:ext cx="1759557" cy="1036303"/>
            <a:chOff x="3006385" y="89952"/>
            <a:chExt cx="1759557" cy="103630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A3B4047-87C6-7AC0-4090-0F5ABD51EDE7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DBCE0FA-1794-2004-FE1F-83FF3009551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E7221A85-4DAD-B18B-404F-400D5AC57E3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EFA75A7-8451-9D2C-8025-EBF4FE7A9C35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422C94-C266-C0F1-4977-136701380FE6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8157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1D0B4-BB25-19BB-87BD-9A15EC24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CFE996C5-FBB2-C34F-6A1F-6D2F5BB593D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684" y="407659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25CABC72-877B-1B18-0F8D-6D160BFBB483}"/>
              </a:ext>
            </a:extLst>
          </p:cNvPr>
          <p:cNvGrpSpPr/>
          <p:nvPr/>
        </p:nvGrpSpPr>
        <p:grpSpPr>
          <a:xfrm>
            <a:off x="961181" y="1706417"/>
            <a:ext cx="3864108" cy="3913271"/>
            <a:chOff x="6925181" y="1676256"/>
            <a:chExt cx="3864108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0F58EC5-DB18-266C-10CD-0E4FAB6EEB7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DF62DB2E-DF99-E4A4-D8A9-01787054DE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0543A6A6-DA82-DC9D-8B57-236C6701FCA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1D4BFA13-3CEB-9C36-557D-12368E73D51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E5E14CE0-14DE-FFB0-547B-654164AE35A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8F7B819D-C92D-7531-7B69-2C78B246A38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4C4BC92-C2A0-1D9C-7617-C30EAB2A4F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C8289773-1B17-7C72-1201-4D1EBC8F69C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46B5D2FE-C578-618C-9836-A62C10F8F26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2C95AEB2-A33F-C64E-5B05-A6865087BBE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5870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8532A905-4316-085F-EE73-771079302F2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4672AE4-0952-35A1-1AD0-63008DDC55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B1D864D0-F538-6199-6236-D2A9EA3714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5047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8BB67908-42BC-839A-531B-F3022401F2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37AB0C9D-2CE1-A86C-3BF0-0213E46EFAD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42228DD3-674A-FF10-0DAE-8702B028558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F6B504A1-F1D6-5D29-0539-A2E10708431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B63CCB05-C5BF-B5C4-BDA3-0C9FE1E9D88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D00AA8F6-87D1-198D-EB0E-867883E80BE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57712C58-08EF-765C-3EC0-9A39C77EF95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8BC7D051-E6C5-9F8F-599B-8A1F53A65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244D22A3-246F-7269-2A36-3C6668DAE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6C4642A9-053D-37EB-024C-35C25AF33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80BFFD2-5073-AADC-BE21-648BDFDD7D7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5181" y="169784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0A982C8-100C-13E3-7148-45294074033A}"/>
              </a:ext>
            </a:extLst>
          </p:cNvPr>
          <p:cNvSpPr txBox="1"/>
          <p:nvPr/>
        </p:nvSpPr>
        <p:spPr>
          <a:xfrm>
            <a:off x="1248566" y="2143056"/>
            <a:ext cx="56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2DE16CF-963C-8AFC-6ED4-B2E7817ACFB6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7E29ED-3281-9C1A-31F7-2C0C40D17588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Southeast (bottom &amp; to right) </a:t>
            </a:r>
            <a:r>
              <a:rPr lang="en-US" dirty="0">
                <a:ln w="0"/>
              </a:rPr>
              <a:t>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</a:t>
            </a:r>
            <a:r>
              <a:rPr lang="en-US" dirty="0"/>
              <a:t>Southeast (bottom &amp; to right)</a:t>
            </a:r>
            <a:r>
              <a:rPr lang="en-US" dirty="0">
                <a:ln w="0"/>
              </a:rPr>
              <a:t>, which is </a:t>
            </a:r>
            <a:r>
              <a:rPr lang="en-US" dirty="0"/>
              <a:t>Northwest (up &amp; to left)</a:t>
            </a:r>
            <a:r>
              <a:rPr lang="en-US" dirty="0">
                <a:ln w="0"/>
              </a:rPr>
              <a:t>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066B68A-3915-8013-548D-848CF894960A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7145D1-2A53-F590-9991-68575F32F34D}"/>
              </a:ext>
            </a:extLst>
          </p:cNvPr>
          <p:cNvSpPr txBox="1"/>
          <p:nvPr/>
        </p:nvSpPr>
        <p:spPr>
          <a:xfrm>
            <a:off x="3638736" y="452521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9220EC-910B-60C5-FBF4-CC74A1348830}"/>
              </a:ext>
            </a:extLst>
          </p:cNvPr>
          <p:cNvSpPr txBox="1"/>
          <p:nvPr/>
        </p:nvSpPr>
        <p:spPr>
          <a:xfrm>
            <a:off x="1941217" y="2919580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04275F-E12D-6527-0473-B85146C3081F}"/>
              </a:ext>
            </a:extLst>
          </p:cNvPr>
          <p:cNvSpPr/>
          <p:nvPr/>
        </p:nvSpPr>
        <p:spPr>
          <a:xfrm>
            <a:off x="195974" y="977327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622E55-5BD5-38E0-0150-13E4DA2601E0}"/>
              </a:ext>
            </a:extLst>
          </p:cNvPr>
          <p:cNvCxnSpPr/>
          <p:nvPr/>
        </p:nvCxnSpPr>
        <p:spPr>
          <a:xfrm flipH="1" flipV="1">
            <a:off x="782320" y="1554480"/>
            <a:ext cx="1158897" cy="11277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491D683C-46F2-D353-8E7D-70B9E6D52775}"/>
              </a:ext>
            </a:extLst>
          </p:cNvPr>
          <p:cNvGrpSpPr/>
          <p:nvPr/>
        </p:nvGrpSpPr>
        <p:grpSpPr>
          <a:xfrm>
            <a:off x="1326941" y="496717"/>
            <a:ext cx="1759557" cy="1036303"/>
            <a:chOff x="3006385" y="89952"/>
            <a:chExt cx="1759557" cy="103630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AAD5FB-75B1-9467-E12D-59FEB02F7ADF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FAFE0C7-5FED-AE55-42F8-53B2FBD8F8C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4567A188-2C5B-A418-F78F-9DFC579B1BF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6ADEF7-2515-5E16-8C01-1BAE27A53B59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A51F6F-82E6-05ED-6965-24541FE7FA58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B253B01-647A-F112-38B8-1D055B96FD95}"/>
              </a:ext>
            </a:extLst>
          </p:cNvPr>
          <p:cNvSpPr txBox="1"/>
          <p:nvPr/>
        </p:nvSpPr>
        <p:spPr>
          <a:xfrm rot="2691674">
            <a:off x="505058" y="2173833"/>
            <a:ext cx="2997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Mirrored of Southeast of *RP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042D4-C11D-F9F2-72D4-5D73DF8A587B}"/>
              </a:ext>
            </a:extLst>
          </p:cNvPr>
          <p:cNvSpPr txBox="1"/>
          <p:nvPr/>
        </p:nvSpPr>
        <p:spPr>
          <a:xfrm>
            <a:off x="107364" y="1389478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316332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36071-89B7-18FF-E332-C66B42972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13F17893-811A-8AB4-39B9-DEC8F3198367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684" y="407659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375A17D4-C0F7-89E8-2CB0-0BF51FDAEF3D}"/>
              </a:ext>
            </a:extLst>
          </p:cNvPr>
          <p:cNvGrpSpPr/>
          <p:nvPr/>
        </p:nvGrpSpPr>
        <p:grpSpPr>
          <a:xfrm>
            <a:off x="961181" y="1706417"/>
            <a:ext cx="3864108" cy="3913271"/>
            <a:chOff x="6925181" y="1676256"/>
            <a:chExt cx="3864108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41654418-D599-ACCA-5C19-5E356A5FDE9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B60D4F38-2732-B0CC-447B-A45512AE38F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D968580B-3129-36B3-0B2F-26D650CF222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DF3E8071-DB6F-F5BB-D073-869A12A477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C16BCCA1-29BF-3469-FFA2-75472FB0DCB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320FB224-CE01-3535-9662-F48C28A23AB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7521CB4-BFE9-A207-24D5-6858236F3BC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BE5306CB-9CDA-D31A-4895-F9EC4C3D52E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F99913E3-19F3-B981-0E20-14839CF0BF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93A0E297-6E45-DA8A-DABB-129F0AFE94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5870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DB877FFE-0182-81A9-9FC3-A89A46B6404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0236D85-FACD-8282-FC44-183FC69444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16290D75-8A50-8FA9-2CBC-6BB9F92D1F9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5047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0B9F5676-7088-BB68-A90C-2A676C615A7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F52B1292-8865-3EE6-74D0-BE1BBEA88B3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A386EBC9-D79F-20BA-EABF-268C9F2FCD5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BD9505FA-364A-5E9E-F785-6942BC1478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BA11E35F-3FE1-3839-7EA6-852711950BA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27FF7852-78D4-305F-77A9-A8075DD7C7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817F5BD3-C434-F972-50EB-1BD14DA3B9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FEC50A71-5623-BB80-4029-143DB891E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5C6F2135-49A8-6B03-816E-13BD5FE7E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CCA26D2D-D47F-769E-131B-7DB6501A4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D9189166-179C-F95E-9D0C-46FDDE2D1CD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5181" y="169784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AF56CB1-3842-D247-62F1-8C6FAF3E3F36}"/>
              </a:ext>
            </a:extLst>
          </p:cNvPr>
          <p:cNvSpPr txBox="1"/>
          <p:nvPr/>
        </p:nvSpPr>
        <p:spPr>
          <a:xfrm>
            <a:off x="1248566" y="2143056"/>
            <a:ext cx="56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A9EFF82-A22C-EC8E-0982-B60DABADEAE6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5A29AD8-C136-1091-D949-065CEA0D9F4D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6DB928A7-7F24-A235-B129-B8D6670597AC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EF7F0C-1599-0D02-9CEE-28EEF5D61CFF}"/>
              </a:ext>
            </a:extLst>
          </p:cNvPr>
          <p:cNvSpPr txBox="1"/>
          <p:nvPr/>
        </p:nvSpPr>
        <p:spPr>
          <a:xfrm>
            <a:off x="3638736" y="452521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8DA1E-363B-6985-5256-F4B46E0FCEB9}"/>
              </a:ext>
            </a:extLst>
          </p:cNvPr>
          <p:cNvSpPr/>
          <p:nvPr/>
        </p:nvSpPr>
        <p:spPr>
          <a:xfrm>
            <a:off x="195974" y="977327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C9786D-E6B3-59D7-0B98-19B6BC3C8A66}"/>
              </a:ext>
            </a:extLst>
          </p:cNvPr>
          <p:cNvGrpSpPr/>
          <p:nvPr/>
        </p:nvGrpSpPr>
        <p:grpSpPr>
          <a:xfrm>
            <a:off x="1326941" y="496717"/>
            <a:ext cx="1759557" cy="1036303"/>
            <a:chOff x="3006385" y="89952"/>
            <a:chExt cx="1759557" cy="103630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D623CE0-EB7C-8865-AAA9-36EA842B9C81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F4D5D7B-F362-D0F2-CC3E-31BAEE41148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01B16A6-C876-9702-957B-E0574DC8524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7F2821-6C40-40A1-4421-2B967A5849A3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CE6B666-F3CA-1748-A09E-5E75CAC4A7C3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F93CF6FB-C148-CAE5-2947-4990235F5148}"/>
              </a:ext>
            </a:extLst>
          </p:cNvPr>
          <p:cNvCxnSpPr/>
          <p:nvPr/>
        </p:nvCxnSpPr>
        <p:spPr>
          <a:xfrm rot="16200000" flipH="1">
            <a:off x="497639" y="1738367"/>
            <a:ext cx="3891682" cy="3870960"/>
          </a:xfrm>
          <a:prstGeom prst="bentConnector3">
            <a:avLst>
              <a:gd name="adj1" fmla="val 109002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422B712-DD18-7A1F-6AEF-293DBD85B560}"/>
              </a:ext>
            </a:extLst>
          </p:cNvPr>
          <p:cNvSpPr txBox="1"/>
          <p:nvPr/>
        </p:nvSpPr>
        <p:spPr>
          <a:xfrm rot="5400000">
            <a:off x="-784885" y="3437264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33E7870-2A63-8E0F-808E-B305EAB74979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970" y="3063240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525AC2-D0F5-38AA-A943-0ADEA2AE602C}"/>
              </a:ext>
            </a:extLst>
          </p:cNvPr>
          <p:cNvSpPr txBox="1"/>
          <p:nvPr/>
        </p:nvSpPr>
        <p:spPr>
          <a:xfrm>
            <a:off x="107364" y="1389478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1315763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F2F03-77E3-B9D4-CBB0-AB53094AD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00ABBD00-AC77-531F-E0FD-BB110ED04D6E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684" y="407659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54B752F5-B3ED-224F-5402-F6ED1BF9680B}"/>
              </a:ext>
            </a:extLst>
          </p:cNvPr>
          <p:cNvGrpSpPr/>
          <p:nvPr/>
        </p:nvGrpSpPr>
        <p:grpSpPr>
          <a:xfrm>
            <a:off x="961181" y="1706417"/>
            <a:ext cx="3864108" cy="3913271"/>
            <a:chOff x="6925181" y="1676256"/>
            <a:chExt cx="3864108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19955266-EAF3-0F97-CA73-CEE37A4264E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E362FF18-9C7A-7F0B-6AAA-A05A8DC7EBE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F7799C4C-738D-FE1C-5C92-CB3D7189E1F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65631E-F5BA-568C-1CA0-7834778415D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C16F1A01-B7DF-0A74-F672-CF3CE4F94C4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72C0AA12-AC07-B1BF-E08B-409E6F1A156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551C23B3-1324-F5F7-2178-0DC48B1E092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89A8DE4-0F62-45CC-A246-27A3F4A0774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E7FC1ED6-4673-6ADB-8830-2534E1D6BA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F7B175DF-0F9F-4CDD-471E-16F79BB42A5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5870" y="327236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645A55C-A155-5E5F-AC9D-CCF829A87B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3BCD0840-C103-4C64-E9E6-5A49773BCCD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9A3D5109-5132-794D-2D73-D0B9EACFB7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5047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382CDC2F-4ADB-F067-A442-EB959B82C74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B9B26CA-E5D9-6A35-28C9-950231DD11C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808D8932-8380-4D24-4899-C973DF4A571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36CAE7DE-F7BD-6DDA-5846-20815E59F9D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A6AD5816-7DF9-BE24-7414-FA0693FED92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EDF5C3D0-B52C-AD3A-D9F4-6AE40B4E516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99F3A57E-736D-C386-BDAC-B7E3581235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6072A94C-C6B3-DDBE-7E1E-3443ED0E2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A6C52F6A-EDFA-53F3-7665-3F80B1335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5018435B-91A2-5730-F382-5D9BBDAF5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2A315B67-F0A3-AC45-BCB0-A7614E209B8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5181" y="169784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D6B39C4-9A75-0E43-1BDC-2FE2A21AE687}"/>
              </a:ext>
            </a:extLst>
          </p:cNvPr>
          <p:cNvSpPr txBox="1"/>
          <p:nvPr/>
        </p:nvSpPr>
        <p:spPr>
          <a:xfrm>
            <a:off x="1248566" y="2143056"/>
            <a:ext cx="56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3D3C0B1-F138-6B33-E6CC-3FE91CB9C359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F2A4FEB-02C2-5EEB-E1BA-44EEDEEBAD49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CF2806F-9794-8FB9-9927-0361EC565DEC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B25EF4-E887-85B6-33E8-5256CB03C9A6}"/>
              </a:ext>
            </a:extLst>
          </p:cNvPr>
          <p:cNvSpPr txBox="1"/>
          <p:nvPr/>
        </p:nvSpPr>
        <p:spPr>
          <a:xfrm>
            <a:off x="3638736" y="4525212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BC263E-C94A-B548-1CA1-C821282CAE87}"/>
              </a:ext>
            </a:extLst>
          </p:cNvPr>
          <p:cNvSpPr/>
          <p:nvPr/>
        </p:nvSpPr>
        <p:spPr>
          <a:xfrm>
            <a:off x="195974" y="977327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44F7C82-1161-7077-C3D7-4FD75CF319D1}"/>
              </a:ext>
            </a:extLst>
          </p:cNvPr>
          <p:cNvGrpSpPr/>
          <p:nvPr/>
        </p:nvGrpSpPr>
        <p:grpSpPr>
          <a:xfrm>
            <a:off x="1326941" y="496717"/>
            <a:ext cx="1759557" cy="1036303"/>
            <a:chOff x="3006385" y="89952"/>
            <a:chExt cx="1759557" cy="103630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7973CCF-8EBC-442D-E4E5-0EC79E4F400B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0E0F609A-DBD9-6D01-8DFF-03148CB55A1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13ADB7D1-E102-DB0D-8303-AC4659C087F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2EE806-736F-1FBB-29C4-A5008AAF4DAA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5120B8D-E69F-ED2C-6AE3-EA8BD238AC27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6A1A85D-6F8B-0288-9BCA-EA94D8E8DEE0}"/>
              </a:ext>
            </a:extLst>
          </p:cNvPr>
          <p:cNvCxnSpPr/>
          <p:nvPr/>
        </p:nvCxnSpPr>
        <p:spPr>
          <a:xfrm rot="16200000" flipH="1">
            <a:off x="497639" y="1738367"/>
            <a:ext cx="3891682" cy="3870960"/>
          </a:xfrm>
          <a:prstGeom prst="bentConnector3">
            <a:avLst>
              <a:gd name="adj1" fmla="val 109002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6218E53-6955-590C-4898-22EF66148C88}"/>
              </a:ext>
            </a:extLst>
          </p:cNvPr>
          <p:cNvSpPr txBox="1"/>
          <p:nvPr/>
        </p:nvSpPr>
        <p:spPr>
          <a:xfrm rot="5400000">
            <a:off x="-784885" y="3437264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06D03-D5D0-8939-D3C1-BF90F25267AD}"/>
              </a:ext>
            </a:extLst>
          </p:cNvPr>
          <p:cNvSpPr txBox="1"/>
          <p:nvPr/>
        </p:nvSpPr>
        <p:spPr>
          <a:xfrm>
            <a:off x="4297076" y="5260516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0039061-1F9B-D862-7CEB-B1F3F8F9442E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970" y="3063240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7500481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AB9C-CBE3-BC8C-ED56-8C1189A7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8BBDDBFB-7C92-70E7-43FB-466159EBF46F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34" y="487668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50EC121F-7528-4EC5-8F80-231C16EFE5C6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8656F90F-C127-CDC8-53DF-97BA54D75F3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1DD67BD-94FB-4CFA-2858-A9D67B1CE03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FD021F97-465E-C040-BABF-1FFC5E55E0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59CC2F4E-8907-F029-9162-197D7E0AC0B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4494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59EFDAE6-97B2-492D-6D19-5103774F03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FDFA5F62-B55E-1809-0768-32F4846A21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99FD126-3FC8-BF55-CBE5-827AFBA437C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B15E3B63-AA2E-4813-43A4-4AA07EB085D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E582800-1D6C-5B70-CA8A-868F943EAA3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6576D2D0-E7B1-A38D-1FAD-CC5BC2FA6BD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127476FD-1D1D-14EB-9C77-7CE682ABC1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09811EF-A0FB-A219-E4F8-D2332217A5A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6C15404-295A-963A-77BF-E90DAAA11B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250C8548-529A-7087-19FD-5E1CED16B68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4C14165-2C18-CDD6-0A9A-972235FFDB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508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3E582EEC-42E2-8D0B-EEE5-4ED5D3E80B0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2FA8E382-2ECE-9F11-EFDE-AD385BE29AA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6B0A51DB-9910-AC66-2838-D988D3C8DD1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9A367659-E8DE-EA02-B519-446233DC992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7C88AD44-E6A3-78CF-9C88-EAABFE8F694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A1420EE0-D96A-ED75-C7A1-349D77A16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25857454-F8C4-754F-72A3-DFAB9F9D7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3790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556E2700-6639-E650-F11E-136A7B21D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6383" y="3263539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3489072-9B21-4C65-1CAC-96A83557EF8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1249" y="1676256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03735C9-434B-8808-3149-D593BF81BB32}"/>
              </a:ext>
            </a:extLst>
          </p:cNvPr>
          <p:cNvSpPr txBox="1"/>
          <p:nvPr/>
        </p:nvSpPr>
        <p:spPr>
          <a:xfrm>
            <a:off x="2805578" y="213998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27AA33E-5D16-E6ED-790D-82F4623996DE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111E1BF-073F-BE40-4625-765B9B8B6D56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Southwest (bottom &amp; to left) </a:t>
            </a:r>
            <a:r>
              <a:rPr lang="en-US" dirty="0">
                <a:ln w="0"/>
              </a:rPr>
              <a:t>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ED7B4AA-6D3C-D888-3DD7-F8EF91C65840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1F7DF3-A9A1-AC8D-DE28-80A0D8B60F08}"/>
              </a:ext>
            </a:extLst>
          </p:cNvPr>
          <p:cNvSpPr txBox="1"/>
          <p:nvPr/>
        </p:nvSpPr>
        <p:spPr>
          <a:xfrm>
            <a:off x="1277225" y="530742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A51B6C-81D6-E9E3-655A-61FDC4A5352B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E6E1BCE-FA7D-DA99-A0C5-5A3D787F1DC4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71795F0-CEFB-741C-FD3D-071501B22B2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02DF560-58A8-B636-B5F4-5ECF236D071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057E72-FE9D-C8DF-419A-1BC696059A21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A649D66-A9D3-F098-ACFA-58B53B182B64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5599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BF516-A6C5-02D5-071B-B366D5F96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F955F8D7-9CD6-8E59-4552-A94EA46C32F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34" y="487668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22F6C327-E1F0-834C-41A1-10F442ED536B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099B5708-683E-8DF2-31DE-5AB386ABF2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FAE3827E-50B0-3354-21C2-9CD647D2351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090414C-98F5-A3AE-289F-8EAE64BFE0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7AE2FF1-413A-917B-1830-DD3C290650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4494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C7185D77-2FFA-3316-A315-812D30AC89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55895ED9-6315-4D01-C7C9-88AD73E24E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F4A6749-794A-5969-698D-FAEE32B886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CB248208-8750-EAC9-51E5-53E5A96F71C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331E40AD-4EBE-22CD-0E62-28F9BDF4FE2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08EF6479-7C5B-D6AA-566E-8E0982379B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E0B7F05D-05F1-F538-85F7-5467F1D46F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A385A113-21E7-CA07-9DA9-6415E78707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593AC1E7-32DE-5626-8AEA-8CCC4F5EFCE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65BA8959-5C39-1477-E331-325877F61A8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0110FDB9-8D38-465C-ACB3-C7035AC4BFE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508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E1A76BE2-8351-B822-3E06-B28A6EA609C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88FD844E-68E3-A4A1-11B6-9B73C7340CF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D19A6ACD-0797-BE76-D8F5-E3BB4C8A8D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061A4FDA-5C5F-5FE4-A1E2-3C6187BE1DC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933847A7-5191-8A79-8041-D279FBB1769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F8A6BDAA-FAB2-DFC0-FFD2-53CF04326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7389EB1C-77D7-590C-2BAC-A4DB772ED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3790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54BCED6C-3D89-B1BB-BA64-C3417E97A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6383" y="3263539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F79E781-6718-8574-A68D-7814FFBF49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1249" y="1676256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C0747EA-B7C6-0F4A-1DB5-93C9C81945FC}"/>
              </a:ext>
            </a:extLst>
          </p:cNvPr>
          <p:cNvSpPr txBox="1"/>
          <p:nvPr/>
        </p:nvSpPr>
        <p:spPr>
          <a:xfrm>
            <a:off x="2805578" y="213998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44A00AA-63A3-0215-79C8-8DE41593E74C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CD3850A-D98B-411A-6E47-200BAB040ED1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Southwest (bottom &amp; to left) </a:t>
            </a:r>
            <a:r>
              <a:rPr lang="en-US" dirty="0">
                <a:ln w="0"/>
              </a:rPr>
              <a:t>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</a:t>
            </a:r>
            <a:r>
              <a:rPr lang="en-US" dirty="0"/>
              <a:t>Southwest (bottom &amp; to left)</a:t>
            </a:r>
            <a:r>
              <a:rPr lang="en-US" dirty="0">
                <a:ln w="0"/>
              </a:rPr>
              <a:t>, which is </a:t>
            </a:r>
            <a:r>
              <a:rPr lang="en-US" dirty="0"/>
              <a:t>Northeast (up &amp; to right)</a:t>
            </a:r>
            <a:r>
              <a:rPr lang="en-US" dirty="0">
                <a:ln w="0"/>
              </a:rPr>
              <a:t>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0F84919-2620-CEE6-FCDC-000D4F6946F0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F2D901-2C60-1956-76BB-57145E45F631}"/>
              </a:ext>
            </a:extLst>
          </p:cNvPr>
          <p:cNvSpPr txBox="1"/>
          <p:nvPr/>
        </p:nvSpPr>
        <p:spPr>
          <a:xfrm>
            <a:off x="1277225" y="530742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8FC9A8-590F-37E5-5FD1-8227D64A12C5}"/>
              </a:ext>
            </a:extLst>
          </p:cNvPr>
          <p:cNvSpPr txBox="1"/>
          <p:nvPr/>
        </p:nvSpPr>
        <p:spPr>
          <a:xfrm>
            <a:off x="1941217" y="2919580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*PW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606265-73E4-8B73-A6BB-571E4D8E40E8}"/>
              </a:ext>
            </a:extLst>
          </p:cNvPr>
          <p:cNvSpPr/>
          <p:nvPr/>
        </p:nvSpPr>
        <p:spPr>
          <a:xfrm>
            <a:off x="3282383" y="976992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537964B-B68E-77E9-4FE0-25DB78F59969}"/>
              </a:ext>
            </a:extLst>
          </p:cNvPr>
          <p:cNvCxnSpPr>
            <a:cxnSpLocks/>
          </p:cNvCxnSpPr>
          <p:nvPr/>
        </p:nvCxnSpPr>
        <p:spPr>
          <a:xfrm flipV="1">
            <a:off x="2235200" y="1544320"/>
            <a:ext cx="1229360" cy="11785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F7CA3-DE36-9EDF-8132-14B449762F9E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F674829-EA22-977A-E6A4-8C35BAF6BA1A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29D1A90E-0D33-9D69-A907-82077E5BB25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D9F4C249-CE31-AF72-3F59-A9A1D6A27EC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3C861BA-7169-077F-6264-7C51C875DFC7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2660A63-261F-A45A-D993-352590CC9EF8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604AAAA-FB2C-CF6C-2E68-BF684D1BE8A4}"/>
              </a:ext>
            </a:extLst>
          </p:cNvPr>
          <p:cNvSpPr txBox="1"/>
          <p:nvPr/>
        </p:nvSpPr>
        <p:spPr>
          <a:xfrm rot="18924730">
            <a:off x="1213424" y="1805036"/>
            <a:ext cx="29974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Mirrored of Southwest of *RP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52458-EB07-F318-A863-F2172BF1A1B8}"/>
              </a:ext>
            </a:extLst>
          </p:cNvPr>
          <p:cNvSpPr txBox="1"/>
          <p:nvPr/>
        </p:nvSpPr>
        <p:spPr>
          <a:xfrm>
            <a:off x="3479297" y="1380160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2831232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CB85B-4261-5D0D-E888-9D414316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1D6B5305-E8C7-DA49-113A-6321B893396D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34" y="487668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7AEB817F-820F-5DD9-42F6-C8271337FAFA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6544D87B-492E-A2C7-9C13-E51A117B45D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8246162E-1999-F90D-3DF8-3966B0B154D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C482FEC5-15CB-2D19-A361-3A5DCC7EBF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F0E7CE2D-1246-F835-7C09-2FD76DABBA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4494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C64C57A8-77BA-8CFE-9508-E5A768BEB1D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D1507B88-8ABC-9D30-6FBF-782C47A9DF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262B8AE6-816C-C998-7D74-E4B3F1EFE5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504CE2D0-1445-545D-8684-7F1F7130E90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FE525793-2F27-77D9-EFC4-53E9289617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E355DEC8-4D55-88AE-FA66-7ABBFC4591C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66985EDB-D185-1B73-0B9C-F7DD5FC5B22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9A2F4F16-867F-CA31-4A4F-2665CD88187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BF162F23-667C-317E-4A4D-B4568158E9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5EA2417B-F0E8-AB03-4CF7-2A0C79DCBD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F53DFFE8-9264-2332-C231-CF4166DE44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508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9BB42F10-40C0-F311-3143-27A506B8FB6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9C76F51C-D040-44FE-9C57-41721F2706A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F272F7EB-435A-2520-9DDB-36715FCC245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2B96153F-1A1D-4B49-AA67-8770191E8E3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6F25061A-186A-FD26-C152-E4ADDCFEB1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5D48BC2C-E7D7-2514-65DD-A11A0C84C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2CE39DFD-4933-EDDF-2AF6-CA99C4DA0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3790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5540F2B7-7C60-FB2E-B530-4A27AC3A3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6383" y="3263539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9C1CC39-E7D6-CCE9-F11C-681FA9DD4FC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1249" y="1676256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A3CA5CE-98EB-664B-EDB4-C0DAA6F6DBE7}"/>
              </a:ext>
            </a:extLst>
          </p:cNvPr>
          <p:cNvSpPr txBox="1"/>
          <p:nvPr/>
        </p:nvSpPr>
        <p:spPr>
          <a:xfrm>
            <a:off x="2805578" y="213998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D677FF8-3181-26EA-1ECD-3A9E9F085681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F8FF547-68D7-A054-500B-5A528EEA20E4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D1B1837-AF28-4728-2C7C-E5155FF2DB43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A4B90D-3D3F-91D4-BCAE-CCBEEFA2CA64}"/>
              </a:ext>
            </a:extLst>
          </p:cNvPr>
          <p:cNvSpPr txBox="1"/>
          <p:nvPr/>
        </p:nvSpPr>
        <p:spPr>
          <a:xfrm>
            <a:off x="1277225" y="530742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3862A-0192-42CC-41C4-77D7E62E3CA4}"/>
              </a:ext>
            </a:extLst>
          </p:cNvPr>
          <p:cNvSpPr/>
          <p:nvPr/>
        </p:nvSpPr>
        <p:spPr>
          <a:xfrm>
            <a:off x="3282383" y="976992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3DD98AE-9B40-75E3-7A3E-06F289522735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FBFFAF-1BBD-BF6D-8048-ED4AEF0856B8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E983905-1B4C-13B0-11BD-B4A6A59DA5B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92E6E6D9-4F60-1846-B51C-9296B86CF7E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01991E-90FA-0CAD-7595-8A3A9F8E3DC2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07ACE1-3383-0F09-64C1-4CFB3A9C4FE6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FF9244-5A38-7740-2BA8-9A00CF617D7F}"/>
              </a:ext>
            </a:extLst>
          </p:cNvPr>
          <p:cNvSpPr txBox="1"/>
          <p:nvPr/>
        </p:nvSpPr>
        <p:spPr>
          <a:xfrm rot="5400000">
            <a:off x="4116614" y="3415676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4C329E9-A436-E28D-9B38-7FCBA1F0D3E1}"/>
              </a:ext>
            </a:extLst>
          </p:cNvPr>
          <p:cNvCxnSpPr>
            <a:cxnSpLocks/>
          </p:cNvCxnSpPr>
          <p:nvPr/>
        </p:nvCxnSpPr>
        <p:spPr>
          <a:xfrm flipH="1">
            <a:off x="3652677" y="1342752"/>
            <a:ext cx="361226" cy="4276936"/>
          </a:xfrm>
          <a:prstGeom prst="bentConnector4">
            <a:avLst>
              <a:gd name="adj1" fmla="val -297989"/>
              <a:gd name="adj2" fmla="val 105345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9C6E18E-D3A0-9501-77FC-E9096B9238AC}"/>
              </a:ext>
            </a:extLst>
          </p:cNvPr>
          <p:cNvPicPr preferRelativeResize="0"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900" y="3063240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42D808-05B8-A738-27FF-06FAE91DC2F0}"/>
              </a:ext>
            </a:extLst>
          </p:cNvPr>
          <p:cNvSpPr txBox="1"/>
          <p:nvPr/>
        </p:nvSpPr>
        <p:spPr>
          <a:xfrm>
            <a:off x="3479297" y="1380160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</p:spTree>
    <p:extLst>
      <p:ext uri="{BB962C8B-B14F-4D97-AF65-F5344CB8AC3E}">
        <p14:creationId xmlns:p14="http://schemas.microsoft.com/office/powerpoint/2010/main" val="4265821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B876F-E802-95DC-0C2A-4810F06F6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E4490551-563B-7CA1-0CD9-3BFDB15E1D3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34" y="4876680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D5E4E371-9635-CE6E-968C-C956153D48E5}"/>
              </a:ext>
            </a:extLst>
          </p:cNvPr>
          <p:cNvGrpSpPr/>
          <p:nvPr/>
        </p:nvGrpSpPr>
        <p:grpSpPr>
          <a:xfrm>
            <a:off x="965426" y="1706417"/>
            <a:ext cx="3859863" cy="3913271"/>
            <a:chOff x="6929426" y="1676256"/>
            <a:chExt cx="3859863" cy="3913271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CB0960B8-210F-A13F-8B73-87409D964FE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7887DE45-E4D4-24B8-C23C-7D0D146C43D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E22322A-D6F4-AFC2-BBF4-6ACDCDA4FD7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7236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DE1B68E-70F8-A90C-1CDD-A71C743AA32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4494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157335B6-45E3-338E-5F21-DD1CD4832E8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AF88A3AB-BABA-812C-88E0-6257C453A43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328344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8E854E3-E943-F231-D96A-F37C03F6D49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EB96A59E-0C85-8C64-6BD1-F8B818F8598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26CB0F63-0FA6-A73A-7844-0B56CF2B86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0042636F-3157-9AED-8E3F-86CB0F4F987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60555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00057141-5479-1F73-8245-CBA4D595C7B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3215" y="1676256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9BFFF6F8-9F2B-CC92-4E4D-27DDF8ACC6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0917" y="485800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0008A79D-5DA6-5A0C-95F6-1F7E1EFE26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578945FB-22E5-1836-A3FE-031C737AF9C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3B1F70EA-F14B-23FB-E5F4-E6900951CCD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5086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4B54E5EA-3871-F6CA-72D9-D3F82454915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18EFC81B-215D-5513-39FC-C554CFD01C9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9E6CFD22-E3E5-3D51-0891-6F55914C3CF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50B42581-FE09-1D83-BE1D-095E4D2D2A5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5B5A47E-5556-C02C-07FB-FED5BB5BAAE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DB2DD6BE-D8B6-17B1-773A-C1105404A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993E4B5F-048D-7B62-8BBE-7304C28FA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73790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7C6E4583-4706-19BA-E194-2C8B05AAF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6383" y="3263539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1D1FBA7F-D85B-591B-9BA9-BCDBC64249A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1249" y="1676256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6C26FF4-1A68-7311-A1F6-8E0B5FE68DFC}"/>
              </a:ext>
            </a:extLst>
          </p:cNvPr>
          <p:cNvSpPr txBox="1"/>
          <p:nvPr/>
        </p:nvSpPr>
        <p:spPr>
          <a:xfrm>
            <a:off x="2805578" y="213998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52D183F-02D8-03EC-4BCA-0937A7199A91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495D38A-3E6A-4FF9-54C1-20CA9F670176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3. But, because of </a:t>
            </a:r>
            <a:r>
              <a:rPr lang="en-US" b="1" dirty="0"/>
              <a:t>mirrored position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>
                <a:solidFill>
                  <a:srgbClr val="FF0000"/>
                </a:solidFill>
              </a:rPr>
              <a:t>Out of Grid</a:t>
            </a:r>
            <a:r>
              <a:rPr lang="en-US" dirty="0"/>
              <a:t>, </a:t>
            </a:r>
            <a:r>
              <a:rPr lang="en-US" dirty="0">
                <a:ln w="0"/>
              </a:rPr>
              <a:t>therefore,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need to wrap to opposite side.</a:t>
            </a:r>
            <a:r>
              <a:rPr lang="en-US" dirty="0"/>
              <a:t> So, 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*PW is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7F4F3D1-2D80-3E01-F9F2-6F4D105474F1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34F815-ED0E-B2C1-4CC0-080647488BB1}"/>
              </a:ext>
            </a:extLst>
          </p:cNvPr>
          <p:cNvSpPr txBox="1"/>
          <p:nvPr/>
        </p:nvSpPr>
        <p:spPr>
          <a:xfrm>
            <a:off x="1277225" y="5307428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AD6466-1383-36D5-0DDC-C674137D8692}"/>
              </a:ext>
            </a:extLst>
          </p:cNvPr>
          <p:cNvSpPr/>
          <p:nvPr/>
        </p:nvSpPr>
        <p:spPr>
          <a:xfrm>
            <a:off x="3282383" y="976992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BCD78A-2491-3534-AE49-B4179A75ACD8}"/>
              </a:ext>
            </a:extLst>
          </p:cNvPr>
          <p:cNvGrpSpPr/>
          <p:nvPr/>
        </p:nvGrpSpPr>
        <p:grpSpPr>
          <a:xfrm>
            <a:off x="609807" y="495728"/>
            <a:ext cx="1759557" cy="1036303"/>
            <a:chOff x="3006385" y="89952"/>
            <a:chExt cx="1759557" cy="1036303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2005C85-8C1F-C476-1818-49939FFB16CE}"/>
                </a:ext>
              </a:extLst>
            </p:cNvPr>
            <p:cNvGrpSpPr/>
            <p:nvPr/>
          </p:nvGrpSpPr>
          <p:grpSpPr>
            <a:xfrm>
              <a:off x="3006385" y="89952"/>
              <a:ext cx="1532080" cy="740038"/>
              <a:chOff x="3006385" y="89952"/>
              <a:chExt cx="1532080" cy="740038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D39644C5-4464-FB09-1470-1F4EA9D854A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6385" y="98470"/>
                <a:ext cx="731520" cy="7315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5910ACA-E864-16BA-9ED3-BF19EF996C3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06945" y="899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D3E5B3C-8ADC-5722-CD3A-7AD00F97943E}"/>
                </a:ext>
              </a:extLst>
            </p:cNvPr>
            <p:cNvSpPr txBox="1"/>
            <p:nvPr/>
          </p:nvSpPr>
          <p:spPr>
            <a:xfrm>
              <a:off x="3032530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261A86-CC82-E549-D609-6A21F93DF88D}"/>
                </a:ext>
              </a:extLst>
            </p:cNvPr>
            <p:cNvSpPr txBox="1"/>
            <p:nvPr/>
          </p:nvSpPr>
          <p:spPr>
            <a:xfrm>
              <a:off x="3728497" y="7877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9BDD107-4AAD-B7E8-D01A-244A9B1B0EA8}"/>
              </a:ext>
            </a:extLst>
          </p:cNvPr>
          <p:cNvSpPr txBox="1"/>
          <p:nvPr/>
        </p:nvSpPr>
        <p:spPr>
          <a:xfrm rot="5400000">
            <a:off x="4116614" y="3415676"/>
            <a:ext cx="22632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Wrap to opposite side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2AEEFE9-4BDF-04DB-8274-230E507EBEB0}"/>
              </a:ext>
            </a:extLst>
          </p:cNvPr>
          <p:cNvCxnSpPr>
            <a:cxnSpLocks/>
          </p:cNvCxnSpPr>
          <p:nvPr/>
        </p:nvCxnSpPr>
        <p:spPr>
          <a:xfrm flipH="1">
            <a:off x="3652677" y="1342752"/>
            <a:ext cx="361226" cy="4276936"/>
          </a:xfrm>
          <a:prstGeom prst="bentConnector4">
            <a:avLst>
              <a:gd name="adj1" fmla="val -297989"/>
              <a:gd name="adj2" fmla="val 105345"/>
            </a:avLst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9C6306A-CCE6-DDF5-D620-DA74FC86F764}"/>
              </a:ext>
            </a:extLst>
          </p:cNvPr>
          <p:cNvSpPr txBox="1"/>
          <p:nvPr/>
        </p:nvSpPr>
        <p:spPr>
          <a:xfrm>
            <a:off x="3492724" y="5284002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021DE4-97DA-5FCC-D483-43AA81BB52A3}"/>
              </a:ext>
            </a:extLst>
          </p:cNvPr>
          <p:cNvPicPr preferRelativeResize="0">
            <a:picLocks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5900" y="3063240"/>
            <a:ext cx="731520" cy="73152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731957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199A6-133A-260A-F406-653EF029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6AE9A72D-917E-D402-D68F-B4551ECFF9AF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83C5F10-E5F3-B0AC-96AD-4D4C305F0F3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553E6DA-F232-8881-8BB8-F442AD93496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B337AA29-DE44-EAFD-9F3C-EFE72012DC6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716E730C-FBC6-FD2C-7077-32E41487735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628F3A2D-FAB8-4451-54B2-92E593C4EC1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D57EB44C-0F38-55AA-AF1A-D60DA14057F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9FFA71F4-921D-A5EB-9412-64755E1798C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A20FD89-36EA-4B1D-8074-1823E27099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A2F4D0E0-1565-77FC-341C-D37EEE72B31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D7355DCD-FA8C-8AEB-D343-60390738D05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DE21C962-1106-4E1F-3A46-78B57A8FC44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D1116853-5984-513E-E0A8-8D1BC7A152E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263EB5D1-9D49-47CF-5DD7-AE5BA8CFEAD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948728BE-1B23-A828-AD7A-0751172666B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B98EFB0F-984C-6F6F-4FEE-F9242516330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F7CC024F-7095-08F2-E7DC-C034E93EE49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C1FD34CA-3C49-2F46-D455-04F5511E83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EBC6970A-93DF-183B-7934-64DA60F00A5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11DAD794-E067-A3B3-DFFA-24A974ED1B5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8EF4D9EF-BE4F-C09B-08AC-914F6E4475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D2D0E457-FF64-F121-4DA5-24F2CC90054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6E1C6AD6-83AC-414E-47B0-EFC659FB64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F8FCEBB9-626E-21AC-60D3-67AB23C0D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A16DF3E1-B707-040D-FB82-79184A2A5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34019F9C-73A7-2D55-FAC3-0794024196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CBE9C1D-8D02-1F99-78C2-54F27F65D325}"/>
              </a:ext>
            </a:extLst>
          </p:cNvPr>
          <p:cNvSpPr txBox="1"/>
          <p:nvPr/>
        </p:nvSpPr>
        <p:spPr>
          <a:xfrm>
            <a:off x="1240832" y="371441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ADBD8AE-EE17-C505-6E9C-E3EEFF18C76E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AD66AD0-8D22-540A-3E91-332F83056C30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n w="0"/>
              </a:rPr>
              <a:t>When the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Direction Indicator (*DI)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 same as the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(*RP).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dirty="0">
                <a:ln w="0"/>
              </a:rPr>
              <a:t>is the</a:t>
            </a:r>
            <a:r>
              <a:rPr lang="en-US" b="1" dirty="0">
                <a:ln w="0"/>
                <a:solidFill>
                  <a:srgbClr val="FF0000"/>
                </a:solidFill>
              </a:rPr>
              <a:t> Registered Password (*RP). 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9F9EE9B-AA30-5B25-45EC-69C6942AA6F5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963D62-D323-AC20-B964-5DAFB2A31A7F}"/>
              </a:ext>
            </a:extLst>
          </p:cNvPr>
          <p:cNvSpPr txBox="1"/>
          <p:nvPr/>
        </p:nvSpPr>
        <p:spPr>
          <a:xfrm>
            <a:off x="856258" y="371441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4E125CC-282D-E077-45A9-F977CC591C11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945" y="8995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59761F0-0D22-4B7A-FED0-9EC2808AA348}"/>
              </a:ext>
            </a:extLst>
          </p:cNvPr>
          <p:cNvSpPr txBox="1"/>
          <p:nvPr/>
        </p:nvSpPr>
        <p:spPr>
          <a:xfrm>
            <a:off x="3032530" y="776549"/>
            <a:ext cx="765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Registered Password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111B48-FA72-ED90-CEC1-49DE7D355F55}"/>
              </a:ext>
            </a:extLst>
          </p:cNvPr>
          <p:cNvSpPr txBox="1"/>
          <p:nvPr/>
        </p:nvSpPr>
        <p:spPr>
          <a:xfrm>
            <a:off x="3728497" y="787701"/>
            <a:ext cx="1037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Registered Direction Indicator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F19C601-F65F-A3C0-F990-3C1C157A7D42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174" y="89952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891203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F053-8F74-543C-3241-4308C742C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DF57C03B-F956-4D48-0067-4E6C30BD6C4C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D05FAC27-012A-DFEB-2665-03325638F0B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2B0687B9-D1EA-65F6-7577-6B4F06A6EAC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044BAFE2-4E32-C70A-0683-4D4E3B50B1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DCE20B13-75B8-0FEC-5295-55161D8C0A9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06CF36B3-6305-0A10-F408-AA131C00CE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1AAB227B-DA33-B07F-E2A5-29B5EB4271F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638" y="326660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95DDF1C5-8CED-C357-AC70-8DC322564B4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3261895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DA55078-C8B8-EC56-CFE4-EA2117E8982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ACC1183B-5FB4-8C2B-37EF-F11075FCC8D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169784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B66F71CF-1B00-24EC-374E-108AEFE7D11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D128AA7-C587-3A42-1180-2A889C4346E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A4C42A90-1A98-B21B-D315-888D9E0E98B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C4A60398-B32A-6341-03E4-ABF2EF07A7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36A83DEC-8F3B-0063-1BB9-F346FBD93D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9D75F5DF-CBEA-F828-8361-3343053D7F6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C3748A60-83AF-9DB8-1016-4C7E7006421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12F56148-8DBD-89B2-FFE4-6A628FF1B38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FA620AA4-5917-B4B8-D2B0-09B304B21A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BBDEC48B-F3FA-7119-ACA7-12F48A05C1B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674DE4B5-203B-F142-D889-F44D7DAE926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FEB9638B-820B-B42B-CFA0-AF2B52F0FFB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226D4F9D-AF39-7E4E-3045-98D1E1E6B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8371E251-B5CF-C95F-CC28-07B97F3B9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153DBF9B-FED0-CF4C-5E50-7F4798593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A5B5D458-AA02-E060-47E7-823543C33FF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073" y="325666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09B91A3-1B95-DDB2-D58F-AE4681BC119D}"/>
              </a:ext>
            </a:extLst>
          </p:cNvPr>
          <p:cNvSpPr txBox="1"/>
          <p:nvPr/>
        </p:nvSpPr>
        <p:spPr>
          <a:xfrm>
            <a:off x="1240832" y="3714416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6156C5C-7FCD-2DC7-B164-962905098108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536D0EF-CAA0-C443-26F1-ED4C82725E17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n w="0"/>
              </a:rPr>
              <a:t>So,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 </a:t>
            </a:r>
            <a:endParaRPr lang="en-US" b="1" dirty="0">
              <a:ln w="0"/>
              <a:solidFill>
                <a:srgbClr val="FF0000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F40F10B4-9C6C-EA7A-56BB-EA9BE75A3374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Special Case</a:t>
            </a:r>
          </a:p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93E3E1-759E-F22B-216B-242FEC2A53E4}"/>
              </a:ext>
            </a:extLst>
          </p:cNvPr>
          <p:cNvSpPr txBox="1"/>
          <p:nvPr/>
        </p:nvSpPr>
        <p:spPr>
          <a:xfrm>
            <a:off x="856258" y="3714416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61913BF-A0C6-EC7E-1F78-944625A31569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945" y="89952"/>
            <a:ext cx="731520" cy="731520"/>
          </a:xfrm>
          <a:prstGeom prst="rect">
            <a:avLst/>
          </a:prstGeom>
          <a:ln w="38100">
            <a:solidFill>
              <a:srgbClr val="00FF00"/>
            </a:solidFill>
          </a:ln>
          <a:effectLst>
            <a:softEdge rad="0"/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CE18951-2D15-A509-B4BE-4F4197A2130C}"/>
              </a:ext>
            </a:extLst>
          </p:cNvPr>
          <p:cNvSpPr txBox="1"/>
          <p:nvPr/>
        </p:nvSpPr>
        <p:spPr>
          <a:xfrm>
            <a:off x="3032530" y="776549"/>
            <a:ext cx="765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Registered Password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0245AE-3C72-402C-D1FB-FABCA4B9E77B}"/>
              </a:ext>
            </a:extLst>
          </p:cNvPr>
          <p:cNvSpPr txBox="1"/>
          <p:nvPr/>
        </p:nvSpPr>
        <p:spPr>
          <a:xfrm>
            <a:off x="3728497" y="787701"/>
            <a:ext cx="10374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Registered Direction Indicator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05287A9-8BAA-457E-B85F-21E3455E6F11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174" y="89952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D1B88A-261B-06C2-FF86-00FD4AEDB1BD}"/>
              </a:ext>
            </a:extLst>
          </p:cNvPr>
          <p:cNvSpPr txBox="1"/>
          <p:nvPr/>
        </p:nvSpPr>
        <p:spPr>
          <a:xfrm>
            <a:off x="1143213" y="3254703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D4C659-FE82-7E6B-D6C5-B94B1CEE98F7}"/>
              </a:ext>
            </a:extLst>
          </p:cNvPr>
          <p:cNvPicPr preferRelativeResize="0"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3295" y="2366627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4108951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79702-92C9-C159-AA44-3642ED64D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C6EB27-0C6D-85B7-A95D-64615B1F7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0775" y="2260555"/>
            <a:ext cx="4679753" cy="1222433"/>
          </a:xfrm>
        </p:spPr>
        <p:txBody>
          <a:bodyPr>
            <a:noAutofit/>
          </a:bodyPr>
          <a:lstStyle/>
          <a:p>
            <a:r>
              <a:rPr lang="en-US" sz="45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Tutorial 4 –  Demo Example </a:t>
            </a:r>
          </a:p>
          <a:p>
            <a:endParaRPr lang="en-US" sz="4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DC7C6FC-A381-C736-25D1-539FF4CA0E6F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1454239-C4BD-3264-A082-DADB81BC19F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66B13D-2EE8-B0F1-F767-94A77C4C685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E94459D-93B6-0506-38E5-E694E9ABC74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F7E23AB-D85D-4C58-142A-9CDD3CFBFCF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5AE5F3C-1171-2B34-24F9-464E5C4DB14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AC04830-4D72-91B4-126B-D06192DCB9C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8D01953-CA70-373C-EE19-625C76E06A2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784A747-0BA7-5FBF-ADD0-A034FC3E6C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D311398-7D46-6D0F-65A7-49476C1433D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8B6BA7F-B79B-16E7-B5E5-86303F69CD9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47ED348-EA84-04BD-624A-4408F78A5B1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F387626-B8C6-3529-230C-53FD12F6FD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C04CCAF-076C-4F09-3362-DF31D5F930C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41480A4-9028-C63E-06F2-324004FC586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3BA244D-E163-D630-00FB-B8076DA9212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CA94195-CFD4-943C-876C-A27C63BAE9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D84760A-90C5-DE1C-44B6-B7635D6E3D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BABF24E-A536-DB8E-1248-CB4A247529B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FC11419-F0EB-DC01-3DFB-15AAD2904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72E9B17-CF44-CF24-5A04-7D3B946BB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A4F8604-02FE-FA80-FF45-CCD9B5C37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FDC0781-C1C0-6874-E19E-C5185150EA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6653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A0F03FB7-86A2-9939-B7FA-7E608E147DE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7295" y="3285327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1DEDE018-8843-71EB-52F6-24C8F4FDA5CB}"/>
              </a:ext>
            </a:extLst>
          </p:cNvPr>
          <p:cNvPicPr preferRelativeResize="0">
            <a:picLocks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363" y="1731451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A64B24C-7E99-AB96-36AB-AD3C122D02A6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689" y="3292067"/>
            <a:ext cx="731520" cy="73152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532541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40BD1-71F1-085B-CA69-A3D80511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2">
            <a:extLst>
              <a:ext uri="{FF2B5EF4-FFF2-40B4-BE49-F238E27FC236}">
                <a16:creationId xmlns:a16="http://schemas.microsoft.com/office/drawing/2014/main" id="{D0067162-2D45-5614-4B59-1B1A26160063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3598607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Demo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EC691-4664-1DCD-5005-1EBFBD95D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82117" y="2732096"/>
            <a:ext cx="9384331" cy="1222433"/>
          </a:xfrm>
        </p:spPr>
        <p:txBody>
          <a:bodyPr>
            <a:noAutofit/>
          </a:bodyPr>
          <a:lstStyle/>
          <a:p>
            <a:r>
              <a:rPr lang="en-US" sz="2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Password :</a:t>
            </a:r>
          </a:p>
          <a:p>
            <a:endParaRPr lang="en-US" sz="20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sz="20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000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Registered Direction Indicator 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547479-ABA0-CFA7-B6FF-884B57771A87}"/>
              </a:ext>
            </a:extLst>
          </p:cNvPr>
          <p:cNvGrpSpPr/>
          <p:nvPr/>
        </p:nvGrpSpPr>
        <p:grpSpPr>
          <a:xfrm>
            <a:off x="5196737" y="2483155"/>
            <a:ext cx="3158388" cy="731520"/>
            <a:chOff x="8260964" y="290264"/>
            <a:chExt cx="3158388" cy="731520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6F516E9-F878-5228-64B1-886BBCE435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60964" y="29026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03824E8-EDBD-616E-E373-5A3D9732689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69920" y="29026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A4E3C6B-3863-F84E-7501-810CAD2F656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87832" y="29026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A258476-6BD3-AF22-7E6A-8DA730A2F651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240" y="3837710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2AF95C-9398-E443-6926-B6C79D042A14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649" y="2483155"/>
            <a:ext cx="731520" cy="73152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360445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5468C-B0AF-EE6D-9948-5FCF44AFA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86D8195-D7C9-6ECF-827B-8220584AC634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1BB4DBC-3A1A-E3E3-5F82-23AC2DE893DF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East (right)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(*RP1). </a:t>
            </a: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East (right), which is West (left)]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(*RP1).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065B46F-649E-49D9-8CA5-21C77CCF526F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Demo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ADA81C0-A6A2-9E20-39FE-C0C00AD47DF6}"/>
              </a:ext>
            </a:extLst>
          </p:cNvPr>
          <p:cNvGrpSpPr/>
          <p:nvPr/>
        </p:nvGrpSpPr>
        <p:grpSpPr>
          <a:xfrm>
            <a:off x="2969443" y="81494"/>
            <a:ext cx="8329838" cy="1062961"/>
            <a:chOff x="2969443" y="81494"/>
            <a:chExt cx="8329838" cy="106296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133AC81-6E01-DDD8-CF52-B850060A611A}"/>
                </a:ext>
              </a:extLst>
            </p:cNvPr>
            <p:cNvGrpSpPr/>
            <p:nvPr/>
          </p:nvGrpSpPr>
          <p:grpSpPr>
            <a:xfrm>
              <a:off x="2969443" y="81494"/>
              <a:ext cx="8242306" cy="1033609"/>
              <a:chOff x="2969443" y="81494"/>
              <a:chExt cx="8242306" cy="103360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9228946D-68E3-2898-33F2-31F329838E09}"/>
                  </a:ext>
                </a:extLst>
              </p:cNvPr>
              <p:cNvGrpSpPr/>
              <p:nvPr/>
            </p:nvGrpSpPr>
            <p:grpSpPr>
              <a:xfrm>
                <a:off x="2969443" y="81494"/>
                <a:ext cx="8242306" cy="1033609"/>
                <a:chOff x="3216375" y="493036"/>
                <a:chExt cx="8242306" cy="1033609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CBA527C7-8E8D-3108-46B1-290236F939ED}"/>
                    </a:ext>
                  </a:extLst>
                </p:cNvPr>
                <p:cNvGrpSpPr/>
                <p:nvPr/>
              </p:nvGrpSpPr>
              <p:grpSpPr>
                <a:xfrm>
                  <a:off x="3216375" y="493036"/>
                  <a:ext cx="8242306" cy="738088"/>
                  <a:chOff x="3177046" y="283696"/>
                  <a:chExt cx="8242306" cy="738088"/>
                </a:xfrm>
              </p:grpSpPr>
              <p:pic>
                <p:nvPicPr>
                  <p:cNvPr id="15" name="Picture 14">
                    <a:extLst>
                      <a:ext uri="{FF2B5EF4-FFF2-40B4-BE49-F238E27FC236}">
                        <a16:creationId xmlns:a16="http://schemas.microsoft.com/office/drawing/2014/main" id="{FD187532-456F-E251-CDBF-B3CAB38713B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77046" y="283696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C9451E67-82CE-7F8F-C556-7FE0712A4D17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069920" y="29026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60472B92-EF56-415F-997D-9B6F7CD69C16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687832" y="29026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9CA7C73-D69F-20B6-E5BA-FDC85B26FE25}"/>
                    </a:ext>
                  </a:extLst>
                </p:cNvPr>
                <p:cNvSpPr txBox="1"/>
                <p:nvPr/>
              </p:nvSpPr>
              <p:spPr>
                <a:xfrm>
                  <a:off x="3271437" y="1188091"/>
                  <a:ext cx="76569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Registered Password</a:t>
                  </a:r>
                </a:p>
              </p:txBody>
            </p:sp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2A9B7184-40B6-CC94-A9C9-C28F575154F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8399" y="1081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BAA04A-909E-F610-1C9F-25424C18B7D6}"/>
                </a:ext>
              </a:extLst>
            </p:cNvPr>
            <p:cNvSpPr txBox="1"/>
            <p:nvPr/>
          </p:nvSpPr>
          <p:spPr>
            <a:xfrm>
              <a:off x="8912412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F3F13B-B384-6A99-59F1-FE8DB0D7BB29}"/>
                </a:ext>
              </a:extLst>
            </p:cNvPr>
            <p:cNvSpPr txBox="1"/>
            <p:nvPr/>
          </p:nvSpPr>
          <p:spPr>
            <a:xfrm>
              <a:off x="9714533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E60DF8B-DBE3-E563-231D-CAA3786240A0}"/>
                </a:ext>
              </a:extLst>
            </p:cNvPr>
            <p:cNvSpPr txBox="1"/>
            <p:nvPr/>
          </p:nvSpPr>
          <p:spPr>
            <a:xfrm>
              <a:off x="10533585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5BBB4C-E21F-3E86-43CB-A6E2FA8B5664}"/>
                </a:ext>
              </a:extLst>
            </p:cNvPr>
            <p:cNvSpPr txBox="1"/>
            <p:nvPr/>
          </p:nvSpPr>
          <p:spPr>
            <a:xfrm>
              <a:off x="3699951" y="8059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E12D596-70B3-260B-4D5B-C6CDE3875A67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461C717-C434-F5A1-EFD6-7BE6DEC478D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C066C9C-0B99-02E5-E224-E9B155F9DA5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09A6618-F6FC-A2D1-6A96-0967568D595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80EB1F13-6098-367F-CF68-84BF6D0CC97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2A73516-29E5-2220-9E8F-A7569F25330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F9AA6CC-7EA8-5F6E-8DAD-332DF966481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338F11D-5DF1-72C7-F51A-BD64B9EA890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8CA3506-A2A4-FCAE-CDA7-E23093C9B0C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94A4556D-2F44-FB98-4814-D7130212135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88CC26C-199A-13B7-C427-AFB295FF890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4FB59F2-AF20-5022-EBDE-BA41A285027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6C0BB536-4CAA-1F48-83E9-CAA81CE1E07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25EF4F8-29EF-3FDA-4605-54DC0E67CB2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885F07B-7A3F-B867-052D-FE7463A63A4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ADFAB3E-EB80-017E-7261-B8C3F6074B3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3B5DBF7B-AF8B-CECB-36CF-A9BCDDEC771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A62D667E-E941-25E2-CD55-5E358F1E23C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088DC3AD-7733-3567-4D38-4EF40474C60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0045397-2F12-66F1-B8B9-49CA64115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9C57E15-C072-25F1-A192-A5FA7A49C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89D11445-90B1-8C8F-CC55-2F99E29A8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091C120-DBB6-4A52-013D-9EC83C58B05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66530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D134179-8E34-BBD3-7C78-6552C528714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7295" y="3285327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0335AB4-111C-DC22-0552-91EF163C6116}"/>
              </a:ext>
            </a:extLst>
          </p:cNvPr>
          <p:cNvSpPr txBox="1"/>
          <p:nvPr/>
        </p:nvSpPr>
        <p:spPr>
          <a:xfrm>
            <a:off x="1117819" y="3726065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5D3750B-7F42-5DE6-CEDD-44A086423BBB}"/>
              </a:ext>
            </a:extLst>
          </p:cNvPr>
          <p:cNvSpPr txBox="1"/>
          <p:nvPr/>
        </p:nvSpPr>
        <p:spPr>
          <a:xfrm>
            <a:off x="2078191" y="37632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33E3C014-ECFE-1BB3-497F-F2FF0A327335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177" y="85424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2442072-216F-0ECC-B562-F89B6D02ABA6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363" y="1731451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0ADC244-2767-4925-FA53-39C5580D36D2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689" y="3292067"/>
            <a:ext cx="731520" cy="73152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DE690AC-7505-C956-1CFB-8114F556BCAA}"/>
              </a:ext>
            </a:extLst>
          </p:cNvPr>
          <p:cNvSpPr/>
          <p:nvPr/>
        </p:nvSpPr>
        <p:spPr>
          <a:xfrm>
            <a:off x="179033" y="3296568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</p:spTree>
    <p:extLst>
      <p:ext uri="{BB962C8B-B14F-4D97-AF65-F5344CB8AC3E}">
        <p14:creationId xmlns:p14="http://schemas.microsoft.com/office/powerpoint/2010/main" val="1553801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967D0-A602-5BE0-986C-8E41BEA16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4A5620B6-D772-69F3-9296-39B95626AF92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786ED12-FD3D-2E91-928A-0418AA5A4BC3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So,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 </a:t>
            </a:r>
            <a:endParaRPr lang="en-US" b="1" dirty="0">
              <a:ln w="0"/>
              <a:solidFill>
                <a:srgbClr val="FF0000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1FFE02C-4B33-C2BB-C0A7-E68F28D456B3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Demo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8C800E-7E29-6D94-B706-B07CD31C427B}"/>
              </a:ext>
            </a:extLst>
          </p:cNvPr>
          <p:cNvGrpSpPr/>
          <p:nvPr/>
        </p:nvGrpSpPr>
        <p:grpSpPr>
          <a:xfrm>
            <a:off x="2969443" y="81494"/>
            <a:ext cx="8329838" cy="1062961"/>
            <a:chOff x="2969443" y="81494"/>
            <a:chExt cx="8329838" cy="106296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E013126-087F-C080-C100-92F2C3CB2311}"/>
                </a:ext>
              </a:extLst>
            </p:cNvPr>
            <p:cNvGrpSpPr/>
            <p:nvPr/>
          </p:nvGrpSpPr>
          <p:grpSpPr>
            <a:xfrm>
              <a:off x="2969443" y="81494"/>
              <a:ext cx="8242306" cy="1033609"/>
              <a:chOff x="2969443" y="81494"/>
              <a:chExt cx="8242306" cy="103360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2DC76628-9374-9520-0277-AF00B14FE04F}"/>
                  </a:ext>
                </a:extLst>
              </p:cNvPr>
              <p:cNvGrpSpPr/>
              <p:nvPr/>
            </p:nvGrpSpPr>
            <p:grpSpPr>
              <a:xfrm>
                <a:off x="2969443" y="81494"/>
                <a:ext cx="8242306" cy="1033609"/>
                <a:chOff x="3216375" y="493036"/>
                <a:chExt cx="8242306" cy="1033609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A0A1124A-0318-CBF3-A812-8208AA4976C5}"/>
                    </a:ext>
                  </a:extLst>
                </p:cNvPr>
                <p:cNvGrpSpPr/>
                <p:nvPr/>
              </p:nvGrpSpPr>
              <p:grpSpPr>
                <a:xfrm>
                  <a:off x="3216375" y="493036"/>
                  <a:ext cx="8242306" cy="738088"/>
                  <a:chOff x="3177046" y="283696"/>
                  <a:chExt cx="8242306" cy="738088"/>
                </a:xfrm>
              </p:grpSpPr>
              <p:pic>
                <p:nvPicPr>
                  <p:cNvPr id="15" name="Picture 14">
                    <a:extLst>
                      <a:ext uri="{FF2B5EF4-FFF2-40B4-BE49-F238E27FC236}">
                        <a16:creationId xmlns:a16="http://schemas.microsoft.com/office/drawing/2014/main" id="{D05C8BD5-25FE-AFFC-387F-00D5653E9734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77046" y="283696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D82B0033-E9F2-0293-132C-84F9DBBE608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069920" y="29026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774C2192-9D11-8716-75C4-769D9554274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687832" y="29026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7147981-10DB-912D-0DD8-7A2AD813E9AD}"/>
                    </a:ext>
                  </a:extLst>
                </p:cNvPr>
                <p:cNvSpPr txBox="1"/>
                <p:nvPr/>
              </p:nvSpPr>
              <p:spPr>
                <a:xfrm>
                  <a:off x="3271437" y="1188091"/>
                  <a:ext cx="76569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Registered Password</a:t>
                  </a:r>
                </a:p>
              </p:txBody>
            </p:sp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6539E191-6EE4-896B-15B9-5D3D73DB683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8399" y="1081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1F6D335-FFD7-09E5-6334-4CE13A2566AB}"/>
                </a:ext>
              </a:extLst>
            </p:cNvPr>
            <p:cNvSpPr txBox="1"/>
            <p:nvPr/>
          </p:nvSpPr>
          <p:spPr>
            <a:xfrm>
              <a:off x="8912412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797AAAE-35A0-9D20-5AB2-2EA41EDD4BF6}"/>
                </a:ext>
              </a:extLst>
            </p:cNvPr>
            <p:cNvSpPr txBox="1"/>
            <p:nvPr/>
          </p:nvSpPr>
          <p:spPr>
            <a:xfrm>
              <a:off x="9714533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24C8ED5-E8B1-6371-BC16-5D38DBEF41CB}"/>
                </a:ext>
              </a:extLst>
            </p:cNvPr>
            <p:cNvSpPr txBox="1"/>
            <p:nvPr/>
          </p:nvSpPr>
          <p:spPr>
            <a:xfrm>
              <a:off x="10533585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C0D95C-D641-9434-EAA1-525EA3936F78}"/>
                </a:ext>
              </a:extLst>
            </p:cNvPr>
            <p:cNvSpPr txBox="1"/>
            <p:nvPr/>
          </p:nvSpPr>
          <p:spPr>
            <a:xfrm>
              <a:off x="3699951" y="8059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0779C56-36AF-DBF2-0B29-E1208DC61E86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41AD0A1-D398-68E2-1921-BD7ADF09133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3244143-852D-6C87-7C13-1B26A5D240A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6035556-8492-8286-C6EB-709EBF49B1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4D94B46-FE67-095B-2CF2-2B87C6D8DD8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E7BA9F0-CE93-CE0C-1F07-E0EAC7E9F5E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CDDCCF47-482E-FFE8-ACAF-963853B59F1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91900CB3-9027-9EE2-BD99-F69F27F8D37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6D363BF-EF07-7F75-DF43-0720230C407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738DAFB6-D40D-C9C1-33A2-9C2686424E7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C6140F8-91EA-2D39-815A-65D69AF816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695EAC0-7DF0-8008-C18B-51CF0ABC6ED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5A9BB48-90BF-6E31-8EC7-BA71E5FF7F8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C99D52E8-D525-1A31-0929-6C61DCF391A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8F6AFB5-D608-4F27-1420-8F239EAEE3A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9A1030B-94ED-524D-8DF4-E317D5A8335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24FC41F-9ED8-DBA2-F32F-317446E50A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28C9270-A791-BB25-9D02-82BE9D816D8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29E35850-0998-C70C-468D-BF05DA4606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7F983B1-BA70-C9A3-1209-E71D26D0C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4E083998-9074-42E0-B1F1-6F31D17FD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2100271E-1231-3982-8D57-EE24AA0DB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12337D53-8EB2-1197-D956-513AA24DD82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66530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7C69BC13-82CE-1B73-0F12-0B784E183BE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7295" y="3285327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7583A5AA-0E2E-F103-2336-01BCD2D83AEB}"/>
              </a:ext>
            </a:extLst>
          </p:cNvPr>
          <p:cNvSpPr txBox="1"/>
          <p:nvPr/>
        </p:nvSpPr>
        <p:spPr>
          <a:xfrm>
            <a:off x="1117819" y="3726065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DABC357-159D-BFA0-C5DA-64C9BBE0DF66}"/>
              </a:ext>
            </a:extLst>
          </p:cNvPr>
          <p:cNvSpPr txBox="1"/>
          <p:nvPr/>
        </p:nvSpPr>
        <p:spPr>
          <a:xfrm>
            <a:off x="2078191" y="37632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79EE1A-9640-B59B-2669-A0EC69CC3AB2}"/>
              </a:ext>
            </a:extLst>
          </p:cNvPr>
          <p:cNvSpPr txBox="1"/>
          <p:nvPr/>
        </p:nvSpPr>
        <p:spPr>
          <a:xfrm>
            <a:off x="4282479" y="3726065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72E3EDA-3849-F48D-AD0C-E5DC73BE3114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177" y="85424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83A7423-3698-A08C-D15C-53588CF29A67}"/>
              </a:ext>
            </a:extLst>
          </p:cNvPr>
          <p:cNvPicPr preferRelativeResize="0">
            <a:picLocks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769" y="2366627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D26030A-D2C9-1A73-6663-9B356CB3F18B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363" y="1731451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DC8914-AEF3-DD0A-C127-62F311FB9CD9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689" y="3292067"/>
            <a:ext cx="731520" cy="73152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503944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69B79-3747-0D6A-40DA-830D1FD5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B10253A0-EAE7-4FCA-09E5-ACF8C5C5674E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42F714F-4C67-B404-4539-EE54542C8268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Northwest (up &amp; to left)</a:t>
            </a:r>
            <a:r>
              <a:rPr lang="en-US" dirty="0">
                <a:ln w="0"/>
              </a:rPr>
              <a:t> 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(*RP2). </a:t>
            </a: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</a:t>
            </a:r>
            <a:r>
              <a:rPr lang="en-US" dirty="0"/>
              <a:t>Northwest (up &amp; to left)</a:t>
            </a:r>
            <a:r>
              <a:rPr lang="en-US" dirty="0">
                <a:ln w="0"/>
              </a:rPr>
              <a:t>, which is </a:t>
            </a:r>
            <a:r>
              <a:rPr lang="en-US" dirty="0"/>
              <a:t>Southeast (bottom &amp; to right)</a:t>
            </a:r>
            <a:r>
              <a:rPr lang="en-US" dirty="0">
                <a:ln w="0"/>
              </a:rPr>
              <a:t>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(*RP2).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DE8C8C4-70CF-80AD-673D-2A976C3740A4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Demo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996936-3B1C-3834-3F8A-AB0C9A1663AD}"/>
              </a:ext>
            </a:extLst>
          </p:cNvPr>
          <p:cNvGrpSpPr/>
          <p:nvPr/>
        </p:nvGrpSpPr>
        <p:grpSpPr>
          <a:xfrm>
            <a:off x="2952379" y="85424"/>
            <a:ext cx="8346902" cy="1059031"/>
            <a:chOff x="2952379" y="85424"/>
            <a:chExt cx="8346902" cy="105903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9506E2-A924-323B-92E7-5460137A28AB}"/>
                </a:ext>
              </a:extLst>
            </p:cNvPr>
            <p:cNvGrpSpPr/>
            <p:nvPr/>
          </p:nvGrpSpPr>
          <p:grpSpPr>
            <a:xfrm>
              <a:off x="2952379" y="85424"/>
              <a:ext cx="8259370" cy="1033609"/>
              <a:chOff x="2952379" y="85424"/>
              <a:chExt cx="8259370" cy="103360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62711A2-15C6-CA9D-CD71-0B656A3ADD20}"/>
                  </a:ext>
                </a:extLst>
              </p:cNvPr>
              <p:cNvGrpSpPr/>
              <p:nvPr/>
            </p:nvGrpSpPr>
            <p:grpSpPr>
              <a:xfrm>
                <a:off x="2952379" y="85424"/>
                <a:ext cx="8259370" cy="1033609"/>
                <a:chOff x="3199311" y="496966"/>
                <a:chExt cx="8259370" cy="1033609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B3A45E4E-9B77-33CD-D2EF-CFE887349D07}"/>
                    </a:ext>
                  </a:extLst>
                </p:cNvPr>
                <p:cNvGrpSpPr/>
                <p:nvPr/>
              </p:nvGrpSpPr>
              <p:grpSpPr>
                <a:xfrm>
                  <a:off x="3199311" y="496966"/>
                  <a:ext cx="8259370" cy="757134"/>
                  <a:chOff x="3159982" y="287626"/>
                  <a:chExt cx="8259370" cy="757134"/>
                </a:xfrm>
              </p:grpSpPr>
              <p:pic>
                <p:nvPicPr>
                  <p:cNvPr id="15" name="Picture 14">
                    <a:extLst>
                      <a:ext uri="{FF2B5EF4-FFF2-40B4-BE49-F238E27FC236}">
                        <a16:creationId xmlns:a16="http://schemas.microsoft.com/office/drawing/2014/main" id="{57C66ACB-FCC8-3C37-0514-AD8B958B64EE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69122" y="287626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E4156631-3A13-4B46-3EE8-669F7321319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59982" y="31324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F658AE22-D211-3286-4E97-1C31DC3F6DEA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687832" y="29026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0105032-D738-1BD0-9218-E9563284B2FC}"/>
                    </a:ext>
                  </a:extLst>
                </p:cNvPr>
                <p:cNvSpPr txBox="1"/>
                <p:nvPr/>
              </p:nvSpPr>
              <p:spPr>
                <a:xfrm>
                  <a:off x="8363513" y="1192021"/>
                  <a:ext cx="76569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Registered Password</a:t>
                  </a:r>
                </a:p>
              </p:txBody>
            </p:sp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4FCEDE47-EB23-238B-5906-98F483934C3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8399" y="1081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C6AFE9-1ED4-1169-5641-38592C1EF681}"/>
                </a:ext>
              </a:extLst>
            </p:cNvPr>
            <p:cNvSpPr txBox="1"/>
            <p:nvPr/>
          </p:nvSpPr>
          <p:spPr>
            <a:xfrm>
              <a:off x="3002474" y="799525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3EEEAD-460E-3C28-2ED6-39FB49193E80}"/>
                </a:ext>
              </a:extLst>
            </p:cNvPr>
            <p:cNvSpPr txBox="1"/>
            <p:nvPr/>
          </p:nvSpPr>
          <p:spPr>
            <a:xfrm>
              <a:off x="9714533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74419C-A76E-04C9-9283-455A69D51B0B}"/>
                </a:ext>
              </a:extLst>
            </p:cNvPr>
            <p:cNvSpPr txBox="1"/>
            <p:nvPr/>
          </p:nvSpPr>
          <p:spPr>
            <a:xfrm>
              <a:off x="10533585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8D08827-C243-1207-15EE-FF156A1D4531}"/>
                </a:ext>
              </a:extLst>
            </p:cNvPr>
            <p:cNvSpPr txBox="1"/>
            <p:nvPr/>
          </p:nvSpPr>
          <p:spPr>
            <a:xfrm>
              <a:off x="3699951" y="8059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4BD0E76-66FD-52D2-2B99-9CED36B856D4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A488375-6742-3F59-4785-08A54E66CF1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9AB5A57-035E-C1F3-C8ED-E1D29A36E2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48B39DD-349F-DB4B-18C0-B3FC534A724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F41FF9A-F908-CDDE-3C91-3C09B165B61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C5DFF6F-6788-66AD-4336-D2D487220E6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9AB8AB9-0D95-D628-5EF6-A41768B71E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24D0E82-085C-17F8-FD1E-88B16D8F20D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635E4CA-7EC1-5B32-3170-0AD9A79D2E7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14CBE2D-1DEE-78B6-2E43-D4FEC548B3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CAAD476B-60EF-155E-5814-CF586FFCA57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180AEB3-AE8F-6775-83A1-AE87755538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E30BFBE-0A0B-E2B2-6AE8-5A6D9546979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C370B9B-3E0A-BB39-2041-ACFE4230570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A1E3C8B-C349-6D7D-B668-233E1CABED0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9E49F42-B685-2B3E-8CE3-2AA3C9BD4A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228F4AAF-3DF3-BEC2-8AB1-2240F56EF3E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43909D8-DC96-51E0-525A-D0538A024C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12CD0298-8B7F-6C03-C912-F90D1C3EA38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703B4B4C-A65E-F50D-BB90-9BD7A340D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01432AE-CC57-BFCA-D4DE-BB62C2E4A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47CDAC9-F675-D249-E19A-98AE3A199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FE67984-775E-48F5-0AB7-175B8A2350B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6653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6FF1BBB-B0ED-6364-391F-8CE522F3B7E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7295" y="3285327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8D8F616-BC64-3F70-7946-79676F309CB8}"/>
              </a:ext>
            </a:extLst>
          </p:cNvPr>
          <p:cNvSpPr txBox="1"/>
          <p:nvPr/>
        </p:nvSpPr>
        <p:spPr>
          <a:xfrm>
            <a:off x="2706791" y="4501513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8FA4C0-F1D4-E955-FD69-9D68423C880F}"/>
              </a:ext>
            </a:extLst>
          </p:cNvPr>
          <p:cNvSpPr txBox="1"/>
          <p:nvPr/>
        </p:nvSpPr>
        <p:spPr>
          <a:xfrm>
            <a:off x="2078191" y="37632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8C031D0-39C9-0A99-F78E-A45BD5E4DC35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177" y="85424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486345-7F6C-C8D6-66F6-36C393FDD10C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363" y="1731451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AF7B680-B866-0311-B2F3-03BC923E3820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689" y="3292067"/>
            <a:ext cx="731520" cy="73152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868541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61F2C-A01C-95F3-AAB2-B51A8014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A774B542-C5F5-C2B6-4F26-88F3D2EE3EE9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E94F249-9CEF-0CF6-1794-73FC1DC9478F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So,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 </a:t>
            </a:r>
            <a:endParaRPr lang="en-US" b="1" dirty="0">
              <a:ln w="0"/>
              <a:solidFill>
                <a:srgbClr val="FF0000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E97B813-6B90-29EB-D13A-287961B605B8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Demo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E7B6AF9-249D-45D7-C3E6-70C747213A3C}"/>
              </a:ext>
            </a:extLst>
          </p:cNvPr>
          <p:cNvGrpSpPr/>
          <p:nvPr/>
        </p:nvGrpSpPr>
        <p:grpSpPr>
          <a:xfrm>
            <a:off x="2952379" y="85424"/>
            <a:ext cx="8346902" cy="1059031"/>
            <a:chOff x="2952379" y="85424"/>
            <a:chExt cx="8346902" cy="105903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4DDB44E-DEC0-0304-8411-4F3184D07B5B}"/>
                </a:ext>
              </a:extLst>
            </p:cNvPr>
            <p:cNvGrpSpPr/>
            <p:nvPr/>
          </p:nvGrpSpPr>
          <p:grpSpPr>
            <a:xfrm>
              <a:off x="2952379" y="85424"/>
              <a:ext cx="8259370" cy="1033609"/>
              <a:chOff x="2952379" y="85424"/>
              <a:chExt cx="8259370" cy="103360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815AAA5-7BFC-4570-B7CC-3AA8F44E2D14}"/>
                  </a:ext>
                </a:extLst>
              </p:cNvPr>
              <p:cNvGrpSpPr/>
              <p:nvPr/>
            </p:nvGrpSpPr>
            <p:grpSpPr>
              <a:xfrm>
                <a:off x="2952379" y="85424"/>
                <a:ext cx="8259370" cy="1033609"/>
                <a:chOff x="3199311" y="496966"/>
                <a:chExt cx="8259370" cy="1033609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D532DA79-1AD5-7B9B-A142-DBDCB0BD3D31}"/>
                    </a:ext>
                  </a:extLst>
                </p:cNvPr>
                <p:cNvGrpSpPr/>
                <p:nvPr/>
              </p:nvGrpSpPr>
              <p:grpSpPr>
                <a:xfrm>
                  <a:off x="3199311" y="496966"/>
                  <a:ext cx="8259370" cy="757134"/>
                  <a:chOff x="3159982" y="287626"/>
                  <a:chExt cx="8259370" cy="757134"/>
                </a:xfrm>
              </p:grpSpPr>
              <p:pic>
                <p:nvPicPr>
                  <p:cNvPr id="15" name="Picture 14">
                    <a:extLst>
                      <a:ext uri="{FF2B5EF4-FFF2-40B4-BE49-F238E27FC236}">
                        <a16:creationId xmlns:a16="http://schemas.microsoft.com/office/drawing/2014/main" id="{523276F3-9112-1925-27BD-42B954519632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69122" y="287626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6" name="Picture 15">
                    <a:extLst>
                      <a:ext uri="{FF2B5EF4-FFF2-40B4-BE49-F238E27FC236}">
                        <a16:creationId xmlns:a16="http://schemas.microsoft.com/office/drawing/2014/main" id="{3501B8D2-F638-3AD1-2B94-F74DE764FC1D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59982" y="313240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C2EAE841-3611-C2D3-92AD-92D4AD69D6B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687832" y="29026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89958C6-BBCF-C324-BA42-ECC3A69E5A82}"/>
                    </a:ext>
                  </a:extLst>
                </p:cNvPr>
                <p:cNvSpPr txBox="1"/>
                <p:nvPr/>
              </p:nvSpPr>
              <p:spPr>
                <a:xfrm>
                  <a:off x="8363513" y="1192021"/>
                  <a:ext cx="76569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Registered Password</a:t>
                  </a:r>
                </a:p>
              </p:txBody>
            </p:sp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01E6DC-26B7-7399-C7AB-033A25AE429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8399" y="1081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43719C7-18B8-C7D5-A1B4-201212A04647}"/>
                </a:ext>
              </a:extLst>
            </p:cNvPr>
            <p:cNvSpPr txBox="1"/>
            <p:nvPr/>
          </p:nvSpPr>
          <p:spPr>
            <a:xfrm>
              <a:off x="3002474" y="799525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7C40C6D-79B1-7593-CBF6-26478BE55A42}"/>
                </a:ext>
              </a:extLst>
            </p:cNvPr>
            <p:cNvSpPr txBox="1"/>
            <p:nvPr/>
          </p:nvSpPr>
          <p:spPr>
            <a:xfrm>
              <a:off x="9714533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F7C957-4570-DD63-5BCA-FA78505082BE}"/>
                </a:ext>
              </a:extLst>
            </p:cNvPr>
            <p:cNvSpPr txBox="1"/>
            <p:nvPr/>
          </p:nvSpPr>
          <p:spPr>
            <a:xfrm>
              <a:off x="10533585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C58AE1-9673-D064-1E7B-1C5AA92F8DD2}"/>
                </a:ext>
              </a:extLst>
            </p:cNvPr>
            <p:cNvSpPr txBox="1"/>
            <p:nvPr/>
          </p:nvSpPr>
          <p:spPr>
            <a:xfrm>
              <a:off x="3699951" y="8059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33069E67-601B-CB50-A23A-B2E21105A119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FE9636E1-3682-AFEA-906C-EC61AFF73B6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66" name="Picture 165">
              <a:extLst>
                <a:ext uri="{FF2B5EF4-FFF2-40B4-BE49-F238E27FC236}">
                  <a16:creationId xmlns:a16="http://schemas.microsoft.com/office/drawing/2014/main" id="{101A3417-FBFF-4680-1EAE-BD0E452D691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67" name="Picture 166">
              <a:extLst>
                <a:ext uri="{FF2B5EF4-FFF2-40B4-BE49-F238E27FC236}">
                  <a16:creationId xmlns:a16="http://schemas.microsoft.com/office/drawing/2014/main" id="{ED3B3143-C118-772C-EE6D-D5EE6E088A6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68" name="Picture 167">
              <a:extLst>
                <a:ext uri="{FF2B5EF4-FFF2-40B4-BE49-F238E27FC236}">
                  <a16:creationId xmlns:a16="http://schemas.microsoft.com/office/drawing/2014/main" id="{2B3B859F-1791-8DF9-02FE-1E41DFBEAF5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69" name="Picture 168">
              <a:extLst>
                <a:ext uri="{FF2B5EF4-FFF2-40B4-BE49-F238E27FC236}">
                  <a16:creationId xmlns:a16="http://schemas.microsoft.com/office/drawing/2014/main" id="{87CB4A85-89DC-D3CD-E382-223EE537327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71" name="Picture 170">
              <a:extLst>
                <a:ext uri="{FF2B5EF4-FFF2-40B4-BE49-F238E27FC236}">
                  <a16:creationId xmlns:a16="http://schemas.microsoft.com/office/drawing/2014/main" id="{9259E835-0947-5D6E-DDC6-AB279E43D5E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173" name="Picture 172">
              <a:extLst>
                <a:ext uri="{FF2B5EF4-FFF2-40B4-BE49-F238E27FC236}">
                  <a16:creationId xmlns:a16="http://schemas.microsoft.com/office/drawing/2014/main" id="{5FF05C24-9A7B-AD75-941D-C082D6BC990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74" name="Picture 173">
              <a:extLst>
                <a:ext uri="{FF2B5EF4-FFF2-40B4-BE49-F238E27FC236}">
                  <a16:creationId xmlns:a16="http://schemas.microsoft.com/office/drawing/2014/main" id="{1EB0ABCC-D7EA-354C-FA5D-71E3635809C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2641C37C-2CB1-C99F-0818-53CF416D2D1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76" name="Picture 175">
              <a:extLst>
                <a:ext uri="{FF2B5EF4-FFF2-40B4-BE49-F238E27FC236}">
                  <a16:creationId xmlns:a16="http://schemas.microsoft.com/office/drawing/2014/main" id="{6F28D2C3-60D7-A282-27A6-7358233865B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77" name="Picture 176">
              <a:extLst>
                <a:ext uri="{FF2B5EF4-FFF2-40B4-BE49-F238E27FC236}">
                  <a16:creationId xmlns:a16="http://schemas.microsoft.com/office/drawing/2014/main" id="{7CD90F6A-B730-DD66-A65C-C1B2C65E73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5994614D-92EE-4425-01BE-560B6DD5A74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672024E7-D19F-1EAD-CE3A-694D9E320F2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0CB2B544-4411-58B9-BA51-5B5343A9F3D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81" name="Picture 180">
              <a:extLst>
                <a:ext uri="{FF2B5EF4-FFF2-40B4-BE49-F238E27FC236}">
                  <a16:creationId xmlns:a16="http://schemas.microsoft.com/office/drawing/2014/main" id="{21965C43-28A2-AEA4-2A0F-63EDBE59DC3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82" name="Picture 181">
              <a:extLst>
                <a:ext uri="{FF2B5EF4-FFF2-40B4-BE49-F238E27FC236}">
                  <a16:creationId xmlns:a16="http://schemas.microsoft.com/office/drawing/2014/main" id="{29FCBD6F-3572-E783-84A5-2AF266E93B1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83" name="Picture 182">
              <a:extLst>
                <a:ext uri="{FF2B5EF4-FFF2-40B4-BE49-F238E27FC236}">
                  <a16:creationId xmlns:a16="http://schemas.microsoft.com/office/drawing/2014/main" id="{6B43B752-FF11-76E3-5723-354438F317F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84" name="Picture 183">
              <a:extLst>
                <a:ext uri="{FF2B5EF4-FFF2-40B4-BE49-F238E27FC236}">
                  <a16:creationId xmlns:a16="http://schemas.microsoft.com/office/drawing/2014/main" id="{066D6212-1179-E397-3CA1-608F2CAC410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185" name="Picture 184">
              <a:extLst>
                <a:ext uri="{FF2B5EF4-FFF2-40B4-BE49-F238E27FC236}">
                  <a16:creationId xmlns:a16="http://schemas.microsoft.com/office/drawing/2014/main" id="{48FBDB44-7B28-53D7-A42D-A775A7F98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186" name="Picture 185">
              <a:extLst>
                <a:ext uri="{FF2B5EF4-FFF2-40B4-BE49-F238E27FC236}">
                  <a16:creationId xmlns:a16="http://schemas.microsoft.com/office/drawing/2014/main" id="{2DCCEBE5-CC80-7EDF-531E-569E555FB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187" name="Picture 186">
              <a:extLst>
                <a:ext uri="{FF2B5EF4-FFF2-40B4-BE49-F238E27FC236}">
                  <a16:creationId xmlns:a16="http://schemas.microsoft.com/office/drawing/2014/main" id="{2559424E-27A3-B27A-07EE-04B84D554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188" name="Picture 187">
              <a:extLst>
                <a:ext uri="{FF2B5EF4-FFF2-40B4-BE49-F238E27FC236}">
                  <a16:creationId xmlns:a16="http://schemas.microsoft.com/office/drawing/2014/main" id="{4FA85F02-B4D0-F5EF-09FE-A376FF412D2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6653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189" name="Picture 188">
              <a:extLst>
                <a:ext uri="{FF2B5EF4-FFF2-40B4-BE49-F238E27FC236}">
                  <a16:creationId xmlns:a16="http://schemas.microsoft.com/office/drawing/2014/main" id="{1C95BBAA-65F0-593B-ED20-8C1EA1FE61B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7295" y="3285327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</p:grpSp>
      <p:sp>
        <p:nvSpPr>
          <p:cNvPr id="191" name="TextBox 190">
            <a:extLst>
              <a:ext uri="{FF2B5EF4-FFF2-40B4-BE49-F238E27FC236}">
                <a16:creationId xmlns:a16="http://schemas.microsoft.com/office/drawing/2014/main" id="{A2977E54-C1C9-DA48-E693-E7FB47A2BC0D}"/>
              </a:ext>
            </a:extLst>
          </p:cNvPr>
          <p:cNvSpPr txBox="1"/>
          <p:nvPr/>
        </p:nvSpPr>
        <p:spPr>
          <a:xfrm>
            <a:off x="2078191" y="37632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A59815-F906-8EE8-D50F-E6EE556BFB48}"/>
              </a:ext>
            </a:extLst>
          </p:cNvPr>
          <p:cNvSpPr txBox="1"/>
          <p:nvPr/>
        </p:nvSpPr>
        <p:spPr>
          <a:xfrm>
            <a:off x="3515717" y="5267736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049F41FC-7560-6993-E3C2-646A1FC38445}"/>
              </a:ext>
            </a:extLst>
          </p:cNvPr>
          <p:cNvPicPr preferRelativeResize="0"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177" y="85424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C8D5AA-1026-8C89-12E3-F17BF8D5F1B5}"/>
              </a:ext>
            </a:extLst>
          </p:cNvPr>
          <p:cNvPicPr preferRelativeResize="0">
            <a:picLocks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021" y="2394822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7456E10-BD27-6E92-F20E-809F1C3AF761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363" y="1731451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989010B-B71A-3967-9EB2-61515D74C1F1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689" y="3292067"/>
            <a:ext cx="731520" cy="73152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B0107A6-2EEE-0383-FFB7-30D5D39F0290}"/>
              </a:ext>
            </a:extLst>
          </p:cNvPr>
          <p:cNvSpPr txBox="1"/>
          <p:nvPr/>
        </p:nvSpPr>
        <p:spPr>
          <a:xfrm>
            <a:off x="2706791" y="4501513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*RP2</a:t>
            </a:r>
          </a:p>
        </p:txBody>
      </p:sp>
    </p:spTree>
    <p:extLst>
      <p:ext uri="{BB962C8B-B14F-4D97-AF65-F5344CB8AC3E}">
        <p14:creationId xmlns:p14="http://schemas.microsoft.com/office/powerpoint/2010/main" val="2926734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F9966-1A7E-262C-4AED-7E7D5AD83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7869CF27-6BE0-FCE1-4D64-EB26B9DB9EAD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CFAC2CA-2FE2-8856-522F-9C406982FAC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EAB6765-90C7-E32E-9527-9ACA7707575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C9200F5E-FAB1-775F-88E3-0DB139D92F1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FC84084F-9FAC-C012-AF9D-573052CC88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99C9F033-CE2A-93DF-01D0-1E5CD22588D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A577A1BC-3FAF-C78D-E9F2-18BBD829012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C9D46DD0-8348-64DC-F6AC-329CA16A9BA2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40FE0E9-16FE-9904-A746-757ABA67FA3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5A03B64A-8219-BDE8-9263-39EDD1ED71F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6E2A9A8B-DBCF-38ED-A2DF-99329E2C2C6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44D63D6-189A-51B8-0B6F-E93C98B1BD7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A777B662-2A4C-4A76-6AFF-A38772EBCD6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FA4FE60D-A20A-588A-76C7-3A6DBA09B4D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F338900B-38EC-BDEC-B224-10460723396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040D0BD4-CFDE-38B1-2A33-2A593CDC10E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A7A55E47-9035-9C6E-6172-FE1645FC118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94F1F7E3-5056-7994-DFBA-EC2A44F4192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727A7D3E-38A2-6C6D-945F-42D8AE887C4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52A6633B-CE69-D8F1-E680-A9637D118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6E26E3BC-F911-0ED6-B3F2-461D4BA7C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61A2C0F8-A7BE-3744-4B92-3A46BF433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6D715E0E-4D30-237A-19A3-AB464F27CDB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6653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7057CDCC-B500-684C-A2EB-1BCF953A65A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7295" y="3285327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5DCCA5E-5EBB-CF59-7FCE-A14428F42183}"/>
              </a:ext>
            </a:extLst>
          </p:cNvPr>
          <p:cNvSpPr txBox="1"/>
          <p:nvPr/>
        </p:nvSpPr>
        <p:spPr>
          <a:xfrm>
            <a:off x="1128757" y="2119823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A9AFCE9-F830-880B-7E7F-A6FA69A9B750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2D3F5F4-778A-B3B2-FFAF-8E4A315A1755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Southeast (bottom &amp; to right) </a:t>
            </a:r>
            <a:r>
              <a:rPr lang="en-US" dirty="0">
                <a:ln w="0"/>
              </a:rPr>
              <a:t>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(*RP3). </a:t>
            </a: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</a:t>
            </a:r>
            <a:r>
              <a:rPr lang="en-US" dirty="0"/>
              <a:t>Southeast (bottom &amp; to right)</a:t>
            </a:r>
            <a:r>
              <a:rPr lang="en-US" dirty="0">
                <a:ln w="0"/>
              </a:rPr>
              <a:t>, which is </a:t>
            </a:r>
            <a:r>
              <a:rPr lang="en-US" dirty="0"/>
              <a:t>Northwest (up &amp; to left)</a:t>
            </a:r>
            <a:r>
              <a:rPr lang="en-US" dirty="0">
                <a:ln w="0"/>
              </a:rPr>
              <a:t>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(*RP3).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49E6E7C-F0F1-3E56-7D4B-A44521A45F99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Demo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74771CA-1CF6-7491-E538-66CD47DCBD15}"/>
              </a:ext>
            </a:extLst>
          </p:cNvPr>
          <p:cNvGrpSpPr/>
          <p:nvPr/>
        </p:nvGrpSpPr>
        <p:grpSpPr>
          <a:xfrm>
            <a:off x="3002474" y="85424"/>
            <a:ext cx="8296807" cy="1059031"/>
            <a:chOff x="3002474" y="85424"/>
            <a:chExt cx="8296807" cy="105903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BBAC95B-E19F-7DFB-C328-2D275FE446A6}"/>
                </a:ext>
              </a:extLst>
            </p:cNvPr>
            <p:cNvGrpSpPr/>
            <p:nvPr/>
          </p:nvGrpSpPr>
          <p:grpSpPr>
            <a:xfrm>
              <a:off x="3778399" y="85424"/>
              <a:ext cx="7433350" cy="1033609"/>
              <a:chOff x="3778399" y="85424"/>
              <a:chExt cx="7433350" cy="103360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FC83419-A024-02E9-B44B-C8270F6C5075}"/>
                  </a:ext>
                </a:extLst>
              </p:cNvPr>
              <p:cNvGrpSpPr/>
              <p:nvPr/>
            </p:nvGrpSpPr>
            <p:grpSpPr>
              <a:xfrm>
                <a:off x="8061519" y="85424"/>
                <a:ext cx="3150230" cy="1033609"/>
                <a:chOff x="8308451" y="496966"/>
                <a:chExt cx="3150230" cy="1033609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454CC3EE-3C54-EB89-680F-DA7A38EA4ACB}"/>
                    </a:ext>
                  </a:extLst>
                </p:cNvPr>
                <p:cNvGrpSpPr/>
                <p:nvPr/>
              </p:nvGrpSpPr>
              <p:grpSpPr>
                <a:xfrm>
                  <a:off x="8308451" y="496966"/>
                  <a:ext cx="3150230" cy="734158"/>
                  <a:chOff x="8269122" y="287626"/>
                  <a:chExt cx="3150230" cy="734158"/>
                </a:xfrm>
              </p:grpSpPr>
              <p:pic>
                <p:nvPicPr>
                  <p:cNvPr id="15" name="Picture 14">
                    <a:extLst>
                      <a:ext uri="{FF2B5EF4-FFF2-40B4-BE49-F238E27FC236}">
                        <a16:creationId xmlns:a16="http://schemas.microsoft.com/office/drawing/2014/main" id="{28F95B68-A328-0A6D-7B79-3FABC08077D2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69122" y="287626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46AF0202-C98F-96CE-28DC-B7B7EE86C69F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687832" y="29026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418F653-A492-D7E9-471F-DE9F28D33DAE}"/>
                    </a:ext>
                  </a:extLst>
                </p:cNvPr>
                <p:cNvSpPr txBox="1"/>
                <p:nvPr/>
              </p:nvSpPr>
              <p:spPr>
                <a:xfrm>
                  <a:off x="8363513" y="1192021"/>
                  <a:ext cx="76569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Registered Password</a:t>
                  </a:r>
                </a:p>
              </p:txBody>
            </p:sp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2DC0401A-9EE6-D8FE-6557-AE3E495F282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8399" y="1081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BE9A4C-8349-1D16-68FD-B130569FF366}"/>
                </a:ext>
              </a:extLst>
            </p:cNvPr>
            <p:cNvSpPr txBox="1"/>
            <p:nvPr/>
          </p:nvSpPr>
          <p:spPr>
            <a:xfrm>
              <a:off x="3002474" y="799525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9209CF8-BB93-8AF8-210F-BE4BA3484D58}"/>
                </a:ext>
              </a:extLst>
            </p:cNvPr>
            <p:cNvSpPr txBox="1"/>
            <p:nvPr/>
          </p:nvSpPr>
          <p:spPr>
            <a:xfrm>
              <a:off x="10533585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B2DF6F-89E0-9081-7188-9A09CB4E091A}"/>
                </a:ext>
              </a:extLst>
            </p:cNvPr>
            <p:cNvSpPr txBox="1"/>
            <p:nvPr/>
          </p:nvSpPr>
          <p:spPr>
            <a:xfrm>
              <a:off x="3699951" y="8059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443AD4C-E666-B27D-3BF9-78AD3D6F40E0}"/>
              </a:ext>
            </a:extLst>
          </p:cNvPr>
          <p:cNvSpPr txBox="1"/>
          <p:nvPr/>
        </p:nvSpPr>
        <p:spPr>
          <a:xfrm>
            <a:off x="2078191" y="37632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54FACF-247C-F1AD-D538-1D497BEF0D21}"/>
              </a:ext>
            </a:extLst>
          </p:cNvPr>
          <p:cNvPicPr preferRelativeResize="0"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803" y="98470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F27B93-ACE7-A571-0B5C-293D8829A95B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317" y="88062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E4CABAC-8F4A-6083-3993-E519B54FACEC}"/>
              </a:ext>
            </a:extLst>
          </p:cNvPr>
          <p:cNvSpPr txBox="1"/>
          <p:nvPr/>
        </p:nvSpPr>
        <p:spPr>
          <a:xfrm>
            <a:off x="8912412" y="776549"/>
            <a:ext cx="765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Registered Password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2E9F44-6D59-A51B-7D6D-B0C492A56A96}"/>
              </a:ext>
            </a:extLst>
          </p:cNvPr>
          <p:cNvPicPr preferRelativeResize="0">
            <a:picLocks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363" y="1731451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8C625D-3B7F-55E0-7666-FE129318F925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689" y="3292067"/>
            <a:ext cx="731520" cy="73152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83C7C60-1DC0-DFA6-73F5-B071DA2F8C88}"/>
              </a:ext>
            </a:extLst>
          </p:cNvPr>
          <p:cNvSpPr/>
          <p:nvPr/>
        </p:nvSpPr>
        <p:spPr>
          <a:xfrm>
            <a:off x="233906" y="961510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</p:spTree>
    <p:extLst>
      <p:ext uri="{BB962C8B-B14F-4D97-AF65-F5344CB8AC3E}">
        <p14:creationId xmlns:p14="http://schemas.microsoft.com/office/powerpoint/2010/main" val="1872005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76C56-5855-6640-4715-BD50CEA0B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67F0DA45-6A14-E267-6142-E86D807A3EC4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58381B0-75DB-B124-417F-58760302380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A62B5F11-6AFE-B374-F0F1-75E69EDDEAB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2CD99C62-342A-328C-5363-A50BCC2B49B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862D7F03-0E68-4175-926C-4D5B87C395D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2C54C09F-2792-4196-C0A3-FDA3D7B5611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5A400B0-C51D-DF78-6E77-9467D4F5034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02554312-1A4D-8AF4-CDF9-DB7514DC98B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2BC0C527-AC3C-4716-D560-57DDCC7C65B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6AEC2057-EB7D-3F67-4821-37F40D93F95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2BE623BF-CA03-E013-9B0F-83C0C39C4E8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99FCB012-9784-936F-B975-09071871886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ln>
              <a:noFill/>
            </a:ln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76842ADD-5007-3256-8BBA-DEDB099DEFC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ln w="38100">
              <a:solidFill>
                <a:srgbClr val="FF0000"/>
              </a:solidFill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C9E7CBFA-A5D2-5195-4EA1-63526EB559D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F78AEB65-E773-C798-A3C2-EC9DFD257C9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49050F82-3AFE-4DAA-EA36-52565443E61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EFDC11BD-C53E-024A-195F-5AC053DD29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0D3112D2-381F-B8F0-AB16-81440BD955A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0FE3F222-D874-C26A-DC0F-58ACD8F2DDF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E339C875-1B5A-5F31-2C96-1B8F18680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9FD21632-319D-C9D2-6A5D-77E3A40AF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CF3EBDFB-B747-03C5-9EAD-F96D5C045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EE114ABA-CF71-E9AF-D9B7-EA0120C1006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6653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967B28BF-4008-201C-E6AD-961A4904E92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7295" y="3285327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FA121E3-80F3-BE38-A59F-48548ED756D7}"/>
              </a:ext>
            </a:extLst>
          </p:cNvPr>
          <p:cNvSpPr txBox="1"/>
          <p:nvPr/>
        </p:nvSpPr>
        <p:spPr>
          <a:xfrm>
            <a:off x="1128757" y="2119823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4AFCEF5-DB1C-FDD1-9BF5-FFBE4E0B4F1F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061A766-6AE9-5E51-14E1-2AE0BBED84DD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So,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 </a:t>
            </a:r>
            <a:endParaRPr lang="en-US" b="1" dirty="0">
              <a:ln w="0"/>
              <a:solidFill>
                <a:srgbClr val="FF0000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EA269D84-FB8F-1EBE-026A-CCECA0B44C83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Demo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365B30-8395-F56C-0031-05E70F26E100}"/>
              </a:ext>
            </a:extLst>
          </p:cNvPr>
          <p:cNvGrpSpPr/>
          <p:nvPr/>
        </p:nvGrpSpPr>
        <p:grpSpPr>
          <a:xfrm>
            <a:off x="3002474" y="85424"/>
            <a:ext cx="8296807" cy="1059031"/>
            <a:chOff x="3002474" y="85424"/>
            <a:chExt cx="8296807" cy="105903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A2A14BD-E6BB-2208-5269-852D61795CA3}"/>
                </a:ext>
              </a:extLst>
            </p:cNvPr>
            <p:cNvGrpSpPr/>
            <p:nvPr/>
          </p:nvGrpSpPr>
          <p:grpSpPr>
            <a:xfrm>
              <a:off x="3778399" y="85424"/>
              <a:ext cx="7433350" cy="1033609"/>
              <a:chOff x="3778399" y="85424"/>
              <a:chExt cx="7433350" cy="103360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25893EC-3DF5-0171-FB6D-2163BAD56147}"/>
                  </a:ext>
                </a:extLst>
              </p:cNvPr>
              <p:cNvGrpSpPr/>
              <p:nvPr/>
            </p:nvGrpSpPr>
            <p:grpSpPr>
              <a:xfrm>
                <a:off x="8061519" y="85424"/>
                <a:ext cx="3150230" cy="1033609"/>
                <a:chOff x="8308451" y="496966"/>
                <a:chExt cx="3150230" cy="1033609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A23CD5F-4F67-ACEA-8480-F1B82CA66B0E}"/>
                    </a:ext>
                  </a:extLst>
                </p:cNvPr>
                <p:cNvGrpSpPr/>
                <p:nvPr/>
              </p:nvGrpSpPr>
              <p:grpSpPr>
                <a:xfrm>
                  <a:off x="8308451" y="496966"/>
                  <a:ext cx="3150230" cy="734158"/>
                  <a:chOff x="8269122" y="287626"/>
                  <a:chExt cx="3150230" cy="734158"/>
                </a:xfrm>
              </p:grpSpPr>
              <p:pic>
                <p:nvPicPr>
                  <p:cNvPr id="15" name="Picture 14">
                    <a:extLst>
                      <a:ext uri="{FF2B5EF4-FFF2-40B4-BE49-F238E27FC236}">
                        <a16:creationId xmlns:a16="http://schemas.microsoft.com/office/drawing/2014/main" id="{0F947953-CCB2-060E-F1A7-64DF3495755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69122" y="287626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AD395443-4E93-8B5B-8547-32C4E99B181B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687832" y="29026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22A8530-7CEC-C1F3-FDCA-E3EA6B25108B}"/>
                    </a:ext>
                  </a:extLst>
                </p:cNvPr>
                <p:cNvSpPr txBox="1"/>
                <p:nvPr/>
              </p:nvSpPr>
              <p:spPr>
                <a:xfrm>
                  <a:off x="8363513" y="1192021"/>
                  <a:ext cx="76569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Registered Password</a:t>
                  </a:r>
                </a:p>
              </p:txBody>
            </p:sp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61A3EED-E77F-4D54-FAB5-83D84E0881F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8399" y="1081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2C9118-E1B5-0624-F227-E321E84F62AB}"/>
                </a:ext>
              </a:extLst>
            </p:cNvPr>
            <p:cNvSpPr txBox="1"/>
            <p:nvPr/>
          </p:nvSpPr>
          <p:spPr>
            <a:xfrm>
              <a:off x="3002474" y="799525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48DF0C-A09D-9318-1FDD-9514FEAE42A1}"/>
                </a:ext>
              </a:extLst>
            </p:cNvPr>
            <p:cNvSpPr txBox="1"/>
            <p:nvPr/>
          </p:nvSpPr>
          <p:spPr>
            <a:xfrm>
              <a:off x="10533585" y="776549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2A3C7F-C399-33F4-08C5-B26265889532}"/>
                </a:ext>
              </a:extLst>
            </p:cNvPr>
            <p:cNvSpPr txBox="1"/>
            <p:nvPr/>
          </p:nvSpPr>
          <p:spPr>
            <a:xfrm>
              <a:off x="3699951" y="8059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3A78111-6753-320B-DD73-4E73448515CD}"/>
              </a:ext>
            </a:extLst>
          </p:cNvPr>
          <p:cNvSpPr txBox="1"/>
          <p:nvPr/>
        </p:nvSpPr>
        <p:spPr>
          <a:xfrm>
            <a:off x="2078191" y="37632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E627F0-EA93-3EA4-86B6-F426BABE025C}"/>
              </a:ext>
            </a:extLst>
          </p:cNvPr>
          <p:cNvPicPr preferRelativeResize="0"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803" y="98470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FD7C700-A96F-6A36-8FF0-B16BC68E4635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317" y="88062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4A99F26-0174-22C6-1084-8E2ED632F616}"/>
              </a:ext>
            </a:extLst>
          </p:cNvPr>
          <p:cNvSpPr txBox="1"/>
          <p:nvPr/>
        </p:nvSpPr>
        <p:spPr>
          <a:xfrm>
            <a:off x="8912412" y="776549"/>
            <a:ext cx="765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Registered Password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2630CE-BEAA-1B2F-4DEB-09DF5A3CC66A}"/>
              </a:ext>
            </a:extLst>
          </p:cNvPr>
          <p:cNvSpPr txBox="1"/>
          <p:nvPr/>
        </p:nvSpPr>
        <p:spPr>
          <a:xfrm>
            <a:off x="4270122" y="5277507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A267B0-4E7B-C2E3-4029-C26931765017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1080" y="2435073"/>
            <a:ext cx="731520" cy="731520"/>
          </a:xfrm>
          <a:prstGeom prst="rect">
            <a:avLst/>
          </a:prstGeom>
          <a:effectLst>
            <a:softEdge rad="0"/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62B8B0F-6B40-5863-DB26-8A115B251D2B}"/>
              </a:ext>
            </a:extLst>
          </p:cNvPr>
          <p:cNvPicPr preferRelativeResize="0">
            <a:picLocks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363" y="1731451"/>
            <a:ext cx="731520" cy="731520"/>
          </a:xfrm>
          <a:prstGeom prst="rect">
            <a:avLst/>
          </a:prstGeom>
          <a:ln w="38100">
            <a:noFill/>
          </a:ln>
          <a:effectLst>
            <a:softEdge rad="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48F782D-CA35-C679-2FDE-FA8168E35FBD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689" y="3292067"/>
            <a:ext cx="731520" cy="73152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264254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366CA-20C0-3FA4-1886-7867F6804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4FF6425D-32B9-3DE9-34D6-D01EA8F2ED09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3D6C5F19-B3CD-9463-0F8A-F9393D5A5F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C9FCC82A-3B77-D3A6-4902-D4DE222570B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BB58F64F-6E8D-76A3-79F0-42F60DCDE4C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B53D4065-C950-48ED-D1EA-856D39F4203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1748668A-1866-4094-B460-62CA34CC046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572ABB0-F968-EEED-D237-480836A5385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E77FCC9C-C0F2-13DA-3B0E-3A7A6771EF9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B5E1AF3A-F0B1-B5EA-6AE5-2F2149279BB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E135AB2C-9036-F1CE-5B2A-0FEE32EBBAF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A02C5DC9-4F41-16F6-A9D2-F172455C02F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50CBAFA5-DDAF-E2BD-78F3-B03AEFF8F55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A0BA3D46-CF09-9DA5-65B0-21E9D7D0733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1F04EDB3-5A7D-BB11-A844-18A2B3E371A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35E79509-AC9D-662F-3547-2B81C816AB7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1A042D0F-45AF-C0B8-BDD1-C7570776F8B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99309238-AAAC-494A-60D1-755B7503634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653D0E85-4B3C-C3B9-393E-0F9C49B89D0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9404881-8D52-4EDD-487F-E2743788F97D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AF8637C1-4AB6-4C5A-0CDA-4A3357CA7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A123F2EE-EEDC-E380-D7F1-8D0E9758D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A4776A92-0EF5-A4B3-FFB5-EAE6FCFE4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11C7BD45-FF08-EBAF-0394-3D231B7C75E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6653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2AEEB62-1887-E54B-796D-C50FD045540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7295" y="3285327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6CC4EDAD-0B1C-D688-9448-E8A4806CDA23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E2A8D44-FC0F-6EE6-CE86-169F8344ACAC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When the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1" dirty="0">
                <a:ln w="0"/>
                <a:solidFill>
                  <a:srgbClr val="00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Direction Indicator (*DI)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>
                <a:ln w="0"/>
              </a:rPr>
              <a:t>is at </a:t>
            </a:r>
            <a:r>
              <a:rPr lang="en-US" dirty="0"/>
              <a:t>Southwest (bottom &amp; to left) </a:t>
            </a:r>
            <a:r>
              <a:rPr lang="en-US" dirty="0">
                <a:ln w="0"/>
              </a:rPr>
              <a:t>of 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Registered Password (*RP4). </a:t>
            </a:r>
            <a:r>
              <a:rPr lang="en-US" dirty="0">
                <a:ln w="0"/>
              </a:rPr>
              <a:t>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Password to Click (*PW)</a:t>
            </a:r>
            <a:r>
              <a:rPr lang="en-US" b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n w="0"/>
              </a:rPr>
              <a:t>is at the [</a:t>
            </a:r>
            <a:r>
              <a:rPr lang="en-US" b="1" dirty="0">
                <a:ln w="0"/>
              </a:rPr>
              <a:t>mirrored</a:t>
            </a:r>
            <a:r>
              <a:rPr lang="en-US" dirty="0">
                <a:ln w="0"/>
              </a:rPr>
              <a:t> of </a:t>
            </a:r>
            <a:r>
              <a:rPr lang="en-US" dirty="0"/>
              <a:t>Southwest (bottom &amp; to left)</a:t>
            </a:r>
            <a:r>
              <a:rPr lang="en-US" dirty="0">
                <a:ln w="0"/>
              </a:rPr>
              <a:t>, which is </a:t>
            </a:r>
            <a:r>
              <a:rPr lang="en-US" dirty="0"/>
              <a:t>Northeast (up &amp; to right)</a:t>
            </a:r>
            <a:r>
              <a:rPr lang="en-US" dirty="0">
                <a:ln w="0"/>
              </a:rPr>
              <a:t>] </a:t>
            </a:r>
            <a:r>
              <a:rPr lang="en-US" b="1" dirty="0">
                <a:ln w="0"/>
                <a:solidFill>
                  <a:srgbClr val="FF0000"/>
                </a:solidFill>
              </a:rPr>
              <a:t>of Registered Password (*RP4). </a:t>
            </a:r>
            <a:endParaRPr lang="en-US" dirty="0">
              <a:ln w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00ECE74-7634-AD67-DE66-A18A3579EB87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Demo Example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7E37946-4CFD-E4FD-C66D-E8A02D3F4BF6}"/>
              </a:ext>
            </a:extLst>
          </p:cNvPr>
          <p:cNvGrpSpPr/>
          <p:nvPr/>
        </p:nvGrpSpPr>
        <p:grpSpPr>
          <a:xfrm>
            <a:off x="2451461" y="96802"/>
            <a:ext cx="6410856" cy="1055683"/>
            <a:chOff x="2974707" y="88772"/>
            <a:chExt cx="6410856" cy="105568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E3E5F56-BADB-8032-A39A-705E7999DD01}"/>
                </a:ext>
              </a:extLst>
            </p:cNvPr>
            <p:cNvGrpSpPr/>
            <p:nvPr/>
          </p:nvGrpSpPr>
          <p:grpSpPr>
            <a:xfrm>
              <a:off x="2974707" y="88772"/>
              <a:ext cx="6410856" cy="1033609"/>
              <a:chOff x="2974707" y="88772"/>
              <a:chExt cx="6410856" cy="103360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E6B6CAF-2092-3715-C2C9-B1BFBFF863B8}"/>
                  </a:ext>
                </a:extLst>
              </p:cNvPr>
              <p:cNvGrpSpPr/>
              <p:nvPr/>
            </p:nvGrpSpPr>
            <p:grpSpPr>
              <a:xfrm>
                <a:off x="2974707" y="88772"/>
                <a:ext cx="6410856" cy="1033609"/>
                <a:chOff x="3221639" y="500314"/>
                <a:chExt cx="6410856" cy="1033609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E6CEA4F3-F7E2-4D85-F04D-36FAD1291CA8}"/>
                    </a:ext>
                  </a:extLst>
                </p:cNvPr>
                <p:cNvGrpSpPr/>
                <p:nvPr/>
              </p:nvGrpSpPr>
              <p:grpSpPr>
                <a:xfrm>
                  <a:off x="3221639" y="500314"/>
                  <a:ext cx="6321618" cy="750900"/>
                  <a:chOff x="3182310" y="290974"/>
                  <a:chExt cx="6321618" cy="750900"/>
                </a:xfrm>
              </p:grpSpPr>
              <p:pic>
                <p:nvPicPr>
                  <p:cNvPr id="15" name="Picture 14">
                    <a:extLst>
                      <a:ext uri="{FF2B5EF4-FFF2-40B4-BE49-F238E27FC236}">
                        <a16:creationId xmlns:a16="http://schemas.microsoft.com/office/drawing/2014/main" id="{7152AE3F-F854-77FF-D468-801ADADE69F1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772408" y="29097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19" name="Picture 18">
                    <a:extLst>
                      <a:ext uri="{FF2B5EF4-FFF2-40B4-BE49-F238E27FC236}">
                        <a16:creationId xmlns:a16="http://schemas.microsoft.com/office/drawing/2014/main" id="{295B14E9-1EEA-882A-B676-515FB38DA419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82310" y="31035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E61FE23-7582-49C3-17B2-6EC66B1168A6}"/>
                    </a:ext>
                  </a:extLst>
                </p:cNvPr>
                <p:cNvSpPr txBox="1"/>
                <p:nvPr/>
              </p:nvSpPr>
              <p:spPr>
                <a:xfrm>
                  <a:off x="8866799" y="1195369"/>
                  <a:ext cx="76569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Registered Password</a:t>
                  </a:r>
                </a:p>
              </p:txBody>
            </p:sp>
          </p:grp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38BD175D-F07A-8EDE-86A6-7E70C3F3B06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8399" y="1081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6FAB8B-BD55-F017-C960-429895851A54}"/>
                </a:ext>
              </a:extLst>
            </p:cNvPr>
            <p:cNvSpPr txBox="1"/>
            <p:nvPr/>
          </p:nvSpPr>
          <p:spPr>
            <a:xfrm>
              <a:off x="3002474" y="799525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E71531A-F42F-896A-0BD5-5BC07CE85595}"/>
                </a:ext>
              </a:extLst>
            </p:cNvPr>
            <p:cNvSpPr txBox="1"/>
            <p:nvPr/>
          </p:nvSpPr>
          <p:spPr>
            <a:xfrm>
              <a:off x="3699951" y="8059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4230302-C4E1-582D-6FF6-85D80E955360}"/>
              </a:ext>
            </a:extLst>
          </p:cNvPr>
          <p:cNvSpPr txBox="1"/>
          <p:nvPr/>
        </p:nvSpPr>
        <p:spPr>
          <a:xfrm>
            <a:off x="2078191" y="37632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4AC4DC9-402E-2F32-F68A-3332E2E6DDF8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317" y="88062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47F1500-F9D7-30EC-7E8E-66445DE4DC83}"/>
              </a:ext>
            </a:extLst>
          </p:cNvPr>
          <p:cNvSpPr txBox="1"/>
          <p:nvPr/>
        </p:nvSpPr>
        <p:spPr>
          <a:xfrm>
            <a:off x="8912412" y="776549"/>
            <a:ext cx="765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Registered Password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94452B-1268-93B8-F142-878777046C03}"/>
              </a:ext>
            </a:extLst>
          </p:cNvPr>
          <p:cNvPicPr preferRelativeResize="0"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177" y="85424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4635A1B-B6F2-62D6-3950-7BE3EEC1E463}"/>
              </a:ext>
            </a:extLst>
          </p:cNvPr>
          <p:cNvSpPr txBox="1"/>
          <p:nvPr/>
        </p:nvSpPr>
        <p:spPr>
          <a:xfrm>
            <a:off x="9714533" y="787435"/>
            <a:ext cx="765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Registered Password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0AF493-A078-F252-C5CC-D30B76C1F891}"/>
              </a:ext>
            </a:extLst>
          </p:cNvPr>
          <p:cNvPicPr preferRelativeResize="0">
            <a:picLocks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363" y="1731451"/>
            <a:ext cx="731520" cy="731520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softEdge rad="0"/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6A5D3AC-5D3E-BA0E-033A-5220846CEB0C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689" y="3292067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B5A6207-C5D0-00B8-AA3C-3BCD3B6D679B}"/>
              </a:ext>
            </a:extLst>
          </p:cNvPr>
          <p:cNvSpPr txBox="1"/>
          <p:nvPr/>
        </p:nvSpPr>
        <p:spPr>
          <a:xfrm>
            <a:off x="3471927" y="215936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DCF667-7F05-8350-3739-893DAAECF49E}"/>
              </a:ext>
            </a:extLst>
          </p:cNvPr>
          <p:cNvSpPr/>
          <p:nvPr/>
        </p:nvSpPr>
        <p:spPr>
          <a:xfrm>
            <a:off x="4099887" y="995725"/>
            <a:ext cx="731520" cy="73152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Out of Grid</a:t>
            </a:r>
          </a:p>
        </p:txBody>
      </p:sp>
    </p:spTree>
    <p:extLst>
      <p:ext uri="{BB962C8B-B14F-4D97-AF65-F5344CB8AC3E}">
        <p14:creationId xmlns:p14="http://schemas.microsoft.com/office/powerpoint/2010/main" val="177873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9FA6C-9822-4B0C-A037-26D4864C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91A3424C-03AF-DD45-FFF3-110D95522A3E}"/>
              </a:ext>
            </a:extLst>
          </p:cNvPr>
          <p:cNvGrpSpPr/>
          <p:nvPr/>
        </p:nvGrpSpPr>
        <p:grpSpPr>
          <a:xfrm>
            <a:off x="965426" y="1709246"/>
            <a:ext cx="3859863" cy="3893119"/>
            <a:chOff x="6929426" y="1679085"/>
            <a:chExt cx="3859863" cy="3893119"/>
          </a:xfrm>
        </p:grpSpPr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7F4C507-64C2-229D-F320-F3995CFD45C0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53563" y="2482227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5B3D0791-9369-51C4-4906-463397B722A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B1353F04-37FD-0647-8657-B5042003625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363" y="4042843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7A0758C6-821E-D6CA-102B-F747992107D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529" y="168816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164A7086-166B-889D-A976-BC28D8822B7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1701290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04B870CE-C8C1-B048-E626-6E88254AB31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6357" y="4046439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89B319A2-412F-518E-8531-CF05234CFD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2472285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60C7441-3B1D-C1E4-002C-D90040A8F80E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2045" y="4833601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57BE0277-AFDF-2153-255C-1DDDD33C6E35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4720" y="483714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F49EF6E8-97F6-9431-4ECE-1897AC70DFD6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0779" y="168131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DDC30FCD-376A-9A2A-F572-141B225839F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5426" y="2468203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220CA8CC-8123-674B-A72D-CCA1F5190D3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901" y="1679085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DF88CFCE-643F-B51D-AE97-538892B7E41B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2484368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08969819-A131-492D-F040-4FD4A456B80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7769" y="3267446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24B9421A-0ED0-D087-2ABA-71741D8E964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54369" y="405052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C634FD21-C991-E685-84C8-9AF3E6E4357F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785" y="32635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9489A8F7-5528-D72C-F9C4-EDC93A9B55CC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7473" y="4838914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4A41A32C-BC47-1822-B12F-57F994C8B338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9366" y="4046439"/>
              <a:ext cx="731520" cy="731520"/>
            </a:xfrm>
            <a:prstGeom prst="rect">
              <a:avLst/>
            </a:prstGeom>
            <a:effectLst>
              <a:softEdge rad="0"/>
            </a:effectLst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B7A4B8D6-844F-2055-1031-B5AD05C31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9426" y="4046439"/>
              <a:ext cx="734469" cy="73152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BD47400D-2DEC-A0A7-7407-C882D8D7E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1638" y="4840684"/>
              <a:ext cx="731520" cy="731520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94FDAF38-49EF-18BD-1F16-EA2873F72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2043" y="2475851"/>
              <a:ext cx="731520" cy="731520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BA4019E-434C-EF52-FAC6-AFF388235B2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30164" y="3266530"/>
              <a:ext cx="731520" cy="731520"/>
            </a:xfrm>
            <a:prstGeom prst="rect">
              <a:avLst/>
            </a:prstGeom>
            <a:ln w="38100">
              <a:noFill/>
            </a:ln>
            <a:effectLst>
              <a:softEdge rad="0"/>
            </a:effectLst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DC1BA55C-82F4-60B3-754E-555598F96B64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17295" y="3285327"/>
              <a:ext cx="731520" cy="731520"/>
            </a:xfrm>
            <a:prstGeom prst="rect">
              <a:avLst/>
            </a:prstGeom>
            <a:ln w="38100">
              <a:solidFill>
                <a:srgbClr val="00FF00"/>
              </a:solidFill>
            </a:ln>
            <a:effectLst>
              <a:softEdge rad="0"/>
            </a:effectLst>
          </p:spPr>
        </p:pic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4B1724AC-B673-39A7-264A-8582F7F6ECD3}"/>
              </a:ext>
            </a:extLst>
          </p:cNvPr>
          <p:cNvSpPr txBox="1">
            <a:spLocks/>
          </p:cNvSpPr>
          <p:nvPr/>
        </p:nvSpPr>
        <p:spPr>
          <a:xfrm>
            <a:off x="5255421" y="1366443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6C9150E-590D-FE88-9C1A-3CCB49C3568A}"/>
              </a:ext>
            </a:extLst>
          </p:cNvPr>
          <p:cNvSpPr txBox="1">
            <a:spLocks/>
          </p:cNvSpPr>
          <p:nvPr/>
        </p:nvSpPr>
        <p:spPr>
          <a:xfrm>
            <a:off x="5534060" y="2366627"/>
            <a:ext cx="6562954" cy="33034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ln w="0"/>
              </a:rPr>
              <a:t>So, the</a:t>
            </a:r>
            <a:r>
              <a:rPr lang="en-US" b="1" dirty="0">
                <a:ln w="0"/>
                <a:solidFill>
                  <a:srgbClr val="FF0000"/>
                </a:solidFill>
              </a:rPr>
              <a:t> </a:t>
            </a:r>
            <a:r>
              <a:rPr lang="en-US" b="1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*PW</a:t>
            </a:r>
            <a:r>
              <a:rPr lang="en-US" b="1" dirty="0">
                <a:ln w="0"/>
              </a:rPr>
              <a:t> </a:t>
            </a:r>
            <a:r>
              <a:rPr lang="en-US" dirty="0">
                <a:ln w="0"/>
              </a:rPr>
              <a:t>is </a:t>
            </a:r>
            <a:endParaRPr lang="en-US" b="1" dirty="0">
              <a:ln w="0"/>
              <a:solidFill>
                <a:srgbClr val="FF0000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43FC2036-3883-E62D-2A07-F77468B534E5}"/>
              </a:ext>
            </a:extLst>
          </p:cNvPr>
          <p:cNvSpPr txBox="1">
            <a:spLocks/>
          </p:cNvSpPr>
          <p:nvPr/>
        </p:nvSpPr>
        <p:spPr>
          <a:xfrm>
            <a:off x="-1" y="65893"/>
            <a:ext cx="2979175" cy="598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Tutorial 4: Demo Example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32EDDE-A66F-F80A-5CF3-D5043D89E805}"/>
              </a:ext>
            </a:extLst>
          </p:cNvPr>
          <p:cNvSpPr txBox="1"/>
          <p:nvPr/>
        </p:nvSpPr>
        <p:spPr>
          <a:xfrm>
            <a:off x="2078191" y="37632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00"/>
                </a:highlight>
              </a:rPr>
              <a:t>*DI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E86819A-C2FF-3208-B6B2-9EE05EABA334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2317" y="88062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2E8F626-119D-18D2-A379-9EB68206EAF4}"/>
              </a:ext>
            </a:extLst>
          </p:cNvPr>
          <p:cNvSpPr txBox="1"/>
          <p:nvPr/>
        </p:nvSpPr>
        <p:spPr>
          <a:xfrm>
            <a:off x="8912412" y="776549"/>
            <a:ext cx="765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Registered Password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C5A33C-BD76-E53A-4B03-C84B4BF1B212}"/>
              </a:ext>
            </a:extLst>
          </p:cNvPr>
          <p:cNvPicPr preferRelativeResize="0"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177" y="85424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9A86DF-14CD-E6CD-C60D-53877BBC49D8}"/>
              </a:ext>
            </a:extLst>
          </p:cNvPr>
          <p:cNvSpPr txBox="1"/>
          <p:nvPr/>
        </p:nvSpPr>
        <p:spPr>
          <a:xfrm>
            <a:off x="9714533" y="787435"/>
            <a:ext cx="765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Registered Password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120041-C12A-7620-C6EF-DEB0DE92555C}"/>
              </a:ext>
            </a:extLst>
          </p:cNvPr>
          <p:cNvPicPr preferRelativeResize="0">
            <a:picLocks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363" y="1731451"/>
            <a:ext cx="731520" cy="731520"/>
          </a:xfrm>
          <a:prstGeom prst="rect">
            <a:avLst/>
          </a:prstGeom>
          <a:ln w="38100">
            <a:solidFill>
              <a:srgbClr val="FF0000"/>
            </a:solidFill>
          </a:ln>
          <a:effectLst>
            <a:softEdge rad="0"/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62EF627-7FF3-851B-E9EA-C8DF28C36C94}"/>
              </a:ext>
            </a:extLst>
          </p:cNvPr>
          <p:cNvPicPr preferRelativeResize="0">
            <a:picLocks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6689" y="3292067"/>
            <a:ext cx="731520" cy="731520"/>
          </a:xfrm>
          <a:prstGeom prst="rect">
            <a:avLst/>
          </a:prstGeom>
          <a:effectLst>
            <a:softEdge rad="0"/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D6A7A1A-2B83-798A-357B-9BF49FFB8709}"/>
              </a:ext>
            </a:extLst>
          </p:cNvPr>
          <p:cNvSpPr txBox="1"/>
          <p:nvPr/>
        </p:nvSpPr>
        <p:spPr>
          <a:xfrm>
            <a:off x="3471927" y="2159366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</a:rPr>
              <a:t>*RP4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100C66-7972-A697-03AB-3ED2596ADA26}"/>
              </a:ext>
            </a:extLst>
          </p:cNvPr>
          <p:cNvSpPr txBox="1"/>
          <p:nvPr/>
        </p:nvSpPr>
        <p:spPr>
          <a:xfrm>
            <a:off x="4318204" y="5266662"/>
            <a:ext cx="62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*PW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21F1D6-63D6-BE5F-235E-52DFC5F0109D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411" y="2363749"/>
            <a:ext cx="731520" cy="731520"/>
          </a:xfrm>
          <a:prstGeom prst="rect">
            <a:avLst/>
          </a:prstGeom>
          <a:effectLst>
            <a:softEdge rad="0"/>
          </a:effec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41C1D00E-5C54-00F2-29BC-51D0B7B1679D}"/>
              </a:ext>
            </a:extLst>
          </p:cNvPr>
          <p:cNvGrpSpPr/>
          <p:nvPr/>
        </p:nvGrpSpPr>
        <p:grpSpPr>
          <a:xfrm>
            <a:off x="2451461" y="96802"/>
            <a:ext cx="6410856" cy="1055683"/>
            <a:chOff x="2974707" y="88772"/>
            <a:chExt cx="6410856" cy="105568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2852022-07C6-810C-C572-18616E96085D}"/>
                </a:ext>
              </a:extLst>
            </p:cNvPr>
            <p:cNvGrpSpPr/>
            <p:nvPr/>
          </p:nvGrpSpPr>
          <p:grpSpPr>
            <a:xfrm>
              <a:off x="2974707" y="88772"/>
              <a:ext cx="6410856" cy="1033609"/>
              <a:chOff x="2974707" y="88772"/>
              <a:chExt cx="6410856" cy="1033609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FF0DFFD8-BAB0-2E33-12AF-EF9D9EBF7FB1}"/>
                  </a:ext>
                </a:extLst>
              </p:cNvPr>
              <p:cNvGrpSpPr/>
              <p:nvPr/>
            </p:nvGrpSpPr>
            <p:grpSpPr>
              <a:xfrm>
                <a:off x="2974707" y="88772"/>
                <a:ext cx="6410856" cy="1033609"/>
                <a:chOff x="3221639" y="500314"/>
                <a:chExt cx="6410856" cy="1033609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6AF26ED4-BA2D-B4C4-30FC-75C23AA0883A}"/>
                    </a:ext>
                  </a:extLst>
                </p:cNvPr>
                <p:cNvGrpSpPr/>
                <p:nvPr/>
              </p:nvGrpSpPr>
              <p:grpSpPr>
                <a:xfrm>
                  <a:off x="3221639" y="500314"/>
                  <a:ext cx="6321618" cy="750900"/>
                  <a:chOff x="3182310" y="290974"/>
                  <a:chExt cx="6321618" cy="750900"/>
                </a:xfrm>
              </p:grpSpPr>
              <p:pic>
                <p:nvPicPr>
                  <p:cNvPr id="33" name="Picture 32">
                    <a:extLst>
                      <a:ext uri="{FF2B5EF4-FFF2-40B4-BE49-F238E27FC236}">
                        <a16:creationId xmlns:a16="http://schemas.microsoft.com/office/drawing/2014/main" id="{6FEE5E1A-567F-0C59-6D2C-4EBB152DBB85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772408" y="29097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  <p:pic>
                <p:nvPicPr>
                  <p:cNvPr id="34" name="Picture 33">
                    <a:extLst>
                      <a:ext uri="{FF2B5EF4-FFF2-40B4-BE49-F238E27FC236}">
                        <a16:creationId xmlns:a16="http://schemas.microsoft.com/office/drawing/2014/main" id="{F5167BC3-A7EB-125C-26EB-5BD26575A723}"/>
                      </a:ext>
                    </a:extLst>
                  </p:cNvPr>
                  <p:cNvPicPr preferRelativeResize="0">
                    <a:picLocks/>
                  </p:cNvPicPr>
                  <p:nvPr/>
                </p:nvPicPr>
                <p:blipFill>
                  <a:blip r:embed="rId2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182310" y="310354"/>
                    <a:ext cx="731520" cy="731520"/>
                  </a:xfrm>
                  <a:prstGeom prst="rect">
                    <a:avLst/>
                  </a:prstGeom>
                  <a:effectLst>
                    <a:softEdge rad="0"/>
                  </a:effectLst>
                </p:spPr>
              </p:pic>
            </p:grp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2EB1C79-E3FC-31D9-C83F-71B86F917165}"/>
                    </a:ext>
                  </a:extLst>
                </p:cNvPr>
                <p:cNvSpPr txBox="1"/>
                <p:nvPr/>
              </p:nvSpPr>
              <p:spPr>
                <a:xfrm>
                  <a:off x="8866799" y="1195369"/>
                  <a:ext cx="76569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" dirty="0"/>
                    <a:t>Registered Password</a:t>
                  </a:r>
                </a:p>
              </p:txBody>
            </p:sp>
          </p:grp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544C13DA-FA56-E50B-FF61-57ABA62E377A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8399" y="108152"/>
                <a:ext cx="731520" cy="731520"/>
              </a:xfrm>
              <a:prstGeom prst="rect">
                <a:avLst/>
              </a:prstGeom>
              <a:ln w="38100">
                <a:solidFill>
                  <a:srgbClr val="00FF00"/>
                </a:solidFill>
              </a:ln>
              <a:effectLst>
                <a:softEdge rad="0"/>
              </a:effec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A0DAC85-381F-8A81-8488-7ED65A766BE6}"/>
                </a:ext>
              </a:extLst>
            </p:cNvPr>
            <p:cNvSpPr txBox="1"/>
            <p:nvPr/>
          </p:nvSpPr>
          <p:spPr>
            <a:xfrm>
              <a:off x="3002474" y="799525"/>
              <a:ext cx="765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Password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B41BA5-8A20-A29D-6B16-922AC23DDCCD}"/>
                </a:ext>
              </a:extLst>
            </p:cNvPr>
            <p:cNvSpPr txBox="1"/>
            <p:nvPr/>
          </p:nvSpPr>
          <p:spPr>
            <a:xfrm>
              <a:off x="3699951" y="805901"/>
              <a:ext cx="1037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Registered Direction Indicator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0901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1815</TotalTime>
  <Words>3914</Words>
  <Application>Microsoft Office PowerPoint</Application>
  <PresentationFormat>Widescreen</PresentationFormat>
  <Paragraphs>707</Paragraphs>
  <Slides>76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 JIA SENG</dc:creator>
  <cp:lastModifiedBy>TONG JIA SENG</cp:lastModifiedBy>
  <cp:revision>73</cp:revision>
  <dcterms:created xsi:type="dcterms:W3CDTF">2026-02-03T01:35:10Z</dcterms:created>
  <dcterms:modified xsi:type="dcterms:W3CDTF">2026-03-30T03:27:55Z</dcterms:modified>
</cp:coreProperties>
</file>