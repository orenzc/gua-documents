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96" r:id="rId2"/>
    <p:sldId id="298" r:id="rId3"/>
    <p:sldId id="343" r:id="rId4"/>
    <p:sldId id="345" r:id="rId5"/>
    <p:sldId id="346" r:id="rId6"/>
    <p:sldId id="342" r:id="rId7"/>
    <p:sldId id="327" r:id="rId8"/>
    <p:sldId id="301" r:id="rId9"/>
    <p:sldId id="303" r:id="rId10"/>
    <p:sldId id="304" r:id="rId11"/>
    <p:sldId id="326" r:id="rId12"/>
    <p:sldId id="308" r:id="rId13"/>
    <p:sldId id="328" r:id="rId14"/>
    <p:sldId id="311" r:id="rId15"/>
    <p:sldId id="329" r:id="rId16"/>
    <p:sldId id="314" r:id="rId17"/>
    <p:sldId id="313" r:id="rId18"/>
    <p:sldId id="315" r:id="rId19"/>
    <p:sldId id="330" r:id="rId20"/>
    <p:sldId id="318" r:id="rId21"/>
    <p:sldId id="331" r:id="rId22"/>
    <p:sldId id="321" r:id="rId23"/>
    <p:sldId id="332" r:id="rId24"/>
    <p:sldId id="323" r:id="rId25"/>
    <p:sldId id="333" r:id="rId26"/>
    <p:sldId id="32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CC364-5510-4373-859B-34602B90A3E2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B7D4-72D1-40EE-A487-C8B3D6084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1B7D4-72D1-40EE-A487-C8B3D6084C2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1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5607-CA42-9B28-36FF-4701DA708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8DCC3-761E-0C24-9D83-32490790E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B83C-4988-0005-295F-645ACE45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626B5-EA18-0F5C-2CBA-ADD6F5D6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6705-43E4-8CA4-8256-CD8898C5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5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DCCC-5EB7-22CA-7C00-77B8F8B7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E1EC-24BA-EFD1-5562-CAA97DEE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23B0-7266-D111-55D2-A61A425C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40A9-28B4-6DD7-A7FB-4C141FB6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D9621-C522-692C-F7DF-63B83BB2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0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BB72-6B05-0614-7C89-85D123A8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A8F0-3E4C-D529-8A39-309C31746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7244-4114-073D-1387-FF2BD199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79BBA-8DCE-A072-9EC4-B5542512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EDCD2-4284-A60D-1DB9-D8E5A07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EEF3-C454-CCF0-DB07-1564E55D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EAB9-B841-E83B-69F1-DDE35D735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111E9-41F3-CAD4-852F-D0D884321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2F0B3-2FA5-3577-F902-E0CD82C6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5F7EA-3ACB-1058-6F43-ED1311B9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3C26-777E-EFE7-AB14-7404D4BC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6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0D85-20BC-7BAE-6030-CABAD4A3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3B59-7D7A-0300-4994-6CA9B097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0342B-E6A5-3262-DECC-40562C9B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BE5A3-F851-DFDA-100E-74385D9E0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1561D-93D8-7D65-8F0C-65A3EAC6C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D3E73-1E8A-6704-2C6C-6DAA8F8E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6B75A-E510-948B-F229-13B761F4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250C5-2A6E-BF5C-BCB5-7723B5D7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0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DC3C-6402-C5F6-2C9C-19BECDCC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3A9D6-F77C-F80B-1C4F-C652FC6D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F4608-A5C7-2B38-D7B3-48687541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249CD-50BE-17BE-406C-2E5368CE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3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70214-D9DD-60C4-BD41-94A26EDC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7C030-5D63-EA0E-2012-A0B7CA12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5027A-25CD-EEFD-9C93-4D314733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4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51E-1B03-11BD-E17F-223690CB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14EB-6275-A8DF-2868-055A80E2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8926-2585-E67B-B72E-C05920547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AA7EE-033F-A7D1-6C95-28EF0852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9B371-097E-A948-D9FE-D1F334A4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C15C-4FD4-CCDB-CFD4-BEAA4B29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4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781C-279D-A918-5FAD-6A18E4C8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87DDA-8BF8-17C1-EE84-DC7C6CEBE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11BBA-5E93-30AB-2E82-6C85DEAA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96547-A323-81E2-A78B-D04C74D4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042F6-5B9C-4C25-5F42-58A23A7E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08827-E174-3790-0CBC-86E9EC4D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7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4456-B52C-4529-C6D4-C716A284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AAC5A-66A3-922E-60DD-3670F37C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419E-1DCC-7783-53DC-341EA43A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8A681-9ACC-B869-1417-286016DF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D151-CF43-09EF-CA88-BA873C50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31909-9DDC-3D28-C995-5D6ABF33B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34DD8-D9D3-9473-E52A-BCDBA9DCE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00D5-DA28-EF7D-2615-6A949576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E0BE-C0A9-724A-FA7D-0577F1DE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DF59-79E4-64B6-05C8-D3588D6E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4C635-A040-806E-66F7-3C957F8E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DBAB6-F8B8-AC67-4C7F-54E395FF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317F3-B141-2268-99BE-730FDE2ED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4D1BC-B693-119E-9D67-823628031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06E1A-AF5B-3066-4AF5-DEC394C47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2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pn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26" Type="http://schemas.openxmlformats.org/officeDocument/2006/relationships/image" Target="../media/image26.jpg"/><Relationship Id="rId3" Type="http://schemas.openxmlformats.org/officeDocument/2006/relationships/image" Target="../media/image3.jpg"/><Relationship Id="rId21" Type="http://schemas.openxmlformats.org/officeDocument/2006/relationships/image" Target="../media/image21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5" Type="http://schemas.openxmlformats.org/officeDocument/2006/relationships/image" Target="../media/image25.jpg"/><Relationship Id="rId2" Type="http://schemas.openxmlformats.org/officeDocument/2006/relationships/image" Target="../media/image28.png"/><Relationship Id="rId16" Type="http://schemas.openxmlformats.org/officeDocument/2006/relationships/image" Target="../media/image16.jpg"/><Relationship Id="rId20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24" Type="http://schemas.openxmlformats.org/officeDocument/2006/relationships/image" Target="../media/image24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23" Type="http://schemas.openxmlformats.org/officeDocument/2006/relationships/image" Target="../media/image23.jpg"/><Relationship Id="rId10" Type="http://schemas.openxmlformats.org/officeDocument/2006/relationships/image" Target="../media/image10.jpg"/><Relationship Id="rId19" Type="http://schemas.openxmlformats.org/officeDocument/2006/relationships/image" Target="../media/image19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Relationship Id="rId22" Type="http://schemas.openxmlformats.org/officeDocument/2006/relationships/image" Target="../media/image22.jpg"/><Relationship Id="rId27" Type="http://schemas.openxmlformats.org/officeDocument/2006/relationships/image" Target="../media/image2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26" Type="http://schemas.openxmlformats.org/officeDocument/2006/relationships/image" Target="../media/image26.jpg"/><Relationship Id="rId3" Type="http://schemas.openxmlformats.org/officeDocument/2006/relationships/image" Target="../media/image3.jpg"/><Relationship Id="rId21" Type="http://schemas.openxmlformats.org/officeDocument/2006/relationships/image" Target="../media/image21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5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g"/><Relationship Id="rId20" Type="http://schemas.openxmlformats.org/officeDocument/2006/relationships/image" Target="../media/image20.jp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24" Type="http://schemas.openxmlformats.org/officeDocument/2006/relationships/image" Target="../media/image24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23" Type="http://schemas.openxmlformats.org/officeDocument/2006/relationships/image" Target="../media/image23.jpg"/><Relationship Id="rId28" Type="http://schemas.openxmlformats.org/officeDocument/2006/relationships/image" Target="../media/image29.png"/><Relationship Id="rId10" Type="http://schemas.openxmlformats.org/officeDocument/2006/relationships/image" Target="../media/image10.jpg"/><Relationship Id="rId19" Type="http://schemas.openxmlformats.org/officeDocument/2006/relationships/image" Target="../media/image19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Relationship Id="rId22" Type="http://schemas.openxmlformats.org/officeDocument/2006/relationships/image" Target="../media/image22.jpg"/><Relationship Id="rId27" Type="http://schemas.openxmlformats.org/officeDocument/2006/relationships/image" Target="../media/image27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5718-5660-F4AA-2F36-7A83CE55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0356EFE-BE25-684B-EA29-6CF41F312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2487561"/>
            <a:ext cx="3517191" cy="3340499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AE804847-54A3-ABEA-62AA-6433D7E87123}"/>
              </a:ext>
            </a:extLst>
          </p:cNvPr>
          <p:cNvSpPr txBox="1">
            <a:spLocks/>
          </p:cNvSpPr>
          <p:nvPr/>
        </p:nvSpPr>
        <p:spPr>
          <a:xfrm>
            <a:off x="6009449" y="3526685"/>
            <a:ext cx="5277983" cy="1445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need to use the </a:t>
            </a:r>
            <a:r>
              <a:rPr lang="en-US" sz="3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</a:t>
            </a:r>
            <a:r>
              <a:rPr lang="en-US" sz="3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Registered Direction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find the actual password to login</a:t>
            </a:r>
            <a:b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46DB588-E0DC-9647-64FE-AC8B9A49DD70}"/>
              </a:ext>
            </a:extLst>
          </p:cNvPr>
          <p:cNvSpPr txBox="1">
            <a:spLocks/>
          </p:cNvSpPr>
          <p:nvPr/>
        </p:nvSpPr>
        <p:spPr>
          <a:xfrm>
            <a:off x="6963178" y="1605047"/>
            <a:ext cx="4228946" cy="637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CCF9567-9A6B-5324-E87F-E1CEC352C9FA}"/>
              </a:ext>
            </a:extLst>
          </p:cNvPr>
          <p:cNvSpPr txBox="1">
            <a:spLocks/>
          </p:cNvSpPr>
          <p:nvPr/>
        </p:nvSpPr>
        <p:spPr>
          <a:xfrm>
            <a:off x="6963178" y="2247091"/>
            <a:ext cx="4228946" cy="637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94B81F-85D6-19A2-4701-D213497C2F28}"/>
              </a:ext>
            </a:extLst>
          </p:cNvPr>
          <p:cNvCxnSpPr>
            <a:cxnSpLocks/>
          </p:cNvCxnSpPr>
          <p:nvPr/>
        </p:nvCxnSpPr>
        <p:spPr>
          <a:xfrm flipV="1">
            <a:off x="4883655" y="1817738"/>
            <a:ext cx="1993490" cy="101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AEAEB8-582C-CF64-3021-948542218948}"/>
              </a:ext>
            </a:extLst>
          </p:cNvPr>
          <p:cNvCxnSpPr>
            <a:cxnSpLocks/>
          </p:cNvCxnSpPr>
          <p:nvPr/>
        </p:nvCxnSpPr>
        <p:spPr>
          <a:xfrm>
            <a:off x="4883655" y="2320413"/>
            <a:ext cx="2079523" cy="81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A1A0F-0E39-9FFE-5882-425D0C6F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84" y="2639961"/>
            <a:ext cx="3517191" cy="334049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EB5FD93-AC42-F3E1-94C6-9457947CAC57}"/>
              </a:ext>
            </a:extLst>
          </p:cNvPr>
          <p:cNvGrpSpPr/>
          <p:nvPr/>
        </p:nvGrpSpPr>
        <p:grpSpPr>
          <a:xfrm>
            <a:off x="1093995" y="468546"/>
            <a:ext cx="4234195" cy="6314313"/>
            <a:chOff x="1093995" y="468546"/>
            <a:chExt cx="4234195" cy="63143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F0A7E8E-54FB-585D-3860-79E89A217E31}"/>
                </a:ext>
              </a:extLst>
            </p:cNvPr>
            <p:cNvGrpSpPr/>
            <p:nvPr/>
          </p:nvGrpSpPr>
          <p:grpSpPr>
            <a:xfrm>
              <a:off x="1093995" y="468546"/>
              <a:ext cx="4234195" cy="6314313"/>
              <a:chOff x="1093995" y="468546"/>
              <a:chExt cx="4234195" cy="631431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1B54561D-EBAE-F430-A6A2-B6E6A4AC8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3995" y="468546"/>
                <a:ext cx="4234195" cy="6314313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3D33BB42-5C36-C40F-3B43-2DFB48AD6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73246" y="2401984"/>
                <a:ext cx="3875692" cy="3666591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13ACA33-64A0-4ABC-6533-AA5990962145}"/>
                </a:ext>
              </a:extLst>
            </p:cNvPr>
            <p:cNvGrpSpPr/>
            <p:nvPr/>
          </p:nvGrpSpPr>
          <p:grpSpPr>
            <a:xfrm>
              <a:off x="1666847" y="2569052"/>
              <a:ext cx="3154254" cy="3028519"/>
              <a:chOff x="6929426" y="1679085"/>
              <a:chExt cx="3859863" cy="3893119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61CFA75-772B-3B7F-571E-166754CD458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E168C3B-7F75-4CD1-399C-85C7A264CC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5BC5581-FC5D-46FC-DEF1-D38ABB9DB16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404284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E474462-3A9C-B020-4A3A-F509305055D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488F889-FA74-46A9-07B4-0B97D7AC3B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698BF0D-173E-04D9-2408-D0B99926CB3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638" y="326660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30CBC6B2-04D8-CCAF-F2BB-3990D5E105F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326189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A99DD7E-178A-9C92-D58C-1778CDF25B4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17CF987-7A70-90FB-3010-7971C2BEA2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0073" y="325666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E225F455-2DB5-E622-F941-757EEA8CE33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0DD0879-90AD-E843-FA2F-9789E129383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38C0D9ED-91F3-D2DF-7374-870A33DC292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045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D46D7AB1-43D5-BEEB-30C1-A70F2310487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0F862A2-EFF7-7E84-494C-75EF4B1B64A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87DA311-DBB8-AA19-97BA-FF422FA6FCD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52E0830-1876-397D-F3D5-17422E64FB7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04C4DA79-CE03-5547-16B1-160B91BD82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8D41EF31-4719-2023-0B4D-26DFBDD27F0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398D911-8F04-981E-6908-1FD21E4BD77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39A7B185-31CD-3CD1-C8C3-AC6303EAFBC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13132C2-AC28-D8B4-B4F3-D42A6255225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0581F22F-E49F-FFD9-9917-71AFEFC550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DC74DAA7-FC61-18E7-0C5A-A53033F195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AAB79550-952A-69E7-3701-4E0AE6B39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BC8FD947-D291-E35D-7118-714F6CEF8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157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6234-5CFF-4F12-8697-BB42787B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0605C289-B0F9-9A91-A371-7F2B93FD8A29}"/>
              </a:ext>
            </a:extLst>
          </p:cNvPr>
          <p:cNvSpPr txBox="1">
            <a:spLocks/>
          </p:cNvSpPr>
          <p:nvPr/>
        </p:nvSpPr>
        <p:spPr>
          <a:xfrm>
            <a:off x="5184490" y="1418304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will use :</a:t>
            </a:r>
            <a:endParaRPr lang="en-US" sz="21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Actual Password to Click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*RP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</a:t>
            </a:r>
          </a:p>
          <a:p>
            <a:pPr algn="l"/>
            <a:endParaRPr lang="en-US" sz="21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2 using: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 Directions Rules – North, South, East, West, Northeast, Northwest, Southeast, Southwest (Tutorial 1 + 4 ordinal direction)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 have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 Case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 have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Special Case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(when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OUT of the grid)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BAB3C-F085-6223-AA52-C8ECF1C37D50}"/>
              </a:ext>
            </a:extLst>
          </p:cNvPr>
          <p:cNvSpPr txBox="1">
            <a:spLocks/>
          </p:cNvSpPr>
          <p:nvPr/>
        </p:nvSpPr>
        <p:spPr>
          <a:xfrm>
            <a:off x="-202920" y="65893"/>
            <a:ext cx="205106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8BAC66-9E88-1973-E68C-7016CBD5F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397" y="5496883"/>
            <a:ext cx="1234603" cy="136111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F635FB4-ADEF-FE6B-B431-916E34C803B3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1680111-14D8-0F76-EA09-32653A443C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13E1FCB-5F94-2D2D-B6A5-866354C028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B0AE686-64E2-8DDA-862D-CCC757E36D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2DB2396-5AB9-E11B-0FCC-3F2FABDFAB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65D69E9-ECEC-C62D-8DF2-C416CE09D9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4494470-77E8-D074-00EE-F0D61B9186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9F2F331-2A28-1B48-12ED-4557EFF744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6DFC12A-30A5-0D60-6D4F-67C9986FA7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9322D4A-0658-CF7C-D6C8-C4FD0A8EC3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FA4A32F-D2A5-AC27-2397-94D3B8B546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6E2A1A0-F9C4-775C-D5EA-E6BBB885F8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E448C1F-1E69-839E-D1AF-45936F12AE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80BE6FD-B847-387D-6A3F-74FB9EBC74A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78DCACA2-B32C-1A41-2297-B6B1BA2A41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7BD3041-E27F-09D0-DF67-D4983C3656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BD82466-645D-06B1-7CF9-BBFD700CD5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B6210D6-64CD-D9F6-8039-E9C6EB1C37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078754D-9643-44A6-1DB4-8A6BD9646A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6E91E8B-26F8-3C7C-BD44-EDB735E8C6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8B6C516-3F5B-6CED-A82C-3E80E5EB94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D188BC6-0C37-CE68-5516-D0E6C4F0B8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AE094C4-C2EA-7293-0599-A20608ECCD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1194A2C-CDC9-38FE-C403-FE3666467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77B3A44A-4356-F6C6-E4DD-A9FA67208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AC76108-B6BE-C4FE-FD92-D2B74CE3F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3486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A2D0-CEC0-0E2D-F07F-1BD1C082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EBA253D-D83F-AFBC-0B2C-B05551E45E0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010A416-14B2-378E-6AB2-8C1802BD891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 Example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BAFB47-31C8-AD73-469F-88FD787287C1}"/>
              </a:ext>
            </a:extLst>
          </p:cNvPr>
          <p:cNvGrpSpPr/>
          <p:nvPr/>
        </p:nvGrpSpPr>
        <p:grpSpPr>
          <a:xfrm>
            <a:off x="1505391" y="1580035"/>
            <a:ext cx="9181218" cy="3148412"/>
            <a:chOff x="2430679" y="2027331"/>
            <a:chExt cx="7330643" cy="23477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D58F53D-C0B8-B3FE-5D35-DBB0F927417B}"/>
                </a:ext>
              </a:extLst>
            </p:cNvPr>
            <p:cNvGrpSpPr/>
            <p:nvPr/>
          </p:nvGrpSpPr>
          <p:grpSpPr>
            <a:xfrm>
              <a:off x="2430679" y="2473544"/>
              <a:ext cx="1758109" cy="1889360"/>
              <a:chOff x="965426" y="1709246"/>
              <a:chExt cx="3859863" cy="3893119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1DBA86A7-9555-C9E0-22B7-A8A59174D4D4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59863" cy="3893119"/>
                <a:chOff x="6929426" y="1679085"/>
                <a:chExt cx="3859863" cy="3893119"/>
              </a:xfrm>
            </p:grpSpPr>
            <p:pic>
              <p:nvPicPr>
                <p:cNvPr id="72" name="Picture 71">
                  <a:extLst>
                    <a:ext uri="{FF2B5EF4-FFF2-40B4-BE49-F238E27FC236}">
                      <a16:creationId xmlns:a16="http://schemas.microsoft.com/office/drawing/2014/main" id="{A96AF3DD-2346-5B8E-987A-6D9EB80EF68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101B980F-4C5C-75BF-6817-2FB2C673047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BE113A28-ED7B-3DB8-7EAE-BE03227927E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ECEC4FAF-0DF4-FE15-DFB2-19E718ACAE6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41B15315-ECE0-E644-FA84-98124E5B7F9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FA922E3A-A7B9-AAF2-1D1C-14480B7F861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638" y="326660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6DD0ED2D-F0C7-9F9E-81ED-439BB42231B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6189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DF97215F-1C93-D030-8760-C4B87F60EAF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6357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EAD87078-B35A-7548-4259-FA4E04A8082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0073" y="3256669"/>
                  <a:ext cx="731520" cy="731520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81" name="Picture 80">
                  <a:extLst>
                    <a:ext uri="{FF2B5EF4-FFF2-40B4-BE49-F238E27FC236}">
                      <a16:creationId xmlns:a16="http://schemas.microsoft.com/office/drawing/2014/main" id="{9EE184B2-8FD9-B2E2-3ADC-2FADBD82B97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76F739E1-FF86-937F-5F4E-2178E6A619A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F9C82EEA-8D9D-3AD5-E14A-40A820FF30D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D3F98A5E-2F9A-3F25-7053-EACD6575AA1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4720" y="483714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2012C270-1520-C320-4109-EC925551C52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0779" y="168131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6" name="Picture 85">
                  <a:extLst>
                    <a:ext uri="{FF2B5EF4-FFF2-40B4-BE49-F238E27FC236}">
                      <a16:creationId xmlns:a16="http://schemas.microsoft.com/office/drawing/2014/main" id="{80431E80-373A-8822-6A1D-4C9F9F1501F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2468203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D831BDB7-C10E-6B16-B188-28190FD985E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8" name="Picture 87">
                  <a:extLst>
                    <a:ext uri="{FF2B5EF4-FFF2-40B4-BE49-F238E27FC236}">
                      <a16:creationId xmlns:a16="http://schemas.microsoft.com/office/drawing/2014/main" id="{08D0B8E6-C212-6C47-80B2-67FDCD4FBCC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84368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89" name="Picture 88">
                  <a:extLst>
                    <a:ext uri="{FF2B5EF4-FFF2-40B4-BE49-F238E27FC236}">
                      <a16:creationId xmlns:a16="http://schemas.microsoft.com/office/drawing/2014/main" id="{BA0636F1-7A8E-ACB3-9C6D-D822B83DA91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3267446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65820FAB-79F7-102F-29EB-DDCEE5E28CB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16F74513-9F0B-8B9F-7911-1B8E760EF54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F0633833-F4CF-402D-A79D-92C0B9DD009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16F19CF2-AE1E-9C61-1AE1-89C984FB45A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94" name="Picture 93">
                  <a:extLst>
                    <a:ext uri="{FF2B5EF4-FFF2-40B4-BE49-F238E27FC236}">
                      <a16:creationId xmlns:a16="http://schemas.microsoft.com/office/drawing/2014/main" id="{632640A3-C61B-55E9-1CA1-E5DAF246D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</p:spPr>
            </p:pic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4D81E650-0544-AB5A-F8C1-BED3B3804D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1638" y="484068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4BF78DF5-9AC6-1BE7-4218-38D80345F5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394B8A-AAD0-3026-A508-C97E1AD3354B}"/>
                  </a:ext>
                </a:extLst>
              </p:cNvPr>
              <p:cNvSpPr txBox="1"/>
              <p:nvPr/>
            </p:nvSpPr>
            <p:spPr>
              <a:xfrm>
                <a:off x="2055459" y="3771114"/>
                <a:ext cx="634186" cy="34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2" name="Graphic 1" descr="Arrow Up with solid fill">
                <a:extLst>
                  <a:ext uri="{FF2B5EF4-FFF2-40B4-BE49-F238E27FC236}">
                    <a16:creationId xmlns:a16="http://schemas.microsoft.com/office/drawing/2014/main" id="{BFC4E813-E1CC-99F2-664E-2AEA57A50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2881652">
                <a:off x="2198754" y="3010857"/>
                <a:ext cx="514925" cy="584562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22C3E6D-DC31-69C2-A078-8843A3416440}"/>
                </a:ext>
              </a:extLst>
            </p:cNvPr>
            <p:cNvGrpSpPr/>
            <p:nvPr/>
          </p:nvGrpSpPr>
          <p:grpSpPr>
            <a:xfrm>
              <a:off x="4276419" y="2470106"/>
              <a:ext cx="1758109" cy="1889360"/>
              <a:chOff x="965426" y="1709246"/>
              <a:chExt cx="3859863" cy="389311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6CED39D-E4D3-8532-68CB-3DBB98B371C5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59863" cy="3893119"/>
                <a:chOff x="6929426" y="1679085"/>
                <a:chExt cx="3859863" cy="3893119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BBD27DFB-DDF5-EC5C-14A7-08B3B3D8C1B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2CF1693B-8BC0-63B9-5E94-A4192D83769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3EA45AF4-2FBD-6059-2690-22AF86CC40F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0CD2A91D-E037-359E-D42C-C8BB6F987F5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98B0BC9C-E6EA-9319-4502-82DA20B05BE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C5344E48-4A84-A82F-D7AF-FC017CC4655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638" y="326660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22A8C847-62DC-09B3-38D0-C06D2018EEB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6189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5EC09316-59E1-D3B9-F8F2-F6F3BF5FCE7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6357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4CC3B15D-8718-A2FC-646E-37EECB86BB3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0073" y="3256669"/>
                  <a:ext cx="731520" cy="731520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B76B5469-3375-21A7-B544-7E26477898A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5BF283D6-7EFD-9F63-15C3-2621E09D59E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8B17A9F0-2AEA-CAD2-CEA9-ECEEFDAC978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7C0EEE0F-5FED-9EC3-4B06-491BD8A5E97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4720" y="483714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D58806CC-84D5-6496-C809-4330F41492B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0779" y="168131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65057B6D-6FAD-F2EB-93C5-82B9645DC61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5" y="2468203"/>
                  <a:ext cx="731519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B6B0B650-A044-38B5-504C-7E713AA41E8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93606809-04C2-B5BA-7744-88659A8FA80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84368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B01DBE37-CF9B-8670-E3D8-93B6EBB070C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3267446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A9794C39-AD8E-665D-F70B-5FC8CB5B33F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28A68D0F-8FA5-47AA-29D7-338F03D03F3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66205334-6996-FA54-24A1-3B47FB92B6F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7425B6A5-E243-C86D-1E64-E4375C9196C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40"/>
                  <a:ext cx="731519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B23CCDE1-C805-B39D-293A-00E543CEEA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</p:spPr>
            </p:pic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3CECC3C9-9F59-4D60-1F15-31DDD788D4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1638" y="484068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86C52704-39A4-E29E-5728-FD8950C9B8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07A650-B06D-834B-47B4-B265FC288472}"/>
                  </a:ext>
                </a:extLst>
              </p:cNvPr>
              <p:cNvSpPr txBox="1"/>
              <p:nvPr/>
            </p:nvSpPr>
            <p:spPr>
              <a:xfrm>
                <a:off x="2055458" y="3771114"/>
                <a:ext cx="634186" cy="34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21" name="Graphic 20" descr="Arrow Up with solid fill">
                <a:extLst>
                  <a:ext uri="{FF2B5EF4-FFF2-40B4-BE49-F238E27FC236}">
                    <a16:creationId xmlns:a16="http://schemas.microsoft.com/office/drawing/2014/main" id="{2F7B0727-5D64-915C-7F4B-7FD19CE0F1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19017191">
                <a:off x="1422877" y="2948541"/>
                <a:ext cx="548640" cy="548640"/>
              </a:xfrm>
              <a:prstGeom prst="rect">
                <a:avLst/>
              </a:prstGeom>
            </p:spPr>
          </p:pic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15E90DC-9AB8-7DA1-29E9-EB197C3D6DA5}"/>
                </a:ext>
              </a:extLst>
            </p:cNvPr>
            <p:cNvGrpSpPr/>
            <p:nvPr/>
          </p:nvGrpSpPr>
          <p:grpSpPr>
            <a:xfrm>
              <a:off x="6148072" y="2484320"/>
              <a:ext cx="1758109" cy="1889360"/>
              <a:chOff x="965426" y="1709246"/>
              <a:chExt cx="3859863" cy="3893119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CD88BD2-1A51-0A3A-F22C-9FAF2166051E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59863" cy="3893119"/>
                <a:chOff x="6929426" y="1679085"/>
                <a:chExt cx="3859863" cy="3893119"/>
              </a:xfrm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E408043F-3867-ACC4-8CF8-0AAE56C2D58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F806F51-54D5-3A5C-9A3F-268391047FB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AA486101-5DA1-B5CF-AD48-D36F71DD5D7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A5476A3A-5383-9EB3-84B5-5511DE4067C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8522E4E4-AB77-9B94-E88C-EFD20A44378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4EB271BE-68D1-C17C-E877-152E09BF79C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638" y="326660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7965B7DA-F8DB-86E1-06B0-6C7F50729AE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6189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B3A5FAE9-CA35-206B-79E6-B1E02DC0DCE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6357" y="4046439"/>
                  <a:ext cx="731520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E19C8848-5181-A392-027F-C14F3A08C88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0073" y="3256669"/>
                  <a:ext cx="731520" cy="731520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3F15F8D3-4625-0E2F-CF07-8FDFBBD9EC0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CEFA7CFF-299B-71E1-7CEC-6E0F8ED8E5D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2" name="Picture 61">
                  <a:extLst>
                    <a:ext uri="{FF2B5EF4-FFF2-40B4-BE49-F238E27FC236}">
                      <a16:creationId xmlns:a16="http://schemas.microsoft.com/office/drawing/2014/main" id="{742C8023-6DCD-3B91-424E-AAA2EF0C0F4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DAC36337-F608-C4C6-886A-BFC6D04B679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4720" y="483714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C18D8F74-9DBE-7E83-6F70-2F9D83DDAF5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0779" y="168131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6EDE514F-9A0C-D412-E6DC-BB9826DABB5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5" y="2468203"/>
                  <a:ext cx="731519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29B2EDFF-8E38-28BB-D45F-65610DD34B1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C9448E9A-B46A-BD15-FDF1-1928906A5C0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84368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6AE17BF1-E288-E3FE-9542-3A1A82A4B2F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3267446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2B1B6B01-F0C1-6BDD-D224-2E080E6DF67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881A4D95-221D-46AC-86F4-FB7A0E66588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97" name="Picture 96">
                  <a:extLst>
                    <a:ext uri="{FF2B5EF4-FFF2-40B4-BE49-F238E27FC236}">
                      <a16:creationId xmlns:a16="http://schemas.microsoft.com/office/drawing/2014/main" id="{37BE0D8D-D13E-400E-B36C-B065412ADD8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E35E095F-6DB2-5F50-F4D5-8D39CB37D52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99" name="Picture 98">
                  <a:extLst>
                    <a:ext uri="{FF2B5EF4-FFF2-40B4-BE49-F238E27FC236}">
                      <a16:creationId xmlns:a16="http://schemas.microsoft.com/office/drawing/2014/main" id="{08B8EB6E-DD04-8638-0FB0-6AFF5C8FB4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</p:spPr>
            </p:pic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26249A89-AE96-33C9-1F5C-498AB10C51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1638" y="484068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7B50A4BA-44A9-4DB9-9D72-D5B3A084A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2"/>
                  <a:ext cx="731519" cy="73152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C2B586C-239B-7294-7981-F498DD7F38DD}"/>
                  </a:ext>
                </a:extLst>
              </p:cNvPr>
              <p:cNvSpPr txBox="1"/>
              <p:nvPr/>
            </p:nvSpPr>
            <p:spPr>
              <a:xfrm>
                <a:off x="1638319" y="3259839"/>
                <a:ext cx="634187" cy="34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50" name="Graphic 49" descr="Arrow Up with solid fill">
                <a:extLst>
                  <a:ext uri="{FF2B5EF4-FFF2-40B4-BE49-F238E27FC236}">
                    <a16:creationId xmlns:a16="http://schemas.microsoft.com/office/drawing/2014/main" id="{63E03AE3-3337-69E6-6321-98389EDC3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8201054">
                <a:off x="2260222" y="3816308"/>
                <a:ext cx="548640" cy="548640"/>
              </a:xfrm>
              <a:prstGeom prst="rect">
                <a:avLst/>
              </a:prstGeom>
            </p:spPr>
          </p:pic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AB952B1-7F00-8F8E-01CA-994BA74BC4F4}"/>
                </a:ext>
              </a:extLst>
            </p:cNvPr>
            <p:cNvGrpSpPr/>
            <p:nvPr/>
          </p:nvGrpSpPr>
          <p:grpSpPr>
            <a:xfrm>
              <a:off x="8003213" y="2485755"/>
              <a:ext cx="1758109" cy="1889360"/>
              <a:chOff x="965426" y="1709246"/>
              <a:chExt cx="3859863" cy="3893119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9E50FF6C-B1D0-EBF1-85E2-90C3BE992290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59863" cy="3893119"/>
                <a:chOff x="6929426" y="1679085"/>
                <a:chExt cx="3859863" cy="3893119"/>
              </a:xfrm>
            </p:grpSpPr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F8052A2D-A0D3-7111-B6DB-BE7E8F6DEC6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37CD269F-E057-3108-FB66-0A1155B6D2D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B5B4A1C0-D655-E57B-4CCB-DC06386A6E8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792BA6E5-E3B8-49E7-EE2C-83AE2389325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A039224B-1095-7F7F-AC43-03FAB2A4057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1" name="Picture 110">
                  <a:extLst>
                    <a:ext uri="{FF2B5EF4-FFF2-40B4-BE49-F238E27FC236}">
                      <a16:creationId xmlns:a16="http://schemas.microsoft.com/office/drawing/2014/main" id="{4B2407F7-DCAC-F3B8-4F30-49E9CDEB8C1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639" y="3266608"/>
                  <a:ext cx="731519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816328D9-6BBC-7077-23FB-8C7D3452A64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61895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C82256FD-BD3F-F737-18CD-CC1BBE41358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6357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4" name="Picture 113">
                  <a:extLst>
                    <a:ext uri="{FF2B5EF4-FFF2-40B4-BE49-F238E27FC236}">
                      <a16:creationId xmlns:a16="http://schemas.microsoft.com/office/drawing/2014/main" id="{F74F49BD-98CC-6B05-3443-AB0FFAECD26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0073" y="3256669"/>
                  <a:ext cx="731520" cy="731520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115" name="Picture 114">
                  <a:extLst>
                    <a:ext uri="{FF2B5EF4-FFF2-40B4-BE49-F238E27FC236}">
                      <a16:creationId xmlns:a16="http://schemas.microsoft.com/office/drawing/2014/main" id="{E0001D1C-D35B-3BBB-B98A-3F3634E58B4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F6CE93C1-E413-8EDA-3036-4BCA22A4E10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7" name="Picture 116">
                  <a:extLst>
                    <a:ext uri="{FF2B5EF4-FFF2-40B4-BE49-F238E27FC236}">
                      <a16:creationId xmlns:a16="http://schemas.microsoft.com/office/drawing/2014/main" id="{6DA1AF21-0425-5DED-FF8F-785BBCECB41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2F841684-942D-9A34-5BF9-75FB957EED2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4720" y="483714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19" name="Picture 118">
                  <a:extLst>
                    <a:ext uri="{FF2B5EF4-FFF2-40B4-BE49-F238E27FC236}">
                      <a16:creationId xmlns:a16="http://schemas.microsoft.com/office/drawing/2014/main" id="{F7B9F996-BECF-8B7B-2E7D-E0CE7EF901A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0779" y="168131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20" name="Picture 119">
                  <a:extLst>
                    <a:ext uri="{FF2B5EF4-FFF2-40B4-BE49-F238E27FC236}">
                      <a16:creationId xmlns:a16="http://schemas.microsoft.com/office/drawing/2014/main" id="{7EC63C79-D105-5966-38E4-03A0B7E0D8D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5" y="2468203"/>
                  <a:ext cx="731519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21" name="Picture 120">
                  <a:extLst>
                    <a:ext uri="{FF2B5EF4-FFF2-40B4-BE49-F238E27FC236}">
                      <a16:creationId xmlns:a16="http://schemas.microsoft.com/office/drawing/2014/main" id="{079E0E92-FDAD-B4D5-55AA-A7E783F44E8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9A513B48-7084-DBD0-CFA7-0C2E58CE21D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84368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23" name="Picture 122">
                  <a:extLst>
                    <a:ext uri="{FF2B5EF4-FFF2-40B4-BE49-F238E27FC236}">
                      <a16:creationId xmlns:a16="http://schemas.microsoft.com/office/drawing/2014/main" id="{667D9FE5-5D7A-01B4-6670-D4A6D8711CC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3267446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24" name="Picture 123">
                  <a:extLst>
                    <a:ext uri="{FF2B5EF4-FFF2-40B4-BE49-F238E27FC236}">
                      <a16:creationId xmlns:a16="http://schemas.microsoft.com/office/drawing/2014/main" id="{D7DDD7BC-8FA2-3E76-2DBE-016AED18EE1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2ACA3015-108A-9152-D340-7BC2188C0E1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F52CB7D0-EBB8-F9E4-64C5-B6C9A3955FA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27" name="Picture 126">
                  <a:extLst>
                    <a:ext uri="{FF2B5EF4-FFF2-40B4-BE49-F238E27FC236}">
                      <a16:creationId xmlns:a16="http://schemas.microsoft.com/office/drawing/2014/main" id="{F1B0F42E-2963-B3F5-BBC1-E589CE6F7FD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28" name="Picture 127">
                  <a:extLst>
                    <a:ext uri="{FF2B5EF4-FFF2-40B4-BE49-F238E27FC236}">
                      <a16:creationId xmlns:a16="http://schemas.microsoft.com/office/drawing/2014/main" id="{A70FC597-9227-9432-0A0D-A498080F6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</p:pic>
            <p:pic>
              <p:nvPicPr>
                <p:cNvPr id="129" name="Picture 128">
                  <a:extLst>
                    <a:ext uri="{FF2B5EF4-FFF2-40B4-BE49-F238E27FC236}">
                      <a16:creationId xmlns:a16="http://schemas.microsoft.com/office/drawing/2014/main" id="{6D5E0AF4-5EB6-06B9-81F0-3D959BC9C8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1638" y="484068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130" name="Picture 129">
                  <a:extLst>
                    <a:ext uri="{FF2B5EF4-FFF2-40B4-BE49-F238E27FC236}">
                      <a16:creationId xmlns:a16="http://schemas.microsoft.com/office/drawing/2014/main" id="{3E123C67-7D85-19BB-8600-82EEA6CC01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288169B-1179-3563-A443-3FB64A490BC1}"/>
                  </a:ext>
                </a:extLst>
              </p:cNvPr>
              <p:cNvSpPr txBox="1"/>
              <p:nvPr/>
            </p:nvSpPr>
            <p:spPr>
              <a:xfrm>
                <a:off x="2055458" y="3771114"/>
                <a:ext cx="634186" cy="34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105" name="Graphic 104" descr="Arrow Up with solid fill">
                <a:extLst>
                  <a:ext uri="{FF2B5EF4-FFF2-40B4-BE49-F238E27FC236}">
                    <a16:creationId xmlns:a16="http://schemas.microsoft.com/office/drawing/2014/main" id="{D77D92F4-72FE-11DA-8231-9E8FA9FD0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13420107">
                <a:off x="1431830" y="3763084"/>
                <a:ext cx="548640" cy="548640"/>
              </a:xfrm>
              <a:prstGeom prst="rect">
                <a:avLst/>
              </a:prstGeom>
            </p:spPr>
          </p:pic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01F9E32-D4A2-4C12-EB07-F597DAB57A8A}"/>
                </a:ext>
              </a:extLst>
            </p:cNvPr>
            <p:cNvSpPr txBox="1"/>
            <p:nvPr/>
          </p:nvSpPr>
          <p:spPr>
            <a:xfrm>
              <a:off x="2882936" y="2027331"/>
              <a:ext cx="101707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Northeast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E813F26-A160-B8F5-75C7-7E5A79C64C52}"/>
                </a:ext>
              </a:extLst>
            </p:cNvPr>
            <p:cNvSpPr txBox="1"/>
            <p:nvPr/>
          </p:nvSpPr>
          <p:spPr>
            <a:xfrm>
              <a:off x="4743621" y="2027331"/>
              <a:ext cx="105048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Northwest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C1225B8-1812-C4A3-A2D4-FE429703C728}"/>
                </a:ext>
              </a:extLst>
            </p:cNvPr>
            <p:cNvSpPr txBox="1"/>
            <p:nvPr/>
          </p:nvSpPr>
          <p:spPr>
            <a:xfrm>
              <a:off x="6702567" y="2027331"/>
              <a:ext cx="103310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Southeast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1101359-6A6C-A230-7718-50883A546128}"/>
                </a:ext>
              </a:extLst>
            </p:cNvPr>
            <p:cNvSpPr txBox="1"/>
            <p:nvPr/>
          </p:nvSpPr>
          <p:spPr>
            <a:xfrm>
              <a:off x="8499706" y="2027331"/>
              <a:ext cx="106651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Southwest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474499-AD5F-4AED-FAD8-1B7E18073C30}"/>
                </a:ext>
              </a:extLst>
            </p:cNvPr>
            <p:cNvSpPr txBox="1"/>
            <p:nvPr/>
          </p:nvSpPr>
          <p:spPr>
            <a:xfrm>
              <a:off x="3291910" y="3113887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BCA502-E6BC-68EC-F0D4-85C417F94AEA}"/>
                </a:ext>
              </a:extLst>
            </p:cNvPr>
            <p:cNvSpPr txBox="1"/>
            <p:nvPr/>
          </p:nvSpPr>
          <p:spPr>
            <a:xfrm>
              <a:off x="4226515" y="309416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077343-EDF1-4D72-D78F-0F991744D248}"/>
                </a:ext>
              </a:extLst>
            </p:cNvPr>
            <p:cNvSpPr txBox="1"/>
            <p:nvPr/>
          </p:nvSpPr>
          <p:spPr>
            <a:xfrm>
              <a:off x="6995627" y="3868821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04D28D-CCF4-3B1A-FC51-0D65C8A1EB90}"/>
                </a:ext>
              </a:extLst>
            </p:cNvPr>
            <p:cNvSpPr txBox="1"/>
            <p:nvPr/>
          </p:nvSpPr>
          <p:spPr>
            <a:xfrm>
              <a:off x="8133547" y="3868821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3A9B3A-4D54-5945-C5BD-E98CE9F88276}"/>
              </a:ext>
            </a:extLst>
          </p:cNvPr>
          <p:cNvGrpSpPr/>
          <p:nvPr/>
        </p:nvGrpSpPr>
        <p:grpSpPr>
          <a:xfrm>
            <a:off x="3617977" y="80327"/>
            <a:ext cx="6395270" cy="593711"/>
            <a:chOff x="3617977" y="80327"/>
            <a:chExt cx="6395270" cy="5937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519EE9-9DCE-0036-41CA-842FF0D878E3}"/>
                </a:ext>
              </a:extLst>
            </p:cNvPr>
            <p:cNvSpPr txBox="1"/>
            <p:nvPr/>
          </p:nvSpPr>
          <p:spPr>
            <a:xfrm>
              <a:off x="3617977" y="19574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C5A294-72A3-5986-B1D6-3194BCE2035A}"/>
                </a:ext>
              </a:extLst>
            </p:cNvPr>
            <p:cNvSpPr txBox="1"/>
            <p:nvPr/>
          </p:nvSpPr>
          <p:spPr>
            <a:xfrm>
              <a:off x="3624858" y="365021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F41BD6-C04F-23B3-B0E8-4DF9769EE3F2}"/>
                </a:ext>
              </a:extLst>
            </p:cNvPr>
            <p:cNvSpPr txBox="1"/>
            <p:nvPr/>
          </p:nvSpPr>
          <p:spPr>
            <a:xfrm>
              <a:off x="3900454" y="80327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Actual Password to Click</a:t>
              </a:r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64B33A-5919-7D54-6B45-63507BE52B55}"/>
                </a:ext>
              </a:extLst>
            </p:cNvPr>
            <p:cNvSpPr txBox="1"/>
            <p:nvPr/>
          </p:nvSpPr>
          <p:spPr>
            <a:xfrm>
              <a:off x="3907087" y="304706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Registered Password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3525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A310-2BDE-F453-6EE9-D59C1D63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9A89A86-9E55-36CA-3765-F49424862F2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6E29241-7747-0E7A-9EC8-71EDE95FE388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3156156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 1 Example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CD23C2-5B3E-468D-2A02-0426FFE0638E}"/>
              </a:ext>
            </a:extLst>
          </p:cNvPr>
          <p:cNvGrpSpPr/>
          <p:nvPr/>
        </p:nvGrpSpPr>
        <p:grpSpPr>
          <a:xfrm>
            <a:off x="1002890" y="1669548"/>
            <a:ext cx="10162607" cy="3303445"/>
            <a:chOff x="1745147" y="1684493"/>
            <a:chExt cx="8781899" cy="299627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8C1F1-B377-DF99-54A2-5373D002BC12}"/>
                </a:ext>
              </a:extLst>
            </p:cNvPr>
            <p:cNvGrpSpPr/>
            <p:nvPr/>
          </p:nvGrpSpPr>
          <p:grpSpPr>
            <a:xfrm>
              <a:off x="1745147" y="1684493"/>
              <a:ext cx="8781899" cy="2996272"/>
              <a:chOff x="2072244" y="1684493"/>
              <a:chExt cx="8781899" cy="2996272"/>
            </a:xfrm>
          </p:grpSpPr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BCFE195-7846-7EF4-FFF2-33F5BE2043EE}"/>
                  </a:ext>
                </a:extLst>
              </p:cNvPr>
              <p:cNvGrpSpPr/>
              <p:nvPr/>
            </p:nvGrpSpPr>
            <p:grpSpPr>
              <a:xfrm>
                <a:off x="4593448" y="2080739"/>
                <a:ext cx="1766775" cy="2246024"/>
                <a:chOff x="965426" y="961113"/>
                <a:chExt cx="3865300" cy="4641252"/>
              </a:xfrm>
            </p:grpSpPr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82B35176-A79C-0D1A-04B5-3F4EB20023DD}"/>
                    </a:ext>
                  </a:extLst>
                </p:cNvPr>
                <p:cNvSpPr/>
                <p:nvPr/>
              </p:nvSpPr>
              <p:spPr>
                <a:xfrm>
                  <a:off x="966662" y="961113"/>
                  <a:ext cx="731521" cy="731520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20055E89-0565-156E-5D83-4014F3F00391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65300" cy="3893119"/>
                  <a:chOff x="6929426" y="1679085"/>
                  <a:chExt cx="3865300" cy="3893119"/>
                </a:xfrm>
              </p:grpSpPr>
              <p:pic>
                <p:nvPicPr>
                  <p:cNvPr id="156" name="Picture 155">
                    <a:extLst>
                      <a:ext uri="{FF2B5EF4-FFF2-40B4-BE49-F238E27FC236}">
                        <a16:creationId xmlns:a16="http://schemas.microsoft.com/office/drawing/2014/main" id="{14DBAE36-875D-267B-30DE-EF32C3C1FFF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57" name="Picture 156">
                    <a:extLst>
                      <a:ext uri="{FF2B5EF4-FFF2-40B4-BE49-F238E27FC236}">
                        <a16:creationId xmlns:a16="http://schemas.microsoft.com/office/drawing/2014/main" id="{48634F39-6C7F-3B9A-2DD3-730814FD8B4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58" name="Picture 157">
                    <a:extLst>
                      <a:ext uri="{FF2B5EF4-FFF2-40B4-BE49-F238E27FC236}">
                        <a16:creationId xmlns:a16="http://schemas.microsoft.com/office/drawing/2014/main" id="{46B1FF33-BA74-F40A-EC68-4A6C7AFE3A9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59" name="Picture 158">
                    <a:extLst>
                      <a:ext uri="{FF2B5EF4-FFF2-40B4-BE49-F238E27FC236}">
                        <a16:creationId xmlns:a16="http://schemas.microsoft.com/office/drawing/2014/main" id="{0CC74F4C-318F-682D-4C2D-39A48E4C9FA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0" name="Picture 159">
                    <a:extLst>
                      <a:ext uri="{FF2B5EF4-FFF2-40B4-BE49-F238E27FC236}">
                        <a16:creationId xmlns:a16="http://schemas.microsoft.com/office/drawing/2014/main" id="{1145788E-D09A-872E-D5A1-811656EFD1D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1" name="Picture 160">
                    <a:extLst>
                      <a:ext uri="{FF2B5EF4-FFF2-40B4-BE49-F238E27FC236}">
                        <a16:creationId xmlns:a16="http://schemas.microsoft.com/office/drawing/2014/main" id="{2A8EB400-770A-EE27-9453-C21DAEF95D9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2" name="Picture 161">
                    <a:extLst>
                      <a:ext uri="{FF2B5EF4-FFF2-40B4-BE49-F238E27FC236}">
                        <a16:creationId xmlns:a16="http://schemas.microsoft.com/office/drawing/2014/main" id="{E9A09180-42AC-2D7B-CB9A-9AC6C225179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3" name="Picture 162">
                    <a:extLst>
                      <a:ext uri="{FF2B5EF4-FFF2-40B4-BE49-F238E27FC236}">
                        <a16:creationId xmlns:a16="http://schemas.microsoft.com/office/drawing/2014/main" id="{A12EA4E9-C04D-0EA1-9220-396FFB6E464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4" name="Picture 163">
                    <a:extLst>
                      <a:ext uri="{FF2B5EF4-FFF2-40B4-BE49-F238E27FC236}">
                        <a16:creationId xmlns:a16="http://schemas.microsoft.com/office/drawing/2014/main" id="{A9A577BE-5AAE-412D-DF75-F4BDB8433C7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2478" y="1679085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165" name="Picture 164">
                    <a:extLst>
                      <a:ext uri="{FF2B5EF4-FFF2-40B4-BE49-F238E27FC236}">
                        <a16:creationId xmlns:a16="http://schemas.microsoft.com/office/drawing/2014/main" id="{50FD8B3B-9911-27A8-09AC-9FACB3884B4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6" name="Picture 165">
                    <a:extLst>
                      <a:ext uri="{FF2B5EF4-FFF2-40B4-BE49-F238E27FC236}">
                        <a16:creationId xmlns:a16="http://schemas.microsoft.com/office/drawing/2014/main" id="{B2624333-F22F-5005-5097-DEEEF1DDC21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7" name="Picture 166">
                    <a:extLst>
                      <a:ext uri="{FF2B5EF4-FFF2-40B4-BE49-F238E27FC236}">
                        <a16:creationId xmlns:a16="http://schemas.microsoft.com/office/drawing/2014/main" id="{B1F78B6B-2B2F-8E5A-76C0-C0F0E0D585A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A6C8DC3B-9FDE-3D88-08E8-185F075079E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37143"/>
                    <a:ext cx="731520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69" name="Picture 168">
                    <a:extLst>
                      <a:ext uri="{FF2B5EF4-FFF2-40B4-BE49-F238E27FC236}">
                        <a16:creationId xmlns:a16="http://schemas.microsoft.com/office/drawing/2014/main" id="{4C8E18D3-0B80-0B33-65CA-6BD0270E2B9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0" name="Picture 169">
                    <a:extLst>
                      <a:ext uri="{FF2B5EF4-FFF2-40B4-BE49-F238E27FC236}">
                        <a16:creationId xmlns:a16="http://schemas.microsoft.com/office/drawing/2014/main" id="{27F07E39-E210-4800-1428-DD5DF0D8DEB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1" name="Picture 170">
                    <a:extLst>
                      <a:ext uri="{FF2B5EF4-FFF2-40B4-BE49-F238E27FC236}">
                        <a16:creationId xmlns:a16="http://schemas.microsoft.com/office/drawing/2014/main" id="{03FA215A-7959-A533-2E94-D06B86768B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2" name="Picture 171">
                    <a:extLst>
                      <a:ext uri="{FF2B5EF4-FFF2-40B4-BE49-F238E27FC236}">
                        <a16:creationId xmlns:a16="http://schemas.microsoft.com/office/drawing/2014/main" id="{87159B67-D092-3A65-6B26-6B02E90CCE2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3" name="Picture 172">
                    <a:extLst>
                      <a:ext uri="{FF2B5EF4-FFF2-40B4-BE49-F238E27FC236}">
                        <a16:creationId xmlns:a16="http://schemas.microsoft.com/office/drawing/2014/main" id="{D11B5215-5B62-854B-A26E-CFBE97FAAC6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4" name="Picture 173">
                    <a:extLst>
                      <a:ext uri="{FF2B5EF4-FFF2-40B4-BE49-F238E27FC236}">
                        <a16:creationId xmlns:a16="http://schemas.microsoft.com/office/drawing/2014/main" id="{8567A287-151E-527E-4FF7-D13771BE7D3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5" name="Picture 174">
                    <a:extLst>
                      <a:ext uri="{FF2B5EF4-FFF2-40B4-BE49-F238E27FC236}">
                        <a16:creationId xmlns:a16="http://schemas.microsoft.com/office/drawing/2014/main" id="{7C22F2C4-0E8D-3921-7DDB-09226BFF73F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6" name="Picture 175">
                    <a:extLst>
                      <a:ext uri="{FF2B5EF4-FFF2-40B4-BE49-F238E27FC236}">
                        <a16:creationId xmlns:a16="http://schemas.microsoft.com/office/drawing/2014/main" id="{F2C3B589-B700-F855-0754-E6F32ED4EC9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7" name="Picture 176">
                    <a:extLst>
                      <a:ext uri="{FF2B5EF4-FFF2-40B4-BE49-F238E27FC236}">
                        <a16:creationId xmlns:a16="http://schemas.microsoft.com/office/drawing/2014/main" id="{2C5720C7-3034-CA6D-ABFB-07AE5DCC4D4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8" name="Picture 177">
                    <a:extLst>
                      <a:ext uri="{FF2B5EF4-FFF2-40B4-BE49-F238E27FC236}">
                        <a16:creationId xmlns:a16="http://schemas.microsoft.com/office/drawing/2014/main" id="{1380A8CB-F0EB-818D-B668-C659644720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79" name="Picture 178">
                    <a:extLst>
                      <a:ext uri="{FF2B5EF4-FFF2-40B4-BE49-F238E27FC236}">
                        <a16:creationId xmlns:a16="http://schemas.microsoft.com/office/drawing/2014/main" id="{79E3B3AC-386D-E062-37C9-8CD60458A8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</p:pic>
              <p:pic>
                <p:nvPicPr>
                  <p:cNvPr id="180" name="Picture 179">
                    <a:extLst>
                      <a:ext uri="{FF2B5EF4-FFF2-40B4-BE49-F238E27FC236}">
                        <a16:creationId xmlns:a16="http://schemas.microsoft.com/office/drawing/2014/main" id="{ED357C64-230F-CF34-54CC-985B2F414E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91C3F11-48D0-7A19-BCAF-DA79973D7092}"/>
                    </a:ext>
                  </a:extLst>
                </p:cNvPr>
                <p:cNvSpPr txBox="1"/>
                <p:nvPr/>
              </p:nvSpPr>
              <p:spPr>
                <a:xfrm>
                  <a:off x="2059408" y="2198617"/>
                  <a:ext cx="631964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155" name="Graphic 154" descr="Arrow Up with solid fill">
                  <a:extLst>
                    <a:ext uri="{FF2B5EF4-FFF2-40B4-BE49-F238E27FC236}">
                      <a16:creationId xmlns:a16="http://schemas.microsoft.com/office/drawing/2014/main" id="{8BF06194-464C-38B5-2DE5-6A42419F36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18938243">
                  <a:off x="1432972" y="1429841"/>
                  <a:ext cx="548641" cy="548639"/>
                </a:xfrm>
                <a:prstGeom prst="rect">
                  <a:avLst/>
                </a:prstGeom>
              </p:spPr>
            </p:pic>
          </p:grpSp>
          <p:cxnSp>
            <p:nvCxnSpPr>
              <p:cNvPr id="182" name="Connector: Elbow 181">
                <a:extLst>
                  <a:ext uri="{FF2B5EF4-FFF2-40B4-BE49-F238E27FC236}">
                    <a16:creationId xmlns:a16="http://schemas.microsoft.com/office/drawing/2014/main" id="{01A877CD-60BC-64F0-9FFD-17E6EB44D5F6}"/>
                  </a:ext>
                </a:extLst>
              </p:cNvPr>
              <p:cNvCxnSpPr>
                <a:cxnSpLocks/>
                <a:stCxn id="152" idx="1"/>
                <a:endCxn id="179" idx="2"/>
              </p:cNvCxnSpPr>
              <p:nvPr/>
            </p:nvCxnSpPr>
            <p:spPr>
              <a:xfrm rot="10800000" flipH="1" flipV="1">
                <a:off x="4594013" y="2257739"/>
                <a:ext cx="167630" cy="2069023"/>
              </a:xfrm>
              <a:prstGeom prst="bentConnector4">
                <a:avLst>
                  <a:gd name="adj1" fmla="val -136372"/>
                  <a:gd name="adj2" fmla="val 109251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6AFBDFE4-88B2-9F5A-A663-EB5D2547DEC4}"/>
                  </a:ext>
                </a:extLst>
              </p:cNvPr>
              <p:cNvGrpSpPr/>
              <p:nvPr/>
            </p:nvGrpSpPr>
            <p:grpSpPr>
              <a:xfrm>
                <a:off x="2072244" y="2446099"/>
                <a:ext cx="2118376" cy="1888150"/>
                <a:chOff x="965426" y="1709246"/>
                <a:chExt cx="4634523" cy="3901734"/>
              </a:xfrm>
            </p:grpSpPr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88A70144-51EF-87CF-D334-935463816976}"/>
                    </a:ext>
                  </a:extLst>
                </p:cNvPr>
                <p:cNvSpPr/>
                <p:nvPr/>
              </p:nvSpPr>
              <p:spPr>
                <a:xfrm>
                  <a:off x="4868428" y="3279699"/>
                  <a:ext cx="731521" cy="731521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F53718B1-9237-5D56-9AD5-244C91BC6C40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65300" cy="3901734"/>
                  <a:chOff x="6929426" y="1679085"/>
                  <a:chExt cx="3865300" cy="3901734"/>
                </a:xfrm>
              </p:grpSpPr>
              <p:pic>
                <p:nvPicPr>
                  <p:cNvPr id="258" name="Picture 257">
                    <a:extLst>
                      <a:ext uri="{FF2B5EF4-FFF2-40B4-BE49-F238E27FC236}">
                        <a16:creationId xmlns:a16="http://schemas.microsoft.com/office/drawing/2014/main" id="{F70185A6-B5BA-E573-24B1-D892741959F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59" name="Picture 258">
                    <a:extLst>
                      <a:ext uri="{FF2B5EF4-FFF2-40B4-BE49-F238E27FC236}">
                        <a16:creationId xmlns:a16="http://schemas.microsoft.com/office/drawing/2014/main" id="{7980A092-BDCA-5C56-2311-DA250D92B6D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0" name="Picture 259">
                    <a:extLst>
                      <a:ext uri="{FF2B5EF4-FFF2-40B4-BE49-F238E27FC236}">
                        <a16:creationId xmlns:a16="http://schemas.microsoft.com/office/drawing/2014/main" id="{488B6507-1946-660C-3BB2-AB8922762CE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61" name="Picture 260">
                    <a:extLst>
                      <a:ext uri="{FF2B5EF4-FFF2-40B4-BE49-F238E27FC236}">
                        <a16:creationId xmlns:a16="http://schemas.microsoft.com/office/drawing/2014/main" id="{CD3A2319-B139-82B5-7BF7-49CAFA9C5CB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2" name="Picture 261">
                    <a:extLst>
                      <a:ext uri="{FF2B5EF4-FFF2-40B4-BE49-F238E27FC236}">
                        <a16:creationId xmlns:a16="http://schemas.microsoft.com/office/drawing/2014/main" id="{31F7B828-24BF-4186-A701-51FFD9759B0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3" name="Picture 262">
                    <a:extLst>
                      <a:ext uri="{FF2B5EF4-FFF2-40B4-BE49-F238E27FC236}">
                        <a16:creationId xmlns:a16="http://schemas.microsoft.com/office/drawing/2014/main" id="{92C50CE8-F8FC-E90B-E578-1F5FA515567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264" name="Picture 263">
                    <a:extLst>
                      <a:ext uri="{FF2B5EF4-FFF2-40B4-BE49-F238E27FC236}">
                        <a16:creationId xmlns:a16="http://schemas.microsoft.com/office/drawing/2014/main" id="{126EED61-6782-B0CF-8D55-82FE66C8FB4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5" name="Picture 264">
                    <a:extLst>
                      <a:ext uri="{FF2B5EF4-FFF2-40B4-BE49-F238E27FC236}">
                        <a16:creationId xmlns:a16="http://schemas.microsoft.com/office/drawing/2014/main" id="{53A9762E-6419-FB10-7718-9926D8E742D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6" name="Picture 265">
                    <a:extLst>
                      <a:ext uri="{FF2B5EF4-FFF2-40B4-BE49-F238E27FC236}">
                        <a16:creationId xmlns:a16="http://schemas.microsoft.com/office/drawing/2014/main" id="{3FFF9F21-6139-A12A-F237-BA663B9E80B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1383" y="4051849"/>
                    <a:ext cx="731521" cy="731521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267" name="Picture 266">
                    <a:extLst>
                      <a:ext uri="{FF2B5EF4-FFF2-40B4-BE49-F238E27FC236}">
                        <a16:creationId xmlns:a16="http://schemas.microsoft.com/office/drawing/2014/main" id="{A719BCD8-A331-95EC-A77E-92A12AA529A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8" name="Picture 267">
                    <a:extLst>
                      <a:ext uri="{FF2B5EF4-FFF2-40B4-BE49-F238E27FC236}">
                        <a16:creationId xmlns:a16="http://schemas.microsoft.com/office/drawing/2014/main" id="{435FA41D-00D4-C79A-EFE0-7FAB14E8A31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9" name="Picture 268">
                    <a:extLst>
                      <a:ext uri="{FF2B5EF4-FFF2-40B4-BE49-F238E27FC236}">
                        <a16:creationId xmlns:a16="http://schemas.microsoft.com/office/drawing/2014/main" id="{5EF80D77-D1AD-F361-6C05-DB606E50304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0" name="Picture 269">
                    <a:extLst>
                      <a:ext uri="{FF2B5EF4-FFF2-40B4-BE49-F238E27FC236}">
                        <a16:creationId xmlns:a16="http://schemas.microsoft.com/office/drawing/2014/main" id="{B921233D-DF47-75F9-98D2-B998E0A2981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6767" y="1688086"/>
                    <a:ext cx="731521" cy="731521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71" name="Picture 270">
                    <a:extLst>
                      <a:ext uri="{FF2B5EF4-FFF2-40B4-BE49-F238E27FC236}">
                        <a16:creationId xmlns:a16="http://schemas.microsoft.com/office/drawing/2014/main" id="{7AB56D78-7EAE-3A9B-2F1E-D12B877B40D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2" name="Picture 271">
                    <a:extLst>
                      <a:ext uri="{FF2B5EF4-FFF2-40B4-BE49-F238E27FC236}">
                        <a16:creationId xmlns:a16="http://schemas.microsoft.com/office/drawing/2014/main" id="{AD186931-0ECE-B1C3-166D-76A47301215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3" name="Picture 272">
                    <a:extLst>
                      <a:ext uri="{FF2B5EF4-FFF2-40B4-BE49-F238E27FC236}">
                        <a16:creationId xmlns:a16="http://schemas.microsoft.com/office/drawing/2014/main" id="{797439B6-B1A1-3959-3869-E1FE4EFB84F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4" name="Picture 273">
                    <a:extLst>
                      <a:ext uri="{FF2B5EF4-FFF2-40B4-BE49-F238E27FC236}">
                        <a16:creationId xmlns:a16="http://schemas.microsoft.com/office/drawing/2014/main" id="{AB788EF0-F644-0388-A5BA-79D779FF0DA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5" name="Picture 274">
                    <a:extLst>
                      <a:ext uri="{FF2B5EF4-FFF2-40B4-BE49-F238E27FC236}">
                        <a16:creationId xmlns:a16="http://schemas.microsoft.com/office/drawing/2014/main" id="{84BC30E3-67D7-9C54-C8DE-5F6C821649D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6" name="Picture 275">
                    <a:extLst>
                      <a:ext uri="{FF2B5EF4-FFF2-40B4-BE49-F238E27FC236}">
                        <a16:creationId xmlns:a16="http://schemas.microsoft.com/office/drawing/2014/main" id="{8DAA9BB6-8EF5-35BE-D944-91E2ECB3917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12804" y="4849300"/>
                    <a:ext cx="731521" cy="731519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7" name="Picture 276">
                    <a:extLst>
                      <a:ext uri="{FF2B5EF4-FFF2-40B4-BE49-F238E27FC236}">
                        <a16:creationId xmlns:a16="http://schemas.microsoft.com/office/drawing/2014/main" id="{3D90612D-7C11-2417-6E15-FEB47AA938F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8" name="Picture 277">
                    <a:extLst>
                      <a:ext uri="{FF2B5EF4-FFF2-40B4-BE49-F238E27FC236}">
                        <a16:creationId xmlns:a16="http://schemas.microsoft.com/office/drawing/2014/main" id="{43D860F4-1FF9-3E08-709A-906E8881637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9" name="Picture 278">
                    <a:extLst>
                      <a:ext uri="{FF2B5EF4-FFF2-40B4-BE49-F238E27FC236}">
                        <a16:creationId xmlns:a16="http://schemas.microsoft.com/office/drawing/2014/main" id="{B362DE45-7C92-1893-7640-24D3B0B57C4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80" name="Picture 279">
                    <a:extLst>
                      <a:ext uri="{FF2B5EF4-FFF2-40B4-BE49-F238E27FC236}">
                        <a16:creationId xmlns:a16="http://schemas.microsoft.com/office/drawing/2014/main" id="{4DB27B57-4A17-9999-F43D-BE37D4B941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  <a:ln w="25400">
                    <a:noFill/>
                  </a:ln>
                </p:spPr>
              </p:pic>
              <p:pic>
                <p:nvPicPr>
                  <p:cNvPr id="281" name="Picture 280">
                    <a:extLst>
                      <a:ext uri="{FF2B5EF4-FFF2-40B4-BE49-F238E27FC236}">
                        <a16:creationId xmlns:a16="http://schemas.microsoft.com/office/drawing/2014/main" id="{74A9731D-EDF9-D0CA-90AB-0B9EE78F18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282" name="Picture 281">
                    <a:extLst>
                      <a:ext uri="{FF2B5EF4-FFF2-40B4-BE49-F238E27FC236}">
                        <a16:creationId xmlns:a16="http://schemas.microsoft.com/office/drawing/2014/main" id="{3A94D096-0376-437A-97E2-A407D8EF3B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D150023F-7B59-B913-3323-3762C78B4AD8}"/>
                    </a:ext>
                  </a:extLst>
                </p:cNvPr>
                <p:cNvSpPr txBox="1"/>
                <p:nvPr/>
              </p:nvSpPr>
              <p:spPr>
                <a:xfrm>
                  <a:off x="3959544" y="4545506"/>
                  <a:ext cx="631963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57" name="Graphic 256" descr="Arrow Up with solid fill">
                  <a:extLst>
                    <a:ext uri="{FF2B5EF4-FFF2-40B4-BE49-F238E27FC236}">
                      <a16:creationId xmlns:a16="http://schemas.microsoft.com/office/drawing/2014/main" id="{8F319A7D-FA0C-0EC6-299F-255D25C0AC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2528528">
                  <a:off x="4594108" y="3748397"/>
                  <a:ext cx="548641" cy="548640"/>
                </a:xfrm>
                <a:prstGeom prst="rect">
                  <a:avLst/>
                </a:prstGeom>
              </p:spPr>
            </p:pic>
          </p:grpSp>
          <p:cxnSp>
            <p:nvCxnSpPr>
              <p:cNvPr id="283" name="Connector: Elbow 282">
                <a:extLst>
                  <a:ext uri="{FF2B5EF4-FFF2-40B4-BE49-F238E27FC236}">
                    <a16:creationId xmlns:a16="http://schemas.microsoft.com/office/drawing/2014/main" id="{75D4A229-3810-E841-B6FB-AF513017185F}"/>
                  </a:ext>
                </a:extLst>
              </p:cNvPr>
              <p:cNvCxnSpPr>
                <a:cxnSpLocks/>
                <a:stCxn id="254" idx="2"/>
                <a:endCxn id="263" idx="1"/>
              </p:cNvCxnSpPr>
              <p:nvPr/>
            </p:nvCxnSpPr>
            <p:spPr>
              <a:xfrm rot="5400000" flipH="1">
                <a:off x="2959982" y="2496630"/>
                <a:ext cx="175716" cy="1951192"/>
              </a:xfrm>
              <a:prstGeom prst="bentConnector4">
                <a:avLst>
                  <a:gd name="adj1" fmla="val -545644"/>
                  <a:gd name="adj2" fmla="val 111716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0" name="Group 289">
                <a:extLst>
                  <a:ext uri="{FF2B5EF4-FFF2-40B4-BE49-F238E27FC236}">
                    <a16:creationId xmlns:a16="http://schemas.microsoft.com/office/drawing/2014/main" id="{F2DB338D-3529-DD8F-001B-632D68B80D22}"/>
                  </a:ext>
                </a:extLst>
              </p:cNvPr>
              <p:cNvGrpSpPr/>
              <p:nvPr/>
            </p:nvGrpSpPr>
            <p:grpSpPr>
              <a:xfrm>
                <a:off x="8674260" y="2430287"/>
                <a:ext cx="2099690" cy="1888150"/>
                <a:chOff x="237083" y="1709246"/>
                <a:chExt cx="4593643" cy="3901734"/>
              </a:xfrm>
            </p:grpSpPr>
            <p:sp>
              <p:nvSpPr>
                <p:cNvPr id="291" name="Rectangle 290">
                  <a:extLst>
                    <a:ext uri="{FF2B5EF4-FFF2-40B4-BE49-F238E27FC236}">
                      <a16:creationId xmlns:a16="http://schemas.microsoft.com/office/drawing/2014/main" id="{72413A20-2E3B-32E7-F844-4B7845A9FC84}"/>
                    </a:ext>
                  </a:extLst>
                </p:cNvPr>
                <p:cNvSpPr/>
                <p:nvPr/>
              </p:nvSpPr>
              <p:spPr>
                <a:xfrm>
                  <a:off x="237083" y="4841972"/>
                  <a:ext cx="731521" cy="731521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D3F9D0B3-930C-366D-C008-F7F2D0761FEC}"/>
                    </a:ext>
                  </a:extLst>
                </p:cNvPr>
                <p:cNvGrpSpPr/>
                <p:nvPr/>
              </p:nvGrpSpPr>
              <p:grpSpPr>
                <a:xfrm>
                  <a:off x="952078" y="1709246"/>
                  <a:ext cx="3878648" cy="3901734"/>
                  <a:chOff x="6916078" y="1679085"/>
                  <a:chExt cx="3878648" cy="3901734"/>
                </a:xfrm>
              </p:grpSpPr>
              <p:pic>
                <p:nvPicPr>
                  <p:cNvPr id="295" name="Picture 294">
                    <a:extLst>
                      <a:ext uri="{FF2B5EF4-FFF2-40B4-BE49-F238E27FC236}">
                        <a16:creationId xmlns:a16="http://schemas.microsoft.com/office/drawing/2014/main" id="{4BEC56C0-74C7-FF02-CC0D-30AF1F928C7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6" name="Picture 295">
                    <a:extLst>
                      <a:ext uri="{FF2B5EF4-FFF2-40B4-BE49-F238E27FC236}">
                        <a16:creationId xmlns:a16="http://schemas.microsoft.com/office/drawing/2014/main" id="{069893B6-62E6-BF8C-1C86-6F0F47F7EF8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7" name="Picture 296">
                    <a:extLst>
                      <a:ext uri="{FF2B5EF4-FFF2-40B4-BE49-F238E27FC236}">
                        <a16:creationId xmlns:a16="http://schemas.microsoft.com/office/drawing/2014/main" id="{111C42A3-AEC5-C843-80D0-4B236E6A22E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98" name="Picture 297">
                    <a:extLst>
                      <a:ext uri="{FF2B5EF4-FFF2-40B4-BE49-F238E27FC236}">
                        <a16:creationId xmlns:a16="http://schemas.microsoft.com/office/drawing/2014/main" id="{4616875B-6C4B-3AEE-C1DB-C44C8BE1AAC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9" name="Picture 298">
                    <a:extLst>
                      <a:ext uri="{FF2B5EF4-FFF2-40B4-BE49-F238E27FC236}">
                        <a16:creationId xmlns:a16="http://schemas.microsoft.com/office/drawing/2014/main" id="{8341F57B-EFDB-673B-0E92-C1101C4959A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0" name="Picture 299">
                    <a:extLst>
                      <a:ext uri="{FF2B5EF4-FFF2-40B4-BE49-F238E27FC236}">
                        <a16:creationId xmlns:a16="http://schemas.microsoft.com/office/drawing/2014/main" id="{B801A94E-B4BF-D18E-A15B-5FCF4E7BF25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1" name="Picture 300">
                    <a:extLst>
                      <a:ext uri="{FF2B5EF4-FFF2-40B4-BE49-F238E27FC236}">
                        <a16:creationId xmlns:a16="http://schemas.microsoft.com/office/drawing/2014/main" id="{18E3FE0A-8C7C-40B0-6E34-74E7CC48A23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2" name="Picture 301">
                    <a:extLst>
                      <a:ext uri="{FF2B5EF4-FFF2-40B4-BE49-F238E27FC236}">
                        <a16:creationId xmlns:a16="http://schemas.microsoft.com/office/drawing/2014/main" id="{F485079D-D61E-66FB-FDC9-9015CC6BD66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303" name="Picture 302">
                    <a:extLst>
                      <a:ext uri="{FF2B5EF4-FFF2-40B4-BE49-F238E27FC236}">
                        <a16:creationId xmlns:a16="http://schemas.microsoft.com/office/drawing/2014/main" id="{B89C5C67-8F72-8FB9-2E8A-D371F3A6C6E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16078" y="4041703"/>
                    <a:ext cx="731521" cy="731521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304" name="Picture 303">
                    <a:extLst>
                      <a:ext uri="{FF2B5EF4-FFF2-40B4-BE49-F238E27FC236}">
                        <a16:creationId xmlns:a16="http://schemas.microsoft.com/office/drawing/2014/main" id="{C66D477F-C834-7B71-9133-028E66EBBC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5" name="Picture 304">
                    <a:extLst>
                      <a:ext uri="{FF2B5EF4-FFF2-40B4-BE49-F238E27FC236}">
                        <a16:creationId xmlns:a16="http://schemas.microsoft.com/office/drawing/2014/main" id="{798BFB3C-3D91-5DC1-42A9-93CB5EDAD09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6" name="Picture 305">
                    <a:extLst>
                      <a:ext uri="{FF2B5EF4-FFF2-40B4-BE49-F238E27FC236}">
                        <a16:creationId xmlns:a16="http://schemas.microsoft.com/office/drawing/2014/main" id="{F7DD55B2-8482-1165-BD61-87210A2E23A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7" name="Picture 306">
                    <a:extLst>
                      <a:ext uri="{FF2B5EF4-FFF2-40B4-BE49-F238E27FC236}">
                        <a16:creationId xmlns:a16="http://schemas.microsoft.com/office/drawing/2014/main" id="{2043CD8A-CF9D-9ECF-1EE8-D9E0C4BB5D7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6767" y="1688086"/>
                    <a:ext cx="731521" cy="731521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308" name="Picture 307">
                    <a:extLst>
                      <a:ext uri="{FF2B5EF4-FFF2-40B4-BE49-F238E27FC236}">
                        <a16:creationId xmlns:a16="http://schemas.microsoft.com/office/drawing/2014/main" id="{CB65DEE2-2745-A474-3539-104C430A88A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9" name="Picture 308">
                    <a:extLst>
                      <a:ext uri="{FF2B5EF4-FFF2-40B4-BE49-F238E27FC236}">
                        <a16:creationId xmlns:a16="http://schemas.microsoft.com/office/drawing/2014/main" id="{3C0C6CA7-6528-109B-86DF-0370F4E687B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0" name="Picture 309">
                    <a:extLst>
                      <a:ext uri="{FF2B5EF4-FFF2-40B4-BE49-F238E27FC236}">
                        <a16:creationId xmlns:a16="http://schemas.microsoft.com/office/drawing/2014/main" id="{7C789364-F000-F3E7-F271-4D8876DC6F4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1" name="Picture 310">
                    <a:extLst>
                      <a:ext uri="{FF2B5EF4-FFF2-40B4-BE49-F238E27FC236}">
                        <a16:creationId xmlns:a16="http://schemas.microsoft.com/office/drawing/2014/main" id="{FD8CBC6E-07B4-6CEC-2AEB-3CE275EACA2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2" name="Picture 311">
                    <a:extLst>
                      <a:ext uri="{FF2B5EF4-FFF2-40B4-BE49-F238E27FC236}">
                        <a16:creationId xmlns:a16="http://schemas.microsoft.com/office/drawing/2014/main" id="{B8BA07A7-22C2-8484-E801-4B38093649D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3" name="Picture 312">
                    <a:extLst>
                      <a:ext uri="{FF2B5EF4-FFF2-40B4-BE49-F238E27FC236}">
                        <a16:creationId xmlns:a16="http://schemas.microsoft.com/office/drawing/2014/main" id="{668A9045-EA37-97BF-1617-49244D38F27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12804" y="4849300"/>
                    <a:ext cx="731521" cy="731519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4" name="Picture 313">
                    <a:extLst>
                      <a:ext uri="{FF2B5EF4-FFF2-40B4-BE49-F238E27FC236}">
                        <a16:creationId xmlns:a16="http://schemas.microsoft.com/office/drawing/2014/main" id="{C5C60049-033B-3E13-100B-52AC9E4AF75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5" name="Picture 314">
                    <a:extLst>
                      <a:ext uri="{FF2B5EF4-FFF2-40B4-BE49-F238E27FC236}">
                        <a16:creationId xmlns:a16="http://schemas.microsoft.com/office/drawing/2014/main" id="{AE3708E5-E7C6-4AA6-9643-C7E43F725FA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6" name="Picture 315">
                    <a:extLst>
                      <a:ext uri="{FF2B5EF4-FFF2-40B4-BE49-F238E27FC236}">
                        <a16:creationId xmlns:a16="http://schemas.microsoft.com/office/drawing/2014/main" id="{C98953D0-9184-C77C-0E59-734D85C63C7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7" name="Picture 316">
                    <a:extLst>
                      <a:ext uri="{FF2B5EF4-FFF2-40B4-BE49-F238E27FC236}">
                        <a16:creationId xmlns:a16="http://schemas.microsoft.com/office/drawing/2014/main" id="{1101E0A0-AE57-5711-550D-F43AC31AAC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44915" y="4041705"/>
                    <a:ext cx="734470" cy="731519"/>
                  </a:xfrm>
                  <a:prstGeom prst="rect">
                    <a:avLst/>
                  </a:prstGeom>
                  <a:ln w="25400">
                    <a:noFill/>
                  </a:ln>
                </p:spPr>
              </p:pic>
              <p:pic>
                <p:nvPicPr>
                  <p:cNvPr id="318" name="Picture 317">
                    <a:extLst>
                      <a:ext uri="{FF2B5EF4-FFF2-40B4-BE49-F238E27FC236}">
                        <a16:creationId xmlns:a16="http://schemas.microsoft.com/office/drawing/2014/main" id="{ADE5DFA8-FC3A-BAD6-DB42-932B2CE0F6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319" name="Picture 318">
                    <a:extLst>
                      <a:ext uri="{FF2B5EF4-FFF2-40B4-BE49-F238E27FC236}">
                        <a16:creationId xmlns:a16="http://schemas.microsoft.com/office/drawing/2014/main" id="{6D7E589E-A179-889E-6268-B2EC9F40A4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8F1E535B-6BAC-AC3E-87D4-970CD63A438F}"/>
                    </a:ext>
                  </a:extLst>
                </p:cNvPr>
                <p:cNvSpPr txBox="1"/>
                <p:nvPr/>
              </p:nvSpPr>
              <p:spPr>
                <a:xfrm>
                  <a:off x="1286878" y="4480614"/>
                  <a:ext cx="631963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94" name="Graphic 293" descr="Arrow Up with solid fill">
                  <a:extLst>
                    <a:ext uri="{FF2B5EF4-FFF2-40B4-BE49-F238E27FC236}">
                      <a16:creationId xmlns:a16="http://schemas.microsoft.com/office/drawing/2014/main" id="{EB459B1C-5341-E9EC-FE35-601B53CD1C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13362599">
                  <a:off x="694284" y="4556093"/>
                  <a:ext cx="548641" cy="548640"/>
                </a:xfrm>
                <a:prstGeom prst="rect">
                  <a:avLst/>
                </a:prstGeom>
              </p:spPr>
            </p:pic>
          </p:grpSp>
          <p:cxnSp>
            <p:nvCxnSpPr>
              <p:cNvPr id="320" name="Connector: Elbow 319">
                <a:extLst>
                  <a:ext uri="{FF2B5EF4-FFF2-40B4-BE49-F238E27FC236}">
                    <a16:creationId xmlns:a16="http://schemas.microsoft.com/office/drawing/2014/main" id="{832DCA1A-60E0-81AF-9782-6CC9C9CA30B8}"/>
                  </a:ext>
                </a:extLst>
              </p:cNvPr>
              <p:cNvCxnSpPr>
                <a:cxnSpLocks/>
                <a:stCxn id="291" idx="2"/>
              </p:cNvCxnSpPr>
              <p:nvPr/>
            </p:nvCxnSpPr>
            <p:spPr>
              <a:xfrm rot="5400000" flipH="1" flipV="1">
                <a:off x="9776979" y="3223133"/>
                <a:ext cx="141628" cy="2012700"/>
              </a:xfrm>
              <a:prstGeom prst="bentConnector4">
                <a:avLst>
                  <a:gd name="adj1" fmla="val -146401"/>
                  <a:gd name="adj2" fmla="val 106498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E88A675F-D2AA-B16F-A5CB-72BEE7E687C9}"/>
                  </a:ext>
                </a:extLst>
              </p:cNvPr>
              <p:cNvSpPr txBox="1"/>
              <p:nvPr/>
            </p:nvSpPr>
            <p:spPr>
              <a:xfrm>
                <a:off x="2515710" y="1706041"/>
                <a:ext cx="1017073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Northeast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94ADC1C0-88EB-F8AE-4D8E-08DA3F11B75B}"/>
                  </a:ext>
                </a:extLst>
              </p:cNvPr>
              <p:cNvSpPr txBox="1"/>
              <p:nvPr/>
            </p:nvSpPr>
            <p:spPr>
              <a:xfrm>
                <a:off x="5021018" y="1684493"/>
                <a:ext cx="105048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Northwest</a:t>
                </a: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3857811-C7D7-0D3E-4227-5453BF699DB8}"/>
                  </a:ext>
                </a:extLst>
              </p:cNvPr>
              <p:cNvSpPr txBox="1"/>
              <p:nvPr/>
            </p:nvSpPr>
            <p:spPr>
              <a:xfrm>
                <a:off x="6965058" y="1704164"/>
                <a:ext cx="1033103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Southeast</a:t>
                </a:r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04C13E3-F060-5322-1138-C84E6C97BB54}"/>
                  </a:ext>
                </a:extLst>
              </p:cNvPr>
              <p:cNvSpPr txBox="1"/>
              <p:nvPr/>
            </p:nvSpPr>
            <p:spPr>
              <a:xfrm>
                <a:off x="9375013" y="1704164"/>
                <a:ext cx="106651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Southwest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E07E1A2-3804-E10F-3A41-B6035802FE3F}"/>
                  </a:ext>
                </a:extLst>
              </p:cNvPr>
              <p:cNvGrpSpPr/>
              <p:nvPr/>
            </p:nvGrpSpPr>
            <p:grpSpPr>
              <a:xfrm>
                <a:off x="6598221" y="2439402"/>
                <a:ext cx="1766775" cy="2241363"/>
                <a:chOff x="965426" y="1709246"/>
                <a:chExt cx="3865300" cy="4631619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D345FDE-36AD-C8CB-A228-22A7575CAE48}"/>
                    </a:ext>
                  </a:extLst>
                </p:cNvPr>
                <p:cNvSpPr/>
                <p:nvPr/>
              </p:nvSpPr>
              <p:spPr>
                <a:xfrm>
                  <a:off x="2522605" y="5609345"/>
                  <a:ext cx="731521" cy="731520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5A8F7BE3-527B-8888-6335-B458C9382ADF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65300" cy="3900099"/>
                  <a:chOff x="6929426" y="1679085"/>
                  <a:chExt cx="3865300" cy="3900099"/>
                </a:xfrm>
              </p:grpSpPr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6EC532A9-4740-1FAB-BF10-487793FF768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5" name="Picture 24">
                    <a:extLst>
                      <a:ext uri="{FF2B5EF4-FFF2-40B4-BE49-F238E27FC236}">
                        <a16:creationId xmlns:a16="http://schemas.microsoft.com/office/drawing/2014/main" id="{A146F658-F260-FA0F-5ADF-3C0906DFBBC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" name="Picture 25">
                    <a:extLst>
                      <a:ext uri="{FF2B5EF4-FFF2-40B4-BE49-F238E27FC236}">
                        <a16:creationId xmlns:a16="http://schemas.microsoft.com/office/drawing/2014/main" id="{D807327E-2ED2-DEE5-4E2B-9CA76660ABA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6142B39E-D375-6F55-62FB-3EFE641381F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88B866BA-B39B-F893-9256-7D5E8DBC368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2ABF4685-88C5-24AC-E53B-095BD3ED1AF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" name="Picture 29">
                    <a:extLst>
                      <a:ext uri="{FF2B5EF4-FFF2-40B4-BE49-F238E27FC236}">
                        <a16:creationId xmlns:a16="http://schemas.microsoft.com/office/drawing/2014/main" id="{1A874039-B6A0-9467-E17A-409FF8EB46E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" name="Picture 30">
                    <a:extLst>
                      <a:ext uri="{FF2B5EF4-FFF2-40B4-BE49-F238E27FC236}">
                        <a16:creationId xmlns:a16="http://schemas.microsoft.com/office/drawing/2014/main" id="{52D8EFF5-2989-7937-D038-20DD4065309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2" name="Picture 31">
                    <a:extLst>
                      <a:ext uri="{FF2B5EF4-FFF2-40B4-BE49-F238E27FC236}">
                        <a16:creationId xmlns:a16="http://schemas.microsoft.com/office/drawing/2014/main" id="{974BF25E-BEEE-69C4-DB2C-69DE9B921DD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47664"/>
                    <a:ext cx="731521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33" name="Picture 32">
                    <a:extLst>
                      <a:ext uri="{FF2B5EF4-FFF2-40B4-BE49-F238E27FC236}">
                        <a16:creationId xmlns:a16="http://schemas.microsoft.com/office/drawing/2014/main" id="{98CD0387-CC5D-42B3-8606-535A18E0F64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4" name="Picture 33">
                    <a:extLst>
                      <a:ext uri="{FF2B5EF4-FFF2-40B4-BE49-F238E27FC236}">
                        <a16:creationId xmlns:a16="http://schemas.microsoft.com/office/drawing/2014/main" id="{FF5F831E-1871-89FD-7A7F-D4EF531CA8F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5" name="Picture 34">
                    <a:extLst>
                      <a:ext uri="{FF2B5EF4-FFF2-40B4-BE49-F238E27FC236}">
                        <a16:creationId xmlns:a16="http://schemas.microsoft.com/office/drawing/2014/main" id="{C0CE2ED7-3ECD-6F9C-17A3-BE4CB0CB5F6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6" name="Picture 35">
                    <a:extLst>
                      <a:ext uri="{FF2B5EF4-FFF2-40B4-BE49-F238E27FC236}">
                        <a16:creationId xmlns:a16="http://schemas.microsoft.com/office/drawing/2014/main" id="{BC74FD53-8817-0248-E407-C1746CA84D8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1685520"/>
                    <a:ext cx="731521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37" name="Picture 36">
                    <a:extLst>
                      <a:ext uri="{FF2B5EF4-FFF2-40B4-BE49-F238E27FC236}">
                        <a16:creationId xmlns:a16="http://schemas.microsoft.com/office/drawing/2014/main" id="{8F99F0C0-6096-4F29-7773-91AA2826421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E948EF40-2D8D-E28B-1630-5790AA152D7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9" name="Picture 38">
                    <a:extLst>
                      <a:ext uri="{FF2B5EF4-FFF2-40B4-BE49-F238E27FC236}">
                        <a16:creationId xmlns:a16="http://schemas.microsoft.com/office/drawing/2014/main" id="{0B2FB280-3454-67D7-978E-775ACFD2A33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0" name="Picture 39">
                    <a:extLst>
                      <a:ext uri="{FF2B5EF4-FFF2-40B4-BE49-F238E27FC236}">
                        <a16:creationId xmlns:a16="http://schemas.microsoft.com/office/drawing/2014/main" id="{80D0A4A3-2A37-15FC-D845-24F8B224E8D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E805851F-3B78-862C-7A6F-0D9C170E7B5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2" name="Picture 41">
                    <a:extLst>
                      <a:ext uri="{FF2B5EF4-FFF2-40B4-BE49-F238E27FC236}">
                        <a16:creationId xmlns:a16="http://schemas.microsoft.com/office/drawing/2014/main" id="{9BD8CE27-EEF7-18DC-6C8B-FCBA665DF97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3" name="Picture 42">
                    <a:extLst>
                      <a:ext uri="{FF2B5EF4-FFF2-40B4-BE49-F238E27FC236}">
                        <a16:creationId xmlns:a16="http://schemas.microsoft.com/office/drawing/2014/main" id="{D329B17E-92FA-7155-9053-C082ED2ADC0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4" name="Picture 43">
                    <a:extLst>
                      <a:ext uri="{FF2B5EF4-FFF2-40B4-BE49-F238E27FC236}">
                        <a16:creationId xmlns:a16="http://schemas.microsoft.com/office/drawing/2014/main" id="{027081AE-E6FF-05B2-FCBF-EB0EA54B10B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5" name="Picture 44">
                    <a:extLst>
                      <a:ext uri="{FF2B5EF4-FFF2-40B4-BE49-F238E27FC236}">
                        <a16:creationId xmlns:a16="http://schemas.microsoft.com/office/drawing/2014/main" id="{27DCD0D8-89B8-21A9-9EE5-0D0F5504D8F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6" name="Picture 45">
                    <a:extLst>
                      <a:ext uri="{FF2B5EF4-FFF2-40B4-BE49-F238E27FC236}">
                        <a16:creationId xmlns:a16="http://schemas.microsoft.com/office/drawing/2014/main" id="{40F70572-6745-6311-DCE2-962152B236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Picture 46">
                    <a:extLst>
                      <a:ext uri="{FF2B5EF4-FFF2-40B4-BE49-F238E27FC236}">
                        <a16:creationId xmlns:a16="http://schemas.microsoft.com/office/drawing/2014/main" id="{E500873D-0E3B-82C2-1D6E-3844B0D926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  <a:ln w="25400">
                    <a:noFill/>
                  </a:ln>
                </p:spPr>
              </p:pic>
              <p:pic>
                <p:nvPicPr>
                  <p:cNvPr id="48" name="Picture 47">
                    <a:extLst>
                      <a:ext uri="{FF2B5EF4-FFF2-40B4-BE49-F238E27FC236}">
                        <a16:creationId xmlns:a16="http://schemas.microsoft.com/office/drawing/2014/main" id="{AB099E49-5060-40EA-15EA-6258297E33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8B74A99-4299-DB3F-C2A3-F9F403C26E74}"/>
                    </a:ext>
                  </a:extLst>
                </p:cNvPr>
                <p:cNvSpPr txBox="1"/>
                <p:nvPr/>
              </p:nvSpPr>
              <p:spPr>
                <a:xfrm>
                  <a:off x="2070840" y="4811575"/>
                  <a:ext cx="631963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3" name="Graphic 22" descr="Arrow Up with solid fill">
                  <a:extLst>
                    <a:ext uri="{FF2B5EF4-FFF2-40B4-BE49-F238E27FC236}">
                      <a16:creationId xmlns:a16="http://schemas.microsoft.com/office/drawing/2014/main" id="{F439B36F-5D5F-51C0-9991-553E83F24C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8103524">
                  <a:off x="2249044" y="5373953"/>
                  <a:ext cx="548641" cy="548639"/>
                </a:xfrm>
                <a:prstGeom prst="rect">
                  <a:avLst/>
                </a:prstGeom>
              </p:spPr>
            </p:pic>
          </p:grp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430001C9-C9F4-CC11-3E53-F5E68ADE13EB}"/>
                  </a:ext>
                </a:extLst>
              </p:cNvPr>
              <p:cNvCxnSpPr>
                <a:stCxn id="20" idx="3"/>
                <a:endCxn id="27" idx="0"/>
              </p:cNvCxnSpPr>
              <p:nvPr/>
            </p:nvCxnSpPr>
            <p:spPr>
              <a:xfrm flipH="1" flipV="1">
                <a:off x="7472107" y="2443795"/>
                <a:ext cx="172247" cy="2059969"/>
              </a:xfrm>
              <a:prstGeom prst="bentConnector4">
                <a:avLst>
                  <a:gd name="adj1" fmla="val -510220"/>
                  <a:gd name="adj2" fmla="val 111097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27533ED-AF1E-CF12-3485-9A099FBE7555}"/>
                </a:ext>
              </a:extLst>
            </p:cNvPr>
            <p:cNvSpPr txBox="1"/>
            <p:nvPr/>
          </p:nvSpPr>
          <p:spPr>
            <a:xfrm>
              <a:off x="7104992" y="2679600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C43C7C-2183-9E59-0F72-B7E2F8847A0B}"/>
                </a:ext>
              </a:extLst>
            </p:cNvPr>
            <p:cNvSpPr txBox="1"/>
            <p:nvPr/>
          </p:nvSpPr>
          <p:spPr>
            <a:xfrm>
              <a:off x="10218947" y="419436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1355D7-DFEB-8773-FB11-C7F8D75561EF}"/>
                </a:ext>
              </a:extLst>
            </p:cNvPr>
            <p:cNvSpPr txBox="1"/>
            <p:nvPr/>
          </p:nvSpPr>
          <p:spPr>
            <a:xfrm>
              <a:off x="4382836" y="4215657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2475DB-203F-381A-4ACD-F6CC6C671D8A}"/>
                </a:ext>
              </a:extLst>
            </p:cNvPr>
            <p:cNvSpPr txBox="1"/>
            <p:nvPr/>
          </p:nvSpPr>
          <p:spPr>
            <a:xfrm>
              <a:off x="1880515" y="3444391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FF26A2B-2F82-33A9-C2CF-392D05205EC9}"/>
              </a:ext>
            </a:extLst>
          </p:cNvPr>
          <p:cNvGrpSpPr/>
          <p:nvPr/>
        </p:nvGrpSpPr>
        <p:grpSpPr>
          <a:xfrm>
            <a:off x="3617977" y="80327"/>
            <a:ext cx="6395270" cy="593711"/>
            <a:chOff x="3617977" y="80327"/>
            <a:chExt cx="6395270" cy="59371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0B446B-9C53-CC25-3636-700BCA69A956}"/>
                </a:ext>
              </a:extLst>
            </p:cNvPr>
            <p:cNvSpPr txBox="1"/>
            <p:nvPr/>
          </p:nvSpPr>
          <p:spPr>
            <a:xfrm>
              <a:off x="3617977" y="19574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0CEEEC-66A8-8ECE-F3D8-A67C6AC91530}"/>
                </a:ext>
              </a:extLst>
            </p:cNvPr>
            <p:cNvSpPr txBox="1"/>
            <p:nvPr/>
          </p:nvSpPr>
          <p:spPr>
            <a:xfrm>
              <a:off x="3624858" y="365021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E50D36-F98C-9D4B-55A9-98202BFC6E31}"/>
                </a:ext>
              </a:extLst>
            </p:cNvPr>
            <p:cNvSpPr txBox="1"/>
            <p:nvPr/>
          </p:nvSpPr>
          <p:spPr>
            <a:xfrm>
              <a:off x="3900454" y="80327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Actual Password to Click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11E6C2-DFA2-6B65-BACD-8C2566A1B40B}"/>
                </a:ext>
              </a:extLst>
            </p:cNvPr>
            <p:cNvSpPr txBox="1"/>
            <p:nvPr/>
          </p:nvSpPr>
          <p:spPr>
            <a:xfrm>
              <a:off x="3907087" y="304706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Registered Password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286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B16B-9757-A96B-B3D0-00EAA0E0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790B727-E012-612B-553E-EE43F56B36A5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D4DC6CD-41B7-6983-05B7-C08BE0CFDF7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4149214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 2 (Corner) Example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E43C8AE-B078-DDB6-B1BF-CFD15A30707A}"/>
              </a:ext>
            </a:extLst>
          </p:cNvPr>
          <p:cNvGrpSpPr/>
          <p:nvPr/>
        </p:nvGrpSpPr>
        <p:grpSpPr>
          <a:xfrm>
            <a:off x="1490053" y="1519115"/>
            <a:ext cx="9211895" cy="3003936"/>
            <a:chOff x="1122036" y="1519115"/>
            <a:chExt cx="9211895" cy="300393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FD4D8DC-CC82-1836-869C-2E55AB3F7B25}"/>
                </a:ext>
              </a:extLst>
            </p:cNvPr>
            <p:cNvSpPr/>
            <p:nvPr/>
          </p:nvSpPr>
          <p:spPr>
            <a:xfrm>
              <a:off x="3467041" y="1909485"/>
              <a:ext cx="334368" cy="35400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Out of Grid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3879F28F-6909-A3D9-A31A-90DCBE7C6369}"/>
                </a:ext>
              </a:extLst>
            </p:cNvPr>
            <p:cNvGrpSpPr/>
            <p:nvPr/>
          </p:nvGrpSpPr>
          <p:grpSpPr>
            <a:xfrm>
              <a:off x="3812553" y="2265656"/>
              <a:ext cx="1774760" cy="1886658"/>
              <a:chOff x="6911957" y="1673556"/>
              <a:chExt cx="3882769" cy="3898648"/>
            </a:xfrm>
          </p:grpSpPr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2BD703DE-25D8-0841-0467-DE3E83338C9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7" name="Picture 156">
                <a:extLst>
                  <a:ext uri="{FF2B5EF4-FFF2-40B4-BE49-F238E27FC236}">
                    <a16:creationId xmlns:a16="http://schemas.microsoft.com/office/drawing/2014/main" id="{26A976A4-9C52-F593-BED5-7BB5D0C2CD7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9DD0C9FB-E13F-53F6-2F70-AA25DE3B5E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404284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4487F7FF-AD4E-596C-F765-605CD3A3022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F21811D1-FDC4-3998-FECF-141FBED3192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1" name="Picture 160">
                <a:extLst>
                  <a:ext uri="{FF2B5EF4-FFF2-40B4-BE49-F238E27FC236}">
                    <a16:creationId xmlns:a16="http://schemas.microsoft.com/office/drawing/2014/main" id="{DA984196-7836-20EC-9613-F2E87EA2222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325219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8E7EFF93-0888-7050-19A4-2CEF583B75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7585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D55319BC-E50F-82BA-504C-3834A424DD6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40684"/>
                <a:ext cx="731520" cy="731520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  <a:effectLst>
                <a:softEdge rad="0"/>
              </a:effectLst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1D26AFBA-BC91-9498-B644-E14BDE3B336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1957" y="1678644"/>
                <a:ext cx="731521" cy="731521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  <a:effectLst>
                <a:softEdge rad="0"/>
              </a:effectLst>
            </p:spPr>
          </p:pic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9E172C50-0CCA-0828-257F-CC20C3EB8D2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6" name="Picture 165">
                <a:extLst>
                  <a:ext uri="{FF2B5EF4-FFF2-40B4-BE49-F238E27FC236}">
                    <a16:creationId xmlns:a16="http://schemas.microsoft.com/office/drawing/2014/main" id="{5941C429-F83A-7736-7B9F-5B9C6716940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9D370249-1AD8-AC66-69FE-E6A31221A80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045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C3C55399-6B6F-DDC7-EC96-958F6DB3BF7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ln w="25400">
                <a:noFill/>
              </a:ln>
              <a:effectLst>
                <a:softEdge rad="0"/>
              </a:effectLst>
            </p:spPr>
          </p:pic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1ADCB517-B877-2F41-F6B0-F37F3D4733C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324874EE-1592-E3F6-7A96-4DE5FA3D36A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91314B1B-0AA3-C771-131C-019635653C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050" y="1673556"/>
                <a:ext cx="731521" cy="731521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0F038F60-98A2-0E64-CD08-254B7362453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32729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1C0AE75D-4652-E2D2-016C-2C75D4CD73C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63206" y="326958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4" name="Picture 173">
                <a:extLst>
                  <a:ext uri="{FF2B5EF4-FFF2-40B4-BE49-F238E27FC236}">
                    <a16:creationId xmlns:a16="http://schemas.microsoft.com/office/drawing/2014/main" id="{6CCE46B5-D600-A26D-FA2A-B6C580D79BC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3BB2C337-F01E-933A-B13B-80DFDFC5BDD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9370082F-1368-C6D1-6CB9-A514C60655B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7" name="Picture 176">
                <a:extLst>
                  <a:ext uri="{FF2B5EF4-FFF2-40B4-BE49-F238E27FC236}">
                    <a16:creationId xmlns:a16="http://schemas.microsoft.com/office/drawing/2014/main" id="{815A5A65-98AA-3A82-BF62-024BC508E2A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8" name="Picture 177">
                <a:extLst>
                  <a:ext uri="{FF2B5EF4-FFF2-40B4-BE49-F238E27FC236}">
                    <a16:creationId xmlns:a16="http://schemas.microsoft.com/office/drawing/2014/main" id="{FCD7B672-FE74-4026-20F9-F55BFCDE32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9F24955B-D39D-0FDC-36D4-C1B347664E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  <a:ln w="25400">
                <a:noFill/>
              </a:ln>
            </p:spPr>
          </p:pic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3913B276-74FA-B1FC-4DF5-6D3B3EDAFA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46AE7EC9-A9B9-C76A-7B03-015ED4DC3F45}"/>
                </a:ext>
              </a:extLst>
            </p:cNvPr>
            <p:cNvSpPr txBox="1"/>
            <p:nvPr/>
          </p:nvSpPr>
          <p:spPr>
            <a:xfrm>
              <a:off x="3926749" y="2488455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pic>
          <p:nvPicPr>
            <p:cNvPr id="155" name="Graphic 154" descr="Arrow Up with solid fill">
              <a:extLst>
                <a:ext uri="{FF2B5EF4-FFF2-40B4-BE49-F238E27FC236}">
                  <a16:creationId xmlns:a16="http://schemas.microsoft.com/office/drawing/2014/main" id="{56C6D002-E429-4169-FC19-89161B7DA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rot="18938243">
              <a:off x="3678497" y="2134398"/>
              <a:ext cx="250776" cy="265501"/>
            </a:xfrm>
            <a:prstGeom prst="rect">
              <a:avLst/>
            </a:prstGeom>
          </p:spPr>
        </p:pic>
        <p:cxnSp>
          <p:nvCxnSpPr>
            <p:cNvPr id="182" name="Connector: Elbow 181">
              <a:extLst>
                <a:ext uri="{FF2B5EF4-FFF2-40B4-BE49-F238E27FC236}">
                  <a16:creationId xmlns:a16="http://schemas.microsoft.com/office/drawing/2014/main" id="{04DF5CEF-F0DE-E812-712E-CAFC5325CAC5}"/>
                </a:ext>
              </a:extLst>
            </p:cNvPr>
            <p:cNvCxnSpPr>
              <a:cxnSpLocks/>
              <a:stCxn id="152" idx="2"/>
              <a:endCxn id="163" idx="2"/>
            </p:cNvCxnSpPr>
            <p:nvPr/>
          </p:nvCxnSpPr>
          <p:spPr>
            <a:xfrm rot="16200000" flipH="1">
              <a:off x="3580744" y="2316967"/>
              <a:ext cx="1888827" cy="1781865"/>
            </a:xfrm>
            <a:prstGeom prst="bentConnector3">
              <a:avLst>
                <a:gd name="adj1" fmla="val 109145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82A531DF-5774-2955-A47D-6932AD2514A2}"/>
                </a:ext>
              </a:extLst>
            </p:cNvPr>
            <p:cNvGrpSpPr/>
            <p:nvPr/>
          </p:nvGrpSpPr>
          <p:grpSpPr>
            <a:xfrm>
              <a:off x="1122036" y="1924101"/>
              <a:ext cx="2118376" cy="2244456"/>
              <a:chOff x="965426" y="972964"/>
              <a:chExt cx="4634523" cy="4638016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8F16F2ED-1AA0-71D6-ABB0-7AEF4E02900A}"/>
                  </a:ext>
                </a:extLst>
              </p:cNvPr>
              <p:cNvSpPr/>
              <p:nvPr/>
            </p:nvSpPr>
            <p:spPr>
              <a:xfrm>
                <a:off x="4868428" y="972964"/>
                <a:ext cx="731521" cy="73152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Out of Grid</a:t>
                </a:r>
              </a:p>
            </p:txBody>
          </p: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32782AFA-DECA-2660-781E-8E1FAF4B891F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70490" cy="3901734"/>
                <a:chOff x="6929426" y="1679085"/>
                <a:chExt cx="3870490" cy="3901734"/>
              </a:xfrm>
            </p:grpSpPr>
            <p:pic>
              <p:nvPicPr>
                <p:cNvPr id="258" name="Picture 257">
                  <a:extLst>
                    <a:ext uri="{FF2B5EF4-FFF2-40B4-BE49-F238E27FC236}">
                      <a16:creationId xmlns:a16="http://schemas.microsoft.com/office/drawing/2014/main" id="{7E64EDAE-4870-1C8A-246B-9A5F3927091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59" name="Picture 258">
                  <a:extLst>
                    <a:ext uri="{FF2B5EF4-FFF2-40B4-BE49-F238E27FC236}">
                      <a16:creationId xmlns:a16="http://schemas.microsoft.com/office/drawing/2014/main" id="{D15C73DE-9A8B-0AE6-9A4F-86C9405A5E5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0" name="Picture 259">
                  <a:extLst>
                    <a:ext uri="{FF2B5EF4-FFF2-40B4-BE49-F238E27FC236}">
                      <a16:creationId xmlns:a16="http://schemas.microsoft.com/office/drawing/2014/main" id="{4E255B52-0032-7903-9587-63FD9BBD793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61" name="Picture 260">
                  <a:extLst>
                    <a:ext uri="{FF2B5EF4-FFF2-40B4-BE49-F238E27FC236}">
                      <a16:creationId xmlns:a16="http://schemas.microsoft.com/office/drawing/2014/main" id="{3B02E19C-D8E8-A187-E42A-904938E7661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2" name="Picture 261">
                  <a:extLst>
                    <a:ext uri="{FF2B5EF4-FFF2-40B4-BE49-F238E27FC236}">
                      <a16:creationId xmlns:a16="http://schemas.microsoft.com/office/drawing/2014/main" id="{A57F66CB-F483-FC36-9EF7-61CA6D32567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6119" y="4036058"/>
                  <a:ext cx="731521" cy="731519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3" name="Picture 262">
                  <a:extLst>
                    <a:ext uri="{FF2B5EF4-FFF2-40B4-BE49-F238E27FC236}">
                      <a16:creationId xmlns:a16="http://schemas.microsoft.com/office/drawing/2014/main" id="{5607BB91-2B2B-6113-4FA9-48CF041E6E6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52194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64" name="Picture 263">
                  <a:extLst>
                    <a:ext uri="{FF2B5EF4-FFF2-40B4-BE49-F238E27FC236}">
                      <a16:creationId xmlns:a16="http://schemas.microsoft.com/office/drawing/2014/main" id="{516FA05A-A953-31F5-7EA0-AAC2727E926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7585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5" name="Picture 264">
                  <a:extLst>
                    <a:ext uri="{FF2B5EF4-FFF2-40B4-BE49-F238E27FC236}">
                      <a16:creationId xmlns:a16="http://schemas.microsoft.com/office/drawing/2014/main" id="{7B5D4521-6617-8FAA-9E37-F0ACE61CC24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4068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6" name="Picture 265">
                  <a:extLst>
                    <a:ext uri="{FF2B5EF4-FFF2-40B4-BE49-F238E27FC236}">
                      <a16:creationId xmlns:a16="http://schemas.microsoft.com/office/drawing/2014/main" id="{84A92573-268E-1A2F-B0A7-EA75A50AA8A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8395" y="1694403"/>
                  <a:ext cx="731521" cy="731521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267" name="Picture 266">
                  <a:extLst>
                    <a:ext uri="{FF2B5EF4-FFF2-40B4-BE49-F238E27FC236}">
                      <a16:creationId xmlns:a16="http://schemas.microsoft.com/office/drawing/2014/main" id="{938C081D-8E32-1E64-6BF6-C9EBF7FBE39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8" name="Picture 267">
                  <a:extLst>
                    <a:ext uri="{FF2B5EF4-FFF2-40B4-BE49-F238E27FC236}">
                      <a16:creationId xmlns:a16="http://schemas.microsoft.com/office/drawing/2014/main" id="{EE90A8E9-C3BC-518C-261F-EC743B3384D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9" name="Picture 268">
                  <a:extLst>
                    <a:ext uri="{FF2B5EF4-FFF2-40B4-BE49-F238E27FC236}">
                      <a16:creationId xmlns:a16="http://schemas.microsoft.com/office/drawing/2014/main" id="{55A41288-3981-C0E9-1D78-817073B7632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0" name="Picture 269">
                  <a:extLst>
                    <a:ext uri="{FF2B5EF4-FFF2-40B4-BE49-F238E27FC236}">
                      <a16:creationId xmlns:a16="http://schemas.microsoft.com/office/drawing/2014/main" id="{AC0A51E7-409C-5387-4A48-51FF7B91E90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6767" y="1688086"/>
                  <a:ext cx="731521" cy="731521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71" name="Picture 270">
                  <a:extLst>
                    <a:ext uri="{FF2B5EF4-FFF2-40B4-BE49-F238E27FC236}">
                      <a16:creationId xmlns:a16="http://schemas.microsoft.com/office/drawing/2014/main" id="{E0B4ED6A-1270-5029-2770-D6604CFF2A4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2" name="Picture 271">
                  <a:extLst>
                    <a:ext uri="{FF2B5EF4-FFF2-40B4-BE49-F238E27FC236}">
                      <a16:creationId xmlns:a16="http://schemas.microsoft.com/office/drawing/2014/main" id="{24621D40-FE96-3B5E-2B73-486AE37198E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246820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3" name="Picture 272">
                  <a:extLst>
                    <a:ext uri="{FF2B5EF4-FFF2-40B4-BE49-F238E27FC236}">
                      <a16:creationId xmlns:a16="http://schemas.microsoft.com/office/drawing/2014/main" id="{FD68C0FB-8D0B-22E2-7765-E3157D82558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4" name="Picture 273">
                  <a:extLst>
                    <a:ext uri="{FF2B5EF4-FFF2-40B4-BE49-F238E27FC236}">
                      <a16:creationId xmlns:a16="http://schemas.microsoft.com/office/drawing/2014/main" id="{DBA36700-B75E-878A-3981-DA5AE174BA2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32729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5" name="Picture 274">
                  <a:extLst>
                    <a:ext uri="{FF2B5EF4-FFF2-40B4-BE49-F238E27FC236}">
                      <a16:creationId xmlns:a16="http://schemas.microsoft.com/office/drawing/2014/main" id="{F6DE0A2E-385F-FDDE-064A-0574AAA8627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3206" y="326958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6" name="Picture 275">
                  <a:extLst>
                    <a:ext uri="{FF2B5EF4-FFF2-40B4-BE49-F238E27FC236}">
                      <a16:creationId xmlns:a16="http://schemas.microsoft.com/office/drawing/2014/main" id="{B825CE5A-B5DF-F79F-8A03-E23F2C1A9A6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12804" y="4849300"/>
                  <a:ext cx="731521" cy="731519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7" name="Picture 276">
                  <a:extLst>
                    <a:ext uri="{FF2B5EF4-FFF2-40B4-BE49-F238E27FC236}">
                      <a16:creationId xmlns:a16="http://schemas.microsoft.com/office/drawing/2014/main" id="{3566AE40-8395-1E0B-E375-2169FC4BAB9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8" name="Picture 277">
                  <a:extLst>
                    <a:ext uri="{FF2B5EF4-FFF2-40B4-BE49-F238E27FC236}">
                      <a16:creationId xmlns:a16="http://schemas.microsoft.com/office/drawing/2014/main" id="{1CA63776-AA1D-5B7D-75F3-77028C93AE6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79" name="Picture 278">
                  <a:extLst>
                    <a:ext uri="{FF2B5EF4-FFF2-40B4-BE49-F238E27FC236}">
                      <a16:creationId xmlns:a16="http://schemas.microsoft.com/office/drawing/2014/main" id="{E32807EC-8C9C-D1D7-2F99-09BBC83A091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80" name="Picture 279">
                  <a:extLst>
                    <a:ext uri="{FF2B5EF4-FFF2-40B4-BE49-F238E27FC236}">
                      <a16:creationId xmlns:a16="http://schemas.microsoft.com/office/drawing/2014/main" id="{45C55CE9-A787-145F-DA4D-4195AFC09B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  <a:ln w="25400">
                  <a:noFill/>
                </a:ln>
              </p:spPr>
            </p:pic>
            <p:pic>
              <p:nvPicPr>
                <p:cNvPr id="281" name="Picture 280">
                  <a:extLst>
                    <a:ext uri="{FF2B5EF4-FFF2-40B4-BE49-F238E27FC236}">
                      <a16:creationId xmlns:a16="http://schemas.microsoft.com/office/drawing/2014/main" id="{510B9A37-5AC2-72A8-1623-1465EA642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1638" y="4840684"/>
                  <a:ext cx="731520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</p:spPr>
            </p:pic>
            <p:pic>
              <p:nvPicPr>
                <p:cNvPr id="282" name="Picture 281">
                  <a:extLst>
                    <a:ext uri="{FF2B5EF4-FFF2-40B4-BE49-F238E27FC236}">
                      <a16:creationId xmlns:a16="http://schemas.microsoft.com/office/drawing/2014/main" id="{7EC7791F-A14C-D44A-7326-55944953CB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</p:grp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3D0AAAA-E352-DFC1-14D7-E2DA624C1E83}"/>
                  </a:ext>
                </a:extLst>
              </p:cNvPr>
              <p:cNvSpPr txBox="1"/>
              <p:nvPr/>
            </p:nvSpPr>
            <p:spPr>
              <a:xfrm>
                <a:off x="3956827" y="2139163"/>
                <a:ext cx="631964" cy="34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257" name="Graphic 256" descr="Arrow Up with solid fill">
                <a:extLst>
                  <a:ext uri="{FF2B5EF4-FFF2-40B4-BE49-F238E27FC236}">
                    <a16:creationId xmlns:a16="http://schemas.microsoft.com/office/drawing/2014/main" id="{860C7624-871B-98D6-46A2-CF5C1C014E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2528528">
                <a:off x="4601758" y="1411459"/>
                <a:ext cx="548641" cy="548640"/>
              </a:xfrm>
              <a:prstGeom prst="rect">
                <a:avLst/>
              </a:prstGeom>
            </p:spPr>
          </p:pic>
        </p:grpSp>
        <p:cxnSp>
          <p:nvCxnSpPr>
            <p:cNvPr id="283" name="Connector: Elbow 282">
              <a:extLst>
                <a:ext uri="{FF2B5EF4-FFF2-40B4-BE49-F238E27FC236}">
                  <a16:creationId xmlns:a16="http://schemas.microsoft.com/office/drawing/2014/main" id="{B47FD1D1-D2B6-E9B0-3D51-D2CDFFF270F0}"/>
                </a:ext>
              </a:extLst>
            </p:cNvPr>
            <p:cNvCxnSpPr>
              <a:cxnSpLocks/>
              <a:stCxn id="254" idx="1"/>
              <a:endCxn id="281" idx="1"/>
            </p:cNvCxnSpPr>
            <p:nvPr/>
          </p:nvCxnSpPr>
          <p:spPr>
            <a:xfrm rot="10800000" flipV="1">
              <a:off x="1123048" y="2101102"/>
              <a:ext cx="1782997" cy="1886286"/>
            </a:xfrm>
            <a:prstGeom prst="bentConnector3">
              <a:avLst>
                <a:gd name="adj1" fmla="val 112821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E9EB29C6-0B48-4F0F-F9A7-AAA028DD4812}"/>
                </a:ext>
              </a:extLst>
            </p:cNvPr>
            <p:cNvGrpSpPr/>
            <p:nvPr/>
          </p:nvGrpSpPr>
          <p:grpSpPr>
            <a:xfrm>
              <a:off x="8232830" y="2257682"/>
              <a:ext cx="2101101" cy="2265369"/>
              <a:chOff x="233996" y="1709246"/>
              <a:chExt cx="4596730" cy="4681231"/>
            </a:xfrm>
          </p:grpSpPr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DA475F68-05FA-6AB8-6AC2-FFD841A31B1B}"/>
                  </a:ext>
                </a:extLst>
              </p:cNvPr>
              <p:cNvSpPr/>
              <p:nvPr/>
            </p:nvSpPr>
            <p:spPr>
              <a:xfrm>
                <a:off x="233996" y="5658956"/>
                <a:ext cx="731521" cy="73152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Out of Grid</a:t>
                </a:r>
              </a:p>
            </p:txBody>
          </p:sp>
          <p:grpSp>
            <p:nvGrpSpPr>
              <p:cNvPr id="292" name="Group 291">
                <a:extLst>
                  <a:ext uri="{FF2B5EF4-FFF2-40B4-BE49-F238E27FC236}">
                    <a16:creationId xmlns:a16="http://schemas.microsoft.com/office/drawing/2014/main" id="{80C0F930-AD11-B75F-2E61-4155B17EA6BF}"/>
                  </a:ext>
                </a:extLst>
              </p:cNvPr>
              <p:cNvGrpSpPr/>
              <p:nvPr/>
            </p:nvGrpSpPr>
            <p:grpSpPr>
              <a:xfrm>
                <a:off x="948991" y="1709246"/>
                <a:ext cx="3881735" cy="3911124"/>
                <a:chOff x="6912991" y="1679085"/>
                <a:chExt cx="3881735" cy="3911124"/>
              </a:xfrm>
            </p:grpSpPr>
            <p:pic>
              <p:nvPicPr>
                <p:cNvPr id="295" name="Picture 294">
                  <a:extLst>
                    <a:ext uri="{FF2B5EF4-FFF2-40B4-BE49-F238E27FC236}">
                      <a16:creationId xmlns:a16="http://schemas.microsoft.com/office/drawing/2014/main" id="{9FD1F6F0-0E51-1CC3-A770-BDAB0A0A358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96" name="Picture 295">
                  <a:extLst>
                    <a:ext uri="{FF2B5EF4-FFF2-40B4-BE49-F238E27FC236}">
                      <a16:creationId xmlns:a16="http://schemas.microsoft.com/office/drawing/2014/main" id="{FD8A2BCD-6DC4-3D16-9408-8CED2E4B22D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97" name="Picture 296">
                  <a:extLst>
                    <a:ext uri="{FF2B5EF4-FFF2-40B4-BE49-F238E27FC236}">
                      <a16:creationId xmlns:a16="http://schemas.microsoft.com/office/drawing/2014/main" id="{39DA38A5-A324-6477-BBB1-0BB89BE654A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98" name="Picture 297">
                  <a:extLst>
                    <a:ext uri="{FF2B5EF4-FFF2-40B4-BE49-F238E27FC236}">
                      <a16:creationId xmlns:a16="http://schemas.microsoft.com/office/drawing/2014/main" id="{FA558FF2-FED5-4E16-2498-0E901B6ECEE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99" name="Picture 298">
                  <a:extLst>
                    <a:ext uri="{FF2B5EF4-FFF2-40B4-BE49-F238E27FC236}">
                      <a16:creationId xmlns:a16="http://schemas.microsoft.com/office/drawing/2014/main" id="{9C93C8F9-1E51-AE74-C5D5-D00AD24031A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300" name="Picture 299">
                  <a:extLst>
                    <a:ext uri="{FF2B5EF4-FFF2-40B4-BE49-F238E27FC236}">
                      <a16:creationId xmlns:a16="http://schemas.microsoft.com/office/drawing/2014/main" id="{BEBFD43A-AC73-7D7C-32D4-43B6E81174A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5219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1" name="Picture 300">
                  <a:extLst>
                    <a:ext uri="{FF2B5EF4-FFF2-40B4-BE49-F238E27FC236}">
                      <a16:creationId xmlns:a16="http://schemas.microsoft.com/office/drawing/2014/main" id="{0D6D8762-91CA-F228-3E39-4C721AD763D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7585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2" name="Picture 301">
                  <a:extLst>
                    <a:ext uri="{FF2B5EF4-FFF2-40B4-BE49-F238E27FC236}">
                      <a16:creationId xmlns:a16="http://schemas.microsoft.com/office/drawing/2014/main" id="{4177A0A7-2CE9-099F-57CA-D1008A2D879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4068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3" name="Picture 302">
                  <a:extLst>
                    <a:ext uri="{FF2B5EF4-FFF2-40B4-BE49-F238E27FC236}">
                      <a16:creationId xmlns:a16="http://schemas.microsoft.com/office/drawing/2014/main" id="{15FAB5C7-9F59-2759-2110-494EB7B3699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12991" y="4858688"/>
                  <a:ext cx="731521" cy="731521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304" name="Picture 303">
                  <a:extLst>
                    <a:ext uri="{FF2B5EF4-FFF2-40B4-BE49-F238E27FC236}">
                      <a16:creationId xmlns:a16="http://schemas.microsoft.com/office/drawing/2014/main" id="{404824AD-5EE2-4AA4-787C-5EA8FF5AA1C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5" name="Picture 304">
                  <a:extLst>
                    <a:ext uri="{FF2B5EF4-FFF2-40B4-BE49-F238E27FC236}">
                      <a16:creationId xmlns:a16="http://schemas.microsoft.com/office/drawing/2014/main" id="{32E881C1-5D86-43B7-F862-42F73C4E958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6" name="Picture 305">
                  <a:extLst>
                    <a:ext uri="{FF2B5EF4-FFF2-40B4-BE49-F238E27FC236}">
                      <a16:creationId xmlns:a16="http://schemas.microsoft.com/office/drawing/2014/main" id="{0529DC1E-2DA4-5F00-9DC1-7F0BC7087F9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7" name="Picture 306">
                  <a:extLst>
                    <a:ext uri="{FF2B5EF4-FFF2-40B4-BE49-F238E27FC236}">
                      <a16:creationId xmlns:a16="http://schemas.microsoft.com/office/drawing/2014/main" id="{F3D15A4D-3FDE-68AC-39A2-3F785EE9673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6767" y="1688086"/>
                  <a:ext cx="731521" cy="731521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308" name="Picture 307">
                  <a:extLst>
                    <a:ext uri="{FF2B5EF4-FFF2-40B4-BE49-F238E27FC236}">
                      <a16:creationId xmlns:a16="http://schemas.microsoft.com/office/drawing/2014/main" id="{82C2A5EA-1308-AA9A-ECB0-F61D3F216A0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9" name="Picture 308">
                  <a:extLst>
                    <a:ext uri="{FF2B5EF4-FFF2-40B4-BE49-F238E27FC236}">
                      <a16:creationId xmlns:a16="http://schemas.microsoft.com/office/drawing/2014/main" id="{628571CA-5D8D-7531-44F5-E5C77B00DCD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246820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0" name="Picture 309">
                  <a:extLst>
                    <a:ext uri="{FF2B5EF4-FFF2-40B4-BE49-F238E27FC236}">
                      <a16:creationId xmlns:a16="http://schemas.microsoft.com/office/drawing/2014/main" id="{CC8D3A74-C9E1-A2F7-80FF-6F439F52E72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9BBAC9C8-CB9F-6FDF-1853-27795058981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32729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95032BC2-E1E3-D53A-8A29-32F65C36CA5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3206" y="326958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3" name="Picture 312">
                  <a:extLst>
                    <a:ext uri="{FF2B5EF4-FFF2-40B4-BE49-F238E27FC236}">
                      <a16:creationId xmlns:a16="http://schemas.microsoft.com/office/drawing/2014/main" id="{2C54F87C-308C-2E40-00D0-6FEE5FE485D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12804" y="4849300"/>
                  <a:ext cx="731521" cy="731519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4" name="Picture 313">
                  <a:extLst>
                    <a:ext uri="{FF2B5EF4-FFF2-40B4-BE49-F238E27FC236}">
                      <a16:creationId xmlns:a16="http://schemas.microsoft.com/office/drawing/2014/main" id="{29612E33-6020-30BA-9784-A5ACEC576A6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5" name="Picture 314">
                  <a:extLst>
                    <a:ext uri="{FF2B5EF4-FFF2-40B4-BE49-F238E27FC236}">
                      <a16:creationId xmlns:a16="http://schemas.microsoft.com/office/drawing/2014/main" id="{6438B0D5-1E8C-94FC-6040-D647F192F8F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6" name="Picture 315">
                  <a:extLst>
                    <a:ext uri="{FF2B5EF4-FFF2-40B4-BE49-F238E27FC236}">
                      <a16:creationId xmlns:a16="http://schemas.microsoft.com/office/drawing/2014/main" id="{E66F9F94-1E34-C087-AE9E-75FDF4224DD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7" name="Picture 316">
                  <a:extLst>
                    <a:ext uri="{FF2B5EF4-FFF2-40B4-BE49-F238E27FC236}">
                      <a16:creationId xmlns:a16="http://schemas.microsoft.com/office/drawing/2014/main" id="{427E85D5-813D-94F5-3B2E-97469BF07F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44915" y="4041705"/>
                  <a:ext cx="734470" cy="731519"/>
                </a:xfrm>
                <a:prstGeom prst="rect">
                  <a:avLst/>
                </a:prstGeom>
                <a:ln w="25400">
                  <a:noFill/>
                </a:ln>
              </p:spPr>
            </p:pic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C3F7C20B-0186-7644-0E34-276B9085FC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517" y="4034473"/>
                  <a:ext cx="731521" cy="731519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DF06DC33-105A-2D99-6441-A5DED15968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</p:grp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873975CC-3C17-2C4A-BA12-EC67D29039AE}"/>
                  </a:ext>
                </a:extLst>
              </p:cNvPr>
              <p:cNvSpPr txBox="1"/>
              <p:nvPr/>
            </p:nvSpPr>
            <p:spPr>
              <a:xfrm>
                <a:off x="1255946" y="5351841"/>
                <a:ext cx="631964" cy="34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294" name="Graphic 293" descr="Arrow Up with solid fill">
                <a:extLst>
                  <a:ext uri="{FF2B5EF4-FFF2-40B4-BE49-F238E27FC236}">
                    <a16:creationId xmlns:a16="http://schemas.microsoft.com/office/drawing/2014/main" id="{036ACAE8-502A-041E-95FF-25D040A4B1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13362599">
                <a:off x="691197" y="5373077"/>
                <a:ext cx="548641" cy="548640"/>
              </a:xfrm>
              <a:prstGeom prst="rect">
                <a:avLst/>
              </a:prstGeom>
            </p:spPr>
          </p:pic>
        </p:grpSp>
        <p:cxnSp>
          <p:nvCxnSpPr>
            <p:cNvPr id="320" name="Connector: Elbow 319">
              <a:extLst>
                <a:ext uri="{FF2B5EF4-FFF2-40B4-BE49-F238E27FC236}">
                  <a16:creationId xmlns:a16="http://schemas.microsoft.com/office/drawing/2014/main" id="{D3D13DFA-598B-C93D-4FF3-80AAC0DD0358}"/>
                </a:ext>
              </a:extLst>
            </p:cNvPr>
            <p:cNvCxnSpPr>
              <a:cxnSpLocks/>
              <a:stCxn id="291" idx="3"/>
              <a:endCxn id="299" idx="3"/>
            </p:cNvCxnSpPr>
            <p:nvPr/>
          </p:nvCxnSpPr>
          <p:spPr>
            <a:xfrm flipV="1">
              <a:off x="8567198" y="2445429"/>
              <a:ext cx="1764248" cy="1900621"/>
            </a:xfrm>
            <a:prstGeom prst="bentConnector3">
              <a:avLst>
                <a:gd name="adj1" fmla="val 112957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1871EF99-E25D-215B-51BF-FAC9978979E3}"/>
                </a:ext>
              </a:extLst>
            </p:cNvPr>
            <p:cNvSpPr txBox="1"/>
            <p:nvPr/>
          </p:nvSpPr>
          <p:spPr>
            <a:xfrm>
              <a:off x="1565502" y="1540349"/>
              <a:ext cx="101707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Northeast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FF780BBF-49D8-2065-E885-0BEFEC739ABB}"/>
                </a:ext>
              </a:extLst>
            </p:cNvPr>
            <p:cNvSpPr txBox="1"/>
            <p:nvPr/>
          </p:nvSpPr>
          <p:spPr>
            <a:xfrm>
              <a:off x="4273615" y="1519115"/>
              <a:ext cx="105048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Northwest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41311557-EACB-6ECE-CDDE-2980B11FF04C}"/>
                </a:ext>
              </a:extLst>
            </p:cNvPr>
            <p:cNvSpPr txBox="1"/>
            <p:nvPr/>
          </p:nvSpPr>
          <p:spPr>
            <a:xfrm>
              <a:off x="6383032" y="1540348"/>
              <a:ext cx="103310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Southeast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BC690BD9-C631-8FDF-CA53-3972AE00AAFF}"/>
                </a:ext>
              </a:extLst>
            </p:cNvPr>
            <p:cNvSpPr txBox="1"/>
            <p:nvPr/>
          </p:nvSpPr>
          <p:spPr>
            <a:xfrm>
              <a:off x="8988811" y="1542043"/>
              <a:ext cx="106651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Southwest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73ABFC3-1820-061F-8DEA-49BAC4435DCC}"/>
                </a:ext>
              </a:extLst>
            </p:cNvPr>
            <p:cNvGrpSpPr/>
            <p:nvPr/>
          </p:nvGrpSpPr>
          <p:grpSpPr>
            <a:xfrm>
              <a:off x="5892211" y="2263486"/>
              <a:ext cx="2110471" cy="2227951"/>
              <a:chOff x="965426" y="1709246"/>
              <a:chExt cx="4617228" cy="4603903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FDBBED-8F86-6E9E-72AB-1D7D4DCA9AD1}"/>
                  </a:ext>
                </a:extLst>
              </p:cNvPr>
              <p:cNvSpPr/>
              <p:nvPr/>
            </p:nvSpPr>
            <p:spPr>
              <a:xfrm>
                <a:off x="4851133" y="5581629"/>
                <a:ext cx="731521" cy="7315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Out of Grid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709D3DC-6539-C786-B7E4-746E296A7C8C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65300" cy="3893119"/>
                <a:chOff x="6929426" y="1679085"/>
                <a:chExt cx="3865300" cy="3893119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564115-0B36-0C8B-D446-E4AE8A55DC5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DB557958-19F7-E0EE-CDA4-1A6DC626D9A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6DDA429A-36DE-A8A6-F602-1215469D16D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4042843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47CFC5EA-5FA5-7883-C75A-2E9962E06C2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1E0EA4AC-5234-FB4F-1BB8-F1465F94073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814FB493-6269-0555-141E-3FB0C2DC080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325219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EF3D722F-31D1-8066-1C5E-A4B7457B778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7585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7109A8DA-49A6-72CC-6A1B-031B49C73F3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10640" y="4840301"/>
                  <a:ext cx="731521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8203E0E5-B78E-3625-A550-A298E5F39F4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33248" y="4819947"/>
                  <a:ext cx="731521" cy="731520"/>
                </a:xfrm>
                <a:prstGeom prst="rect">
                  <a:avLst/>
                </a:prstGeom>
                <a:ln w="254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E6393CC0-0D10-2140-6AEA-F00C3BF1E36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68C1B55D-A1BF-E97B-3BA3-403AEE91750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F732856C-3379-D70A-AB51-E752A23A335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2045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67F57EC2-8B66-04E8-BDD8-18CE3251816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4720" y="1685520"/>
                  <a:ext cx="731521" cy="731520"/>
                </a:xfrm>
                <a:prstGeom prst="rect">
                  <a:avLst/>
                </a:prstGeom>
                <a:ln w="254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3A7C1088-5709-5E41-C0CD-3DA425C8CCF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3F0CA8CB-ECD4-5724-1624-BA9A1CC1B00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246820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6AAEDA95-767A-6A9C-3BCE-EFAE69DEFAC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ln w="25400">
                  <a:solidFill>
                    <a:schemeClr val="tx1"/>
                  </a:solidFill>
                </a:ln>
                <a:effectLst>
                  <a:softEdge rad="0"/>
                </a:effectLst>
              </p:spPr>
            </p:pic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065697A2-37F5-445B-686D-A7BC1BD6DAE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0363" y="32729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466DE04A-F766-79E0-ED4A-1C6000A44EF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3206" y="326958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084FD440-44D4-ECC3-DC71-959818BA06C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CAAB8ED7-D76F-40D1-1523-2CA6208B3E1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89E8C793-3BD9-0C93-F7E4-DA20758E7C7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EA8ED720-BA2F-535A-2BBF-5B261CFC266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9CD74DF3-1133-E5C5-0918-D28D5B447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</p:spPr>
            </p:pic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CAA983E7-E499-356B-991F-F5D53E0801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1638" y="4840684"/>
                  <a:ext cx="731520" cy="731520"/>
                </a:xfrm>
                <a:prstGeom prst="rect">
                  <a:avLst/>
                </a:prstGeom>
                <a:ln w="25400">
                  <a:noFill/>
                </a:ln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556D5293-DEFD-EEF8-96F9-C200E833E3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30809D-6906-B7CD-252F-78B33AA88B66}"/>
                  </a:ext>
                </a:extLst>
              </p:cNvPr>
              <p:cNvSpPr txBox="1"/>
              <p:nvPr/>
            </p:nvSpPr>
            <p:spPr>
              <a:xfrm>
                <a:off x="4334257" y="4814535"/>
                <a:ext cx="631964" cy="34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pic>
            <p:nvPicPr>
              <p:cNvPr id="23" name="Graphic 22" descr="Arrow Up with solid fill">
                <a:extLst>
                  <a:ext uri="{FF2B5EF4-FFF2-40B4-BE49-F238E27FC236}">
                    <a16:creationId xmlns:a16="http://schemas.microsoft.com/office/drawing/2014/main" id="{8E8E759B-5BBA-A0CE-9927-FD1E5716A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8103524">
                <a:off x="4577572" y="5346238"/>
                <a:ext cx="548641" cy="548639"/>
              </a:xfrm>
              <a:prstGeom prst="rect">
                <a:avLst/>
              </a:prstGeom>
            </p:spPr>
          </p:pic>
        </p:grp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5864A496-A97E-8FA6-8F78-C1CB4B6E9178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 rot="16200000" flipV="1">
              <a:off x="6006842" y="2316713"/>
              <a:ext cx="1885402" cy="1778947"/>
            </a:xfrm>
            <a:prstGeom prst="bentConnector3">
              <a:avLst>
                <a:gd name="adj1" fmla="val 112125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CB82FD-BD08-BC3E-1F6D-B31228132AB3}"/>
              </a:ext>
            </a:extLst>
          </p:cNvPr>
          <p:cNvSpPr txBox="1"/>
          <p:nvPr/>
        </p:nvSpPr>
        <p:spPr>
          <a:xfrm>
            <a:off x="1576981" y="4020429"/>
            <a:ext cx="3565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2176C-356A-BDB7-2199-668045E4073E}"/>
              </a:ext>
            </a:extLst>
          </p:cNvPr>
          <p:cNvSpPr txBox="1"/>
          <p:nvPr/>
        </p:nvSpPr>
        <p:spPr>
          <a:xfrm>
            <a:off x="5733669" y="4024042"/>
            <a:ext cx="3565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9C0AE-BF02-9891-C5BE-77A18708C647}"/>
              </a:ext>
            </a:extLst>
          </p:cNvPr>
          <p:cNvSpPr txBox="1"/>
          <p:nvPr/>
        </p:nvSpPr>
        <p:spPr>
          <a:xfrm>
            <a:off x="6346321" y="2488455"/>
            <a:ext cx="3565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AAD7E-C3A6-0F60-A578-918D8B935492}"/>
              </a:ext>
            </a:extLst>
          </p:cNvPr>
          <p:cNvSpPr txBox="1"/>
          <p:nvPr/>
        </p:nvSpPr>
        <p:spPr>
          <a:xfrm>
            <a:off x="10473672" y="2488455"/>
            <a:ext cx="3565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F9A20-2818-0DC8-1B05-02B0EBCEE5F1}"/>
              </a:ext>
            </a:extLst>
          </p:cNvPr>
          <p:cNvGrpSpPr/>
          <p:nvPr/>
        </p:nvGrpSpPr>
        <p:grpSpPr>
          <a:xfrm>
            <a:off x="4441573" y="80940"/>
            <a:ext cx="6395270" cy="593711"/>
            <a:chOff x="3617977" y="80327"/>
            <a:chExt cx="6395270" cy="59371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32534B-64F6-2BCE-F6BE-0879B854160B}"/>
                </a:ext>
              </a:extLst>
            </p:cNvPr>
            <p:cNvSpPr txBox="1"/>
            <p:nvPr/>
          </p:nvSpPr>
          <p:spPr>
            <a:xfrm>
              <a:off x="3617977" y="19574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2C9DAE-4E6E-A5D6-8788-8172D0302295}"/>
                </a:ext>
              </a:extLst>
            </p:cNvPr>
            <p:cNvSpPr txBox="1"/>
            <p:nvPr/>
          </p:nvSpPr>
          <p:spPr>
            <a:xfrm>
              <a:off x="3624858" y="365021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05CBFF-8524-B329-2A87-58BC40356B7E}"/>
                </a:ext>
              </a:extLst>
            </p:cNvPr>
            <p:cNvSpPr txBox="1"/>
            <p:nvPr/>
          </p:nvSpPr>
          <p:spPr>
            <a:xfrm>
              <a:off x="3900454" y="80327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Actual Password to Click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0B8153-2F65-87CA-3B36-08F59F31EEF1}"/>
                </a:ext>
              </a:extLst>
            </p:cNvPr>
            <p:cNvSpPr txBox="1"/>
            <p:nvPr/>
          </p:nvSpPr>
          <p:spPr>
            <a:xfrm>
              <a:off x="3907087" y="304706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Registered Password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85748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2CEC-1FB9-1C2D-182C-3311127B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541A42-E3E5-A804-00FD-7BD74B4B9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7988" y="2858252"/>
            <a:ext cx="6226928" cy="1222433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2 – Normal Case Example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C29799-C76A-8104-6A8D-CF1D3A6C83F1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7F19E3E-341C-4CBC-F545-3105994043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CE2B2D-8FFB-E76E-4702-FAC0D0F148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8F9FA17-0D46-E3CF-6301-41329E5BAE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75E061B-F1DF-D785-F907-3907CF724C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E094AC1-01E0-EF14-FF3B-5B270E5BAD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BE4B794-E897-0642-1A29-DB63B8A87A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3F721B6-9948-DF01-22CC-6764A237B3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57B1457-090A-AF82-EFE6-D27676E088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1E05CF3-CD04-4922-AF33-589FCF4B83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A4EB796-6C34-EA4F-98C9-172EE2F005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5E7988F-E69E-9192-D119-A6728EF92E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75945A-09C7-2C7F-0A78-B7402F360D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ABF50EE-5690-0372-A06F-0C258DE462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9C042FD-9AAA-16D6-A014-987642B95E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5878A10-C1CA-770C-01C1-F32FB32B3E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09DD6AB-1BE1-EA3A-8458-A70F1B204A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CAABE08-EB77-6980-C4FD-974FC4D464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7AD9781-1526-5D3D-5764-586801B4AD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6DB7DB3-504F-CF7D-1819-BD8A4FA1E4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75566D7-7528-89CD-A532-D7934F26CE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D707967-7FE1-0961-137B-08066E16C7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B13F4F7-8420-08C7-0BB0-1D9E02DEA4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95C3DEC-E64D-F7DC-EAE6-0360DD770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7D87853-78D5-CBBC-CA3A-BE954F4B0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B36CC3E-7C2C-DC7A-E42C-BF574B7FE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4945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0BD1-71F1-085B-CA69-A3D80511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D0067162-2D45-5614-4B59-1B1A2616006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3991898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Registered Password &amp; Registered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EC691-4664-1DCD-5005-1EBFBD95D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82117" y="2732096"/>
            <a:ext cx="9384331" cy="1222433"/>
          </a:xfrm>
        </p:spPr>
        <p:txBody>
          <a:bodyPr>
            <a:noAutofit/>
          </a:bodyPr>
          <a:lstStyle/>
          <a:p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:</a:t>
            </a:r>
          </a:p>
          <a:p>
            <a:r>
              <a:rPr lang="en-US" sz="2000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2457A2-4784-BF46-7DFE-771CE2153A6C}"/>
              </a:ext>
            </a:extLst>
          </p:cNvPr>
          <p:cNvGrpSpPr/>
          <p:nvPr/>
        </p:nvGrpSpPr>
        <p:grpSpPr>
          <a:xfrm>
            <a:off x="5249112" y="2525155"/>
            <a:ext cx="3326274" cy="1005152"/>
            <a:chOff x="8242647" y="499604"/>
            <a:chExt cx="3326274" cy="100515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750B71-8FAA-A653-C46E-CFB10EBDA903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1DD0791-B76F-4FE0-45AA-B5ACFA2611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9518D0F-B8B8-5E6C-F03F-DE8FB0E5C77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32CE3A2-3BE1-43E0-9E79-4BBCA08978C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31AC753-8D69-DE1F-EEEB-18CFC5921CD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ECE008-FEE4-54B8-3EBF-8C927399D1CE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E58A4D-B276-B4BB-648B-8CE252F0FD0E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8BAFB1-3ED4-C6A6-8785-F793DB99E966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44B667-582A-D2F1-37CE-185D45317CE6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0445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A2D0-CEC0-0E2D-F07F-1BD1C082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DBA86A7-9555-C9E0-22B7-A8A59174D4D4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96AF3DD-2346-5B8E-987A-6D9EB80EF6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01B980F-4C5C-75BF-6817-2FB2C67304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E113A28-ED7B-3DB8-7EAE-BE03227927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CEC4FAF-0DF4-FE15-DFB2-19E718ACAE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1B15315-ECE0-E644-FA84-98124E5B7F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A922E3A-A7B9-AAF2-1D1C-14480B7F86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6DD0ED2D-F0C7-9F9E-81ED-439BB42231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DF97215F-1C93-D030-8760-C4B87F60EA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AD87078-B35A-7548-4259-FA4E04A808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EE184B2-8FD9-B2E2-3ADC-2FADBD82B9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6F739E1-FF86-937F-5F4E-2178E6A619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9C82EEA-8D9D-3AD5-E14A-40A820FF30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3F98A5E-2F9A-3F25-7053-EACD6575AA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012C270-1520-C320-4109-EC925551C52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0431E80-373A-8822-6A1D-4C9F9F1501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D831BDB7-C10E-6B16-B188-28190FD985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08D0B8E6-C212-6C47-80B2-67FDCD4FBC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A0636F1-7A8E-ACB3-9C6D-D822B83DA9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65820FAB-79F7-102F-29EB-DDCEE5E28C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6F74513-9F0B-8B9F-7911-1B8E760EF5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F0633833-F4CF-402D-A79D-92C0B9DD00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16F19CF2-AE1E-9C61-1AE1-89C984FB45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32640A3-C61B-55E9-1CA1-E5DAF246D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4D81E650-0544-AB5A-F8C1-BED3B3804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BF78DF5-9AC6-1BE7-4218-38D80345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5394B8A-AAD0-3026-A508-C97E1AD3354B}"/>
              </a:ext>
            </a:extLst>
          </p:cNvPr>
          <p:cNvSpPr txBox="1"/>
          <p:nvPr/>
        </p:nvSpPr>
        <p:spPr>
          <a:xfrm>
            <a:off x="2017817" y="371411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BFC4E813-E1CC-99F2-664E-2AEA57A509A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463906">
            <a:off x="2223838" y="2959116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EBA253D-D83F-AFBC-0B2C-B05551E45E0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1305285-9CE2-BE53-744F-39AF5887654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Northeast (up &amp; to right).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Northeast (up &amp; to right)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</a:p>
          <a:p>
            <a:pPr algn="l"/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010A416-14B2-378E-6AB2-8C1802BD891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96EE88-4AEA-007A-E212-37B3A2E90A4E}"/>
              </a:ext>
            </a:extLst>
          </p:cNvPr>
          <p:cNvGrpSpPr/>
          <p:nvPr/>
        </p:nvGrpSpPr>
        <p:grpSpPr>
          <a:xfrm>
            <a:off x="2948300" y="97706"/>
            <a:ext cx="9235524" cy="1072859"/>
            <a:chOff x="2333397" y="431897"/>
            <a:chExt cx="9235524" cy="10728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71FAA06-442C-5BBC-DF42-46DDAE86C29D}"/>
                </a:ext>
              </a:extLst>
            </p:cNvPr>
            <p:cNvGrpSpPr/>
            <p:nvPr/>
          </p:nvGrpSpPr>
          <p:grpSpPr>
            <a:xfrm>
              <a:off x="2391043" y="431897"/>
              <a:ext cx="9067638" cy="799227"/>
              <a:chOff x="2351714" y="222557"/>
              <a:chExt cx="9067638" cy="799227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87CB5C0-15F4-8842-98CA-A7D1497F31D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1714" y="22255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751D8DCD-813D-71E1-2CA8-19B45FE9B73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46AC8F5-8C1E-91C8-439C-3B9C1E2B54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3A054827-5648-75BE-5965-1BAB3DF705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9AD2B4D-3E7F-F772-F6B3-440D0093D140}"/>
                </a:ext>
              </a:extLst>
            </p:cNvPr>
            <p:cNvSpPr txBox="1"/>
            <p:nvPr/>
          </p:nvSpPr>
          <p:spPr>
            <a:xfrm>
              <a:off x="2333397" y="1143932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1D00771-973E-1D24-D9FA-A6BB823C0FCB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26BDB0-70F7-B807-CC67-04419E0B3839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882423E-A049-75FD-3906-C0DCAE0B9846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40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6319-7023-CD52-8839-A63E6847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56B01ACA-0752-04C8-27A3-22755A002C02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25B5FD1-28A7-668E-EC2D-D31E749336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B0B24ED-55D4-0F7B-A6E6-EFB32D6127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FEEE086-5764-B299-83EC-95A69CAAFB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76BE331-68E9-3ABC-F4D8-285D177BE2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2BF1924-5985-4FE1-0550-D407E717E3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5DA2EA9-B75C-AB5B-9FA2-E32425D87B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8F102AD-B1E0-2D2C-E902-5671D6CD4E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90EF08E-E524-077F-AD14-28329C9155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CAA31E0-F160-C38F-A4FB-775CB8CA21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E378D00-A572-39DE-665A-46A7C78548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3CBEF26-4828-BF2F-FD02-B1B1D8009F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50547DB-9EEA-4A48-B13C-DBDFE4D7AD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65405EF-51D0-C9AE-DE7E-ADD10EE7DE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ACFEC26-E0AD-5F74-E2AB-C195C8B027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2FD5BF9-63D4-E2D7-FFBB-ED4DD80462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15EA339D-C7AF-D3E1-1D08-2BA3777FB4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C2B90A4-E328-543D-8EB8-40D6AC434F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10450591-2CAB-2E99-30C5-787F8209FB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F869C6D-5A46-1527-ED60-F2A94F2755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CAD5833-D975-F3F4-87D4-F3DA66E81B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9FCCAC3-2A45-D04D-391E-DD1BC41BBC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D992859-AD87-7445-AFA3-DC1CD270B4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789C3A3-DA52-77AD-CF6B-D684FA5F8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1B6B418-66BF-25B3-DB92-DF911567E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8EABDCE-3AAD-B337-120D-A0E803106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B92BC82-F3A3-4C7A-B53F-EBE13D2A6B3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21549-8607-DCFB-0E26-57A39FB0197A}"/>
              </a:ext>
            </a:extLst>
          </p:cNvPr>
          <p:cNvSpPr txBox="1"/>
          <p:nvPr/>
        </p:nvSpPr>
        <p:spPr>
          <a:xfrm>
            <a:off x="2017817" y="371411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1A17F9B-E988-8617-705F-143D858DF1FA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2B26805-DD31-1676-4586-9D9563DBE0F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26A37-B04A-B39F-6401-1A431D92E754}"/>
              </a:ext>
            </a:extLst>
          </p:cNvPr>
          <p:cNvSpPr txBox="1"/>
          <p:nvPr/>
        </p:nvSpPr>
        <p:spPr>
          <a:xfrm>
            <a:off x="2743264" y="292779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351F2D-AE9B-B317-22CC-F45B3E58705B}"/>
              </a:ext>
            </a:extLst>
          </p:cNvPr>
          <p:cNvGrpSpPr/>
          <p:nvPr/>
        </p:nvGrpSpPr>
        <p:grpSpPr>
          <a:xfrm>
            <a:off x="2948300" y="97706"/>
            <a:ext cx="9235524" cy="1072859"/>
            <a:chOff x="2333397" y="431897"/>
            <a:chExt cx="9235524" cy="107285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36344C4-BF17-AB17-E4C3-303C7404C58A}"/>
                </a:ext>
              </a:extLst>
            </p:cNvPr>
            <p:cNvGrpSpPr/>
            <p:nvPr/>
          </p:nvGrpSpPr>
          <p:grpSpPr>
            <a:xfrm>
              <a:off x="2391043" y="431897"/>
              <a:ext cx="9067638" cy="799227"/>
              <a:chOff x="2351714" y="222557"/>
              <a:chExt cx="9067638" cy="799227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E8B27C9-FC6E-4D6F-5061-74A484C2326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1714" y="22255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1B573158-AD4C-4562-1F7E-8278F1E125F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90B286E0-C33C-23A6-ED20-19928D48CD8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059EDC1-B067-2FDA-53D7-2B21B64358B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BD1DF2-E711-F5DA-AC4F-15D150A4CC4E}"/>
                </a:ext>
              </a:extLst>
            </p:cNvPr>
            <p:cNvSpPr txBox="1"/>
            <p:nvPr/>
          </p:nvSpPr>
          <p:spPr>
            <a:xfrm>
              <a:off x="2333397" y="1143932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D9F0AD-0414-2B3F-81F0-20B161D347CE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F00C26-CA13-BA04-BF8B-D77962F0BD20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F280D7-09B2-0E8F-2448-3BB212B3C9C8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C761E1A6-B029-7EF4-25C5-AE207237E65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764" y="2380939"/>
            <a:ext cx="731520" cy="731520"/>
          </a:xfrm>
          <a:prstGeom prst="rect">
            <a:avLst/>
          </a:prstGeom>
        </p:spPr>
      </p:pic>
      <p:pic>
        <p:nvPicPr>
          <p:cNvPr id="30" name="Graphic 29" descr="Arrow Up with solid fill">
            <a:extLst>
              <a:ext uri="{FF2B5EF4-FFF2-40B4-BE49-F238E27FC236}">
                <a16:creationId xmlns:a16="http://schemas.microsoft.com/office/drawing/2014/main" id="{98EEDE77-77B6-EDF0-6AE9-37CA6124027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463906">
            <a:off x="2223838" y="2959116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2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26ED-EE66-EB23-529E-D531B474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C69451B0-0A8C-3E26-D40C-31246D4A36D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C734750-A184-52EA-EBCD-B796D58F48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41AFDB8-EFF7-E8C8-646A-A640225E9E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8CBFA2B-E932-EF83-4EC7-3811288300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B227C63-0E4B-6F6A-1A4D-287D42FC1B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49BAAF1-D0F1-F080-6C39-1671E036AC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EB0D036-DDDE-2DB8-7C50-A9ECE3DB5D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312BC56-CEEF-BDC1-D785-0C5E8C5416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E59837E-B0A4-0118-5C0F-3728A82534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616F0AD-5E02-3641-F2D2-2F6831E7BA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D5FD3A6-0B14-BEE9-F9BF-9A9FD9C798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5366A71-035E-1FD5-0685-C0C54AFAE7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BF646F9-F337-95CF-07EA-B3F940B4DB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1BE75CF5-C38E-585E-26A3-A8D67B9923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DECC580-6F13-3F2B-E7B6-0F054DDEA1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809BA12-99F6-F0F1-831F-5D4FECFB89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E4695F3-DFEB-68E6-B1C0-4DCC3D0889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15C5958-FA7E-BB13-0A90-DF9B03A9E1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33FDF57-E855-CD4D-1FD1-F530A2C1D6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A26AE76-7429-8B8F-8388-E7EF97E97E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8A92C0B-CD44-918B-35DF-5E47025D04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8FAEA39-FB61-4E81-DFEC-18C4BBFC89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582F232-2517-C461-2ED1-ECD1021162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325E677-3DD0-7412-C8BC-3CC5CEB09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9140AC3-4964-6C36-27B1-DBF883233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5089F44-2C74-E72F-52A8-AEB7ECDEC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049296F-382E-8CB1-6C61-F2146D33A338}"/>
              </a:ext>
            </a:extLst>
          </p:cNvPr>
          <p:cNvSpPr txBox="1"/>
          <p:nvPr/>
        </p:nvSpPr>
        <p:spPr>
          <a:xfrm>
            <a:off x="2779682" y="4048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1A354BCC-3BC1-8153-7C8B-A3882A3835E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8921294">
            <a:off x="2204213" y="3760716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B735172-1873-8B62-6EF8-21924D816EF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23ECA00-7BA4-94D4-B0C9-59106F84FC2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Northwest(up &amp; to left).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Northwest(up &amp; to left)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633A6AD-AA93-FFE4-D4E5-F916D12E4F3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20318D2-A273-14B0-5E65-4D26BECC94B3}"/>
              </a:ext>
            </a:extLst>
          </p:cNvPr>
          <p:cNvGrpSpPr/>
          <p:nvPr/>
        </p:nvGrpSpPr>
        <p:grpSpPr>
          <a:xfrm>
            <a:off x="2920213" y="136588"/>
            <a:ext cx="9263611" cy="1033977"/>
            <a:chOff x="2305310" y="470779"/>
            <a:chExt cx="9263611" cy="103397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3B3515-E94A-2639-3975-78EDDB88A925}"/>
                </a:ext>
              </a:extLst>
            </p:cNvPr>
            <p:cNvGrpSpPr/>
            <p:nvPr/>
          </p:nvGrpSpPr>
          <p:grpSpPr>
            <a:xfrm>
              <a:off x="2364271" y="470779"/>
              <a:ext cx="9094410" cy="760345"/>
              <a:chOff x="2324942" y="261439"/>
              <a:chExt cx="9094410" cy="76034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AD163C48-5363-C86F-AFF3-167235A1568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C10837D-CB61-E670-D423-5A3C5484274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61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55C3F32C-C71D-4065-949A-ABA32989888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2D001A77-BB22-7070-2941-49AB93E0DB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15D8FE3-A776-2449-CF17-7F94A80F5F1B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0D31303-88C9-0108-DDC7-F40EF748F119}"/>
                </a:ext>
              </a:extLst>
            </p:cNvPr>
            <p:cNvSpPr txBox="1"/>
            <p:nvPr/>
          </p:nvSpPr>
          <p:spPr>
            <a:xfrm>
              <a:off x="2305310" y="1192557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F21EF51-BFFF-62A3-203B-869F57839D4B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75AE248-E629-DDB3-39C0-E65C5F268227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035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D00A-EFB9-6CCB-EB0E-3E09AB54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096FD1E7-3B79-3A07-0B40-C340B0CC1453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10A6C90-9EBF-764D-871F-5FDCB58B0A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9D423A7-A3C7-9912-892D-0889AA9C55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1FF16F59-6CF3-063B-612D-ECE43923F04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B3A4450-CAE2-80BA-78A0-0602DD4221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F5083DD-99F9-AFC7-C2A4-9122A621DF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A9A6D32-F425-0AA1-0595-1433EC100C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5C2EACC-E877-E09F-9BA7-4967AFB4B3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6626B9-D4F7-EA97-948B-83431C7013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BC62D66-B57F-2737-FC8E-34D55BF7A6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F77C235-4C1A-C2D2-1F1E-6AE055D9CF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709F058-0865-8907-5304-27606227CD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36F4DE3-73D0-49E9-12B3-8E96D78C7D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A56A7E6-E0BD-2878-8CAF-968764607AE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6A59315F-1DFA-3706-2954-BE03BD0287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A243AA02-2138-1BF4-26A0-A77A5E22E9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1BA6798-33CF-D90A-86EE-B77054896B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860578E-CF0A-6410-F31F-5708C9B499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C5A4FC54-F07E-173C-439C-AFD1B1FD25A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017D185-CDA8-0FAD-B218-5B8FE90036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7C72F61-B4A1-5247-7C3B-9E9FACB830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E6A64FB-A73F-792E-C83D-CF525485D8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70A7723-813F-6F44-B5EE-B299BCC873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4BA1DB51-446B-866B-E254-898347183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C845550-3BCC-B786-0D81-8ACFE9479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BDF53F1-337A-5E71-EFF8-744230FC4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D7DDC66-4BCD-F7C9-0886-B0B3AE6B2E02}"/>
              </a:ext>
            </a:extLst>
          </p:cNvPr>
          <p:cNvSpPr txBox="1"/>
          <p:nvPr/>
        </p:nvSpPr>
        <p:spPr>
          <a:xfrm>
            <a:off x="2779682" y="4048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E9B437F5-1343-2A09-2F1E-9637693133E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8921294">
            <a:off x="2204213" y="3760716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8C8F80E-FC41-A389-57A0-DB429D6F992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CD10AA-CA4C-9491-D747-DED7B7A68E3A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C925E31-8F68-98EF-05EB-C92CB2A1C8A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ACD285-5E15-7437-5BE2-9FDCC5D6AF3F}"/>
              </a:ext>
            </a:extLst>
          </p:cNvPr>
          <p:cNvGrpSpPr/>
          <p:nvPr/>
        </p:nvGrpSpPr>
        <p:grpSpPr>
          <a:xfrm>
            <a:off x="2920213" y="136588"/>
            <a:ext cx="9263611" cy="1033977"/>
            <a:chOff x="2305310" y="470779"/>
            <a:chExt cx="9263611" cy="103397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C3C796A-9977-183E-0176-F192B9274B9C}"/>
                </a:ext>
              </a:extLst>
            </p:cNvPr>
            <p:cNvGrpSpPr/>
            <p:nvPr/>
          </p:nvGrpSpPr>
          <p:grpSpPr>
            <a:xfrm>
              <a:off x="2364271" y="470779"/>
              <a:ext cx="9094410" cy="760345"/>
              <a:chOff x="2324942" y="261439"/>
              <a:chExt cx="9094410" cy="76034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7555FD8-A735-61A4-1F6F-DEC5A6E9A27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8922B11-2F1E-1571-8FE9-1F90C2F1C45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61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DF0454D4-A568-08C0-F4AF-BF488388434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D691609C-93EF-5208-6CC1-A9E8886E6E3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82F0BA-33BE-C052-8BDA-E0DFDC2B3429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B9F6FD-D67A-3D6F-8D6A-6C4DA0868E9D}"/>
                </a:ext>
              </a:extLst>
            </p:cNvPr>
            <p:cNvSpPr txBox="1"/>
            <p:nvPr/>
          </p:nvSpPr>
          <p:spPr>
            <a:xfrm>
              <a:off x="2305310" y="1192557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D941AA-647B-D8A3-7343-78C6A2C39BE6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C94DABA-E828-79C4-67BA-28B1DEFAA325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ABBCFDE-5795-500D-C11F-8F4DECF1AA4B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769" y="2366627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34F5BF-0738-78AF-FAC2-AC1A0194507B}"/>
              </a:ext>
            </a:extLst>
          </p:cNvPr>
          <p:cNvSpPr txBox="1"/>
          <p:nvPr/>
        </p:nvSpPr>
        <p:spPr>
          <a:xfrm>
            <a:off x="1938662" y="325207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2521609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E83C-C263-1B01-4CC9-0B63118B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8A8D9E24-DFE1-FD9B-C805-20D3467BA243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775911E-1126-F9D2-5284-F3C5DDB872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022BABE-846F-C4AF-77AE-B672BD550F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D04572D-EEFA-7612-AA70-383D47346C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B471EAF-DE52-3D8C-4F3B-9C7AAEC61C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85E110D-0E12-64CE-2E22-0467E27A20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0391CF0-AE63-1A42-2A98-E7552AE599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EAFFCD5-DED6-14BB-2353-5C2C706ADF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D71EDF2-BD3D-E81F-69C8-E3B4A231E0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3E81E85-FD95-3C95-3DCC-45010D3544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84AF671-FFA0-CC43-B5F3-6B3916843B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8C74D9C-DC67-0554-058C-1BF1581993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1A66DED-E2FD-36CE-FEBB-04681A6F9A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DF8B7C9-64AD-8927-54BF-DA5783AFAB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CCBFCA1-E51B-4E1E-1A2A-0A9D611075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8B13392-0043-4DF0-836D-DC11E2744B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236E438-D0CE-C4CC-6A4F-381F34A1D5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8036B9C-80F3-60BE-6516-56D27CE9BF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5E6D287-EE36-98BE-F6BA-DAFEC5230C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FF3AB32-D01E-A875-DB4B-81421213F1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E2064D1-C2D4-9EEA-0054-210B4B6B8D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376BE41-8BCD-FBB6-259D-BF42A783FA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74B5AAD-6DE7-92C2-771F-0198991AFD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D0FC2C8-4C04-D106-A743-BBEDBFD46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D016F8E-CB02-A751-EB13-C76F3FE25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1DD1660-67C0-018D-025E-FA17E979A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7A352F0-5E7A-BFAF-51EA-6578C149804D}"/>
              </a:ext>
            </a:extLst>
          </p:cNvPr>
          <p:cNvSpPr txBox="1"/>
          <p:nvPr/>
        </p:nvSpPr>
        <p:spPr>
          <a:xfrm>
            <a:off x="1255117" y="3244334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DE55142A-1EC0-ACD4-3207-5AC3AD8F639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8054031">
            <a:off x="1478061" y="3819051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73A8658-F53A-EE0A-DAD9-5F66CA03C7A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4AD238-903D-B87E-F7FA-F10A0835043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Southeast (bottom &amp; to right).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Southeast (bottom &amp; to right)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093B76A-C09F-2EE8-94FC-2C45B5D8B23F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947CD9-DAF8-FD6F-FC34-289AD973E95F}"/>
              </a:ext>
            </a:extLst>
          </p:cNvPr>
          <p:cNvGrpSpPr/>
          <p:nvPr/>
        </p:nvGrpSpPr>
        <p:grpSpPr>
          <a:xfrm>
            <a:off x="2952402" y="165413"/>
            <a:ext cx="9231422" cy="1005152"/>
            <a:chOff x="2337499" y="499604"/>
            <a:chExt cx="9231422" cy="10051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F8FD74-F87B-8A37-61FD-6ABBF4D6E289}"/>
                </a:ext>
              </a:extLst>
            </p:cNvPr>
            <p:cNvGrpSpPr/>
            <p:nvPr/>
          </p:nvGrpSpPr>
          <p:grpSpPr>
            <a:xfrm>
              <a:off x="2364271" y="499604"/>
              <a:ext cx="9094410" cy="731520"/>
              <a:chOff x="2324942" y="290264"/>
              <a:chExt cx="9094410" cy="73152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8135B26-AC29-F79B-A45F-5B787081DAC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85747E8-613B-B014-3481-D2CA9DBE00D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3F382D8-8E03-6E88-C6D5-AAE1BA23003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012035DF-C4AF-8CFE-7B78-9E0C57B5D3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90B193-A4F2-D5B5-DC33-A45CEDE8FFAF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34FEED-AA73-2A18-1295-AFDB06B0F24E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67B05D-36F1-F5F6-6B50-49C013D33BBA}"/>
                </a:ext>
              </a:extLst>
            </p:cNvPr>
            <p:cNvSpPr txBox="1"/>
            <p:nvPr/>
          </p:nvSpPr>
          <p:spPr>
            <a:xfrm>
              <a:off x="2337499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8437A6-CB3A-22D1-5B5E-5E2030723DC5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7601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AB9A-0C30-6ED8-6F5D-4FD38CE7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720830C-46B5-9DAF-52FC-E6647C2975AF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E48389F-5DFA-CDE6-E8AE-E680D8EAFB2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D193050-8D04-A013-6CF5-0034C0467C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EC2BD93-AEC3-89C2-0593-641C7B40B9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9077219-23F9-DE77-1B93-CA36A701D6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DD23004-9E05-13DE-CD67-08E32FCF28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90340E6-2431-F748-EC7B-870A9E85CA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482A1C7-D440-709A-9B2F-27D97E0D00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6357A19-A72C-5910-CA2B-EE8650BEBC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CC082B4-B453-A82D-05FD-3DBC5808E5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3FBC1EC-C8DE-FE2E-7217-BEBED27106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DD7AA05-A35F-6571-7CAA-D5B71A09D2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C94B7FF-C3B2-A8DF-8399-61DBA1984B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49CCF801-0559-9C55-C605-2A6510BC7C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4C644A64-032C-3F7D-4432-9F93ACE0B8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18F10F8-50DE-8009-095B-1B88689A0D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23AF2F5-4FBC-C091-5D9B-1E288F7BE5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93163BF-0AFE-9971-4FA5-E2BF607D8E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ABF7B8BA-F773-E62A-F9B6-FEFF666E61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BF6659D-BCAD-F00D-F424-E6B20F2E8F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2B392F0-A0C5-A56E-B6D7-805FB61E76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A307C81C-38FD-4F09-4CBF-C3478B9C25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2100D37-88F9-6BFF-094B-B4CAD6278B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36285610-A383-5BFD-9162-AE998DFED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EC025363-3F76-995D-0E53-056E46275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7781E4F-376C-443B-8FCF-0C885A01B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4CB8ACB-EEAC-C9EF-177D-C828FED73441}"/>
              </a:ext>
            </a:extLst>
          </p:cNvPr>
          <p:cNvSpPr txBox="1"/>
          <p:nvPr/>
        </p:nvSpPr>
        <p:spPr>
          <a:xfrm>
            <a:off x="1255117" y="3244334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EEED8ED5-D304-BA4E-343E-E14BEC92C3C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8054031">
            <a:off x="1478061" y="3819051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6E69C8C-7EF9-07EF-E4AD-EEF98AE36824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375A0C9-4F13-49A2-835A-6AB97D50FF4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D73C30E-0082-0C33-BC43-AB43495B2C7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3EF061-664F-3AB6-A237-E71C07DE4258}"/>
              </a:ext>
            </a:extLst>
          </p:cNvPr>
          <p:cNvGrpSpPr/>
          <p:nvPr/>
        </p:nvGrpSpPr>
        <p:grpSpPr>
          <a:xfrm>
            <a:off x="2952402" y="165413"/>
            <a:ext cx="9231422" cy="1005152"/>
            <a:chOff x="2337499" y="499604"/>
            <a:chExt cx="9231422" cy="10051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A59655D-A080-CF96-D3CE-835A91A0B426}"/>
                </a:ext>
              </a:extLst>
            </p:cNvPr>
            <p:cNvGrpSpPr/>
            <p:nvPr/>
          </p:nvGrpSpPr>
          <p:grpSpPr>
            <a:xfrm>
              <a:off x="2364271" y="499604"/>
              <a:ext cx="9094410" cy="731520"/>
              <a:chOff x="2324942" y="290264"/>
              <a:chExt cx="9094410" cy="73152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C4A457F-ED65-A61B-0D03-6B8191CBD7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30806C85-2C59-D801-997C-60A8DF6364A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E97FB6E-5A70-AC36-B692-8DFB0D18089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1286EBD8-8AEE-BC05-6DF9-AD4CF4F0B7B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C5C99B-A97E-1A8C-D1D1-F989977F5771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5E72E3-5F85-FD86-B439-19F5A9DD4FAF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9D775F-8C2F-9885-C41C-465B54559F87}"/>
                </a:ext>
              </a:extLst>
            </p:cNvPr>
            <p:cNvSpPr txBox="1"/>
            <p:nvPr/>
          </p:nvSpPr>
          <p:spPr>
            <a:xfrm>
              <a:off x="2337499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A52995-415F-2C10-A697-2A57802348E9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898571A-9F5C-FCAF-D89E-A9B9936DED38}"/>
              </a:ext>
            </a:extLst>
          </p:cNvPr>
          <p:cNvSpPr txBox="1"/>
          <p:nvPr/>
        </p:nvSpPr>
        <p:spPr>
          <a:xfrm>
            <a:off x="1959332" y="4504369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0E460D-A405-AC00-A0E9-A15AA755A128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117" y="2440766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71535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7775-812E-7CC8-AA1E-49E4698A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B5295030-81C0-E6D7-7B10-D4D59763E82D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8DEA17F-CC59-99EF-4746-BEA59EA37C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3287C8B-C33C-4E37-F34D-7DB88D008DC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5D23DA2-5E20-DB9C-F120-23C84B50C0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927A22F-8025-71C2-69EA-D5B7FA1F3D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715DF1C-969A-8070-03F3-EC750290EE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46AC0A5-7098-5C90-0808-FF75A467B9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75173B98-BA26-5010-70EE-EB10285ACC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EBA3427-0286-8B1B-F4DC-1FDF0CA26B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BD960B1-756D-D532-1B55-700A713257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CDB48F5-2ADD-C6DA-252B-167D69F2C4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395314D-DCFC-4244-9128-B767752085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19B0657E-8052-0105-624C-946A5A676B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4F268EE-8B77-1F19-263F-FE5B3A3BA1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9198BB1-B8A9-44C3-8842-5CD14D10B6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62B27E4-2878-CB5C-0701-8D8BDEC112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8759CCF-D5A7-15D0-BAF8-6FE5C024B5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62D4206-793C-894F-41E4-E0B743936B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6060ED8-D13D-8180-6F10-3BB12A2019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CC90FBA-8A86-A571-6793-09B8B8DB94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D7858EC-7B4C-B562-7324-1E8A61EC73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80E5754-16A2-6912-61FA-041F095C70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2559D4D-8F4C-6374-7BB0-180D25F0E5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E7141FF-6FD8-E16E-9474-D5F383435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C7858C1-F2C3-7DC5-96AD-1361EB665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39224D4F-C3FE-A58A-F2A3-581CA8B51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5B0F669-F274-5F73-9708-4E8056BDED42}"/>
              </a:ext>
            </a:extLst>
          </p:cNvPr>
          <p:cNvSpPr txBox="1"/>
          <p:nvPr/>
        </p:nvSpPr>
        <p:spPr>
          <a:xfrm>
            <a:off x="3584666" y="371819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80A72DC5-1243-4038-0509-4D8CD896B85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3160795">
            <a:off x="2984571" y="3786065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F1C8789-E515-9915-A527-49F4942377D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DEFFDA8-4328-A2D6-57F6-5296467BF34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Southwest (bottom &amp; to left).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Southwest (bottom &amp; to left)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77F109F-8C96-F2DD-6B22-BA5648C76F6D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811EE-B0A5-C58C-4DED-B59A749F3F60}"/>
              </a:ext>
            </a:extLst>
          </p:cNvPr>
          <p:cNvGrpSpPr/>
          <p:nvPr/>
        </p:nvGrpSpPr>
        <p:grpSpPr>
          <a:xfrm>
            <a:off x="2955282" y="154312"/>
            <a:ext cx="8416099" cy="1009878"/>
            <a:chOff x="2340379" y="488503"/>
            <a:chExt cx="8416099" cy="100987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FD40FD8-C712-C3A8-EC60-3E57098E3A0D}"/>
                </a:ext>
              </a:extLst>
            </p:cNvPr>
            <p:cNvGrpSpPr/>
            <p:nvPr/>
          </p:nvGrpSpPr>
          <p:grpSpPr>
            <a:xfrm>
              <a:off x="2391043" y="488503"/>
              <a:ext cx="8258682" cy="742621"/>
              <a:chOff x="2351714" y="279163"/>
              <a:chExt cx="8258682" cy="74262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5679BDB-D443-AD50-725E-D6D86078A0A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2BE5F3DF-10BD-0D63-6047-BE5C7ECB3AC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6016104-30D9-EBF0-8F8C-17C86DDA4FF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C15C1CBE-A936-49AF-AB3B-54318356AA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1714" y="279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35098A-965B-D283-B755-3B5E8A28474D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2450A5-789E-77BE-E683-0402A0101CFD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A34904-C0BD-7717-85CE-53771AA43903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9BC2D0-3AFC-97FC-34D5-B62BAD3E5E0C}"/>
                </a:ext>
              </a:extLst>
            </p:cNvPr>
            <p:cNvSpPr txBox="1"/>
            <p:nvPr/>
          </p:nvSpPr>
          <p:spPr>
            <a:xfrm>
              <a:off x="2340379" y="1216656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28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63C9-2E22-93BF-372C-D70B1A8C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B2317282-09A7-957B-3748-6E542F664AB3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02596F1-F810-DA18-51B6-BB4CBE329F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971FD62-39B4-9A79-7DC7-7F142516C5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902A3AA-A15B-B820-1637-11FA9A70F0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B0F4639-D905-8E47-5573-7BB0073743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9BCF131-F74E-2E26-20F9-1B716AA20A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1CC5113-40B9-13A2-7132-58D991758D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7C294EFA-A8BB-E36C-7959-38DBBEFD31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B17DC44-4061-1A7B-B207-18C7A9660D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E67C6B3-FE7C-1701-49A0-A9C6300EDC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09A1D3C-C120-898D-D8C8-8C1BBB91B5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B955ABE-1BE3-16EC-49D7-F7F29F4EB6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3FCD37E-E12B-F733-AD65-B96B981EF4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2061C6B-A4AD-356F-8756-9FBA35DCBB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54A31EC-654D-FDEA-465E-8F750403CC5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8F07360-EF90-144E-4EA4-00AE285495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7918A46-B06F-1496-F226-0418C96186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DB61C64-0947-877B-252C-E7E985C7BC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A630E2C-9B2B-560F-26AE-298FC7A983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771B142-301A-B42C-2227-B9E5D1187B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3440282-AE64-72E7-D896-BDACB686AC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01A68E3-685A-E0AF-4DB1-AB79F9F831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C36EFB0-8D92-529B-9DD7-17529F3803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D320702-4A9A-F838-2138-0D7921280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8E1C9A9-8AF7-504A-F2F0-F0DBB5DB2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DC069D3-8F46-C58D-1D95-4CF0EC334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4408FCD-23B4-3800-32D4-56FB9D0C4626}"/>
              </a:ext>
            </a:extLst>
          </p:cNvPr>
          <p:cNvSpPr txBox="1"/>
          <p:nvPr/>
        </p:nvSpPr>
        <p:spPr>
          <a:xfrm>
            <a:off x="3584666" y="371819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099D9E61-E45E-6B25-40CB-92D7CB61014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3160795">
            <a:off x="2984571" y="3786065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A38F26E-A2D9-FF17-DD70-53B93EAF8C94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ABE3608-F369-12B9-E1DD-88EF4CCC15EE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DE3D66F-3BA3-5E39-1057-D421C2D7E7B2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52A7D0-83DA-D0F4-CD3C-F88288199555}"/>
              </a:ext>
            </a:extLst>
          </p:cNvPr>
          <p:cNvGrpSpPr/>
          <p:nvPr/>
        </p:nvGrpSpPr>
        <p:grpSpPr>
          <a:xfrm>
            <a:off x="2955282" y="154312"/>
            <a:ext cx="8416099" cy="1009878"/>
            <a:chOff x="2340379" y="488503"/>
            <a:chExt cx="8416099" cy="100987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EB892F-8C3D-83C9-03D0-9833D9DF4C95}"/>
                </a:ext>
              </a:extLst>
            </p:cNvPr>
            <p:cNvGrpSpPr/>
            <p:nvPr/>
          </p:nvGrpSpPr>
          <p:grpSpPr>
            <a:xfrm>
              <a:off x="2391043" y="488503"/>
              <a:ext cx="8258682" cy="742621"/>
              <a:chOff x="2351714" y="279163"/>
              <a:chExt cx="8258682" cy="74262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08A3A91-B00B-0CFD-2746-47330F62DD8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FD29AB-1FD4-94D6-6997-D0BCFC00FC7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A2FE533-27D0-50E9-8E45-F05B7DB6A37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C747C6-EC54-6812-2729-304108585C7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1714" y="279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BB74A-150A-4B14-178B-55F457A1C0B2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7A2824-92E3-2827-CA76-9354886C7914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1FB1A3-723D-F462-F2F4-E6962D165988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165CFD-042D-A62B-91CD-4760296E4828}"/>
                </a:ext>
              </a:extLst>
            </p:cNvPr>
            <p:cNvSpPr txBox="1"/>
            <p:nvPr/>
          </p:nvSpPr>
          <p:spPr>
            <a:xfrm>
              <a:off x="2340379" y="1216656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ADC0AA7-A137-F3E1-DA86-762CA26C0C72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411" y="2366627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5B8F5-A499-A31B-32B4-EA8805EEA511}"/>
              </a:ext>
            </a:extLst>
          </p:cNvPr>
          <p:cNvSpPr txBox="1"/>
          <p:nvPr/>
        </p:nvSpPr>
        <p:spPr>
          <a:xfrm>
            <a:off x="2441304" y="450151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2614193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3E29-2928-C416-3021-3A2690E7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4534FAC-569B-E14B-0434-D2110775DD9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10BFD9-57E1-A91D-86D4-91D11BE5012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 Need to Click for Successful Login:</a:t>
            </a:r>
          </a:p>
          <a:p>
            <a:pPr algn="l"/>
            <a:endParaRPr lang="en-US" sz="2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7F540F2-1858-1989-6ECC-7EBC5072396D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8FD4B3-B1C4-27D3-F2C1-973FC20FCE8F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2D7D0C8-4566-A707-3C79-7F8E59676F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587D29E-3E2A-601C-A648-759775B36C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53130BB-C4AA-082D-6ACB-719B4BBFC6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6836C8B-7D65-550B-B4B7-B43FE7788E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1E9D445-CA29-0C6A-E9C8-80A2D71ACC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3CF02AB-2300-47A7-ABCA-864D1AD007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1044" y="3256669"/>
              <a:ext cx="731520" cy="731520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2BD1083-6EE2-1983-5ACB-A47B42AD0C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7CC35FF-5978-D951-446B-D8DC7403A0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CED89CF-E2AB-BD81-88E3-0C0B7C3133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6986E8-E16D-8AB2-CA9F-57E6D8017D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207E7C6-CC49-BB6D-615C-08F7F20BAF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8AB1735-4E8E-92DC-380D-491CD4DBBC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D2F9BCC-36FF-8D39-00AF-24AF4139ED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E04C9C3-7D61-7587-4549-0E5B287E2A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2CB4B38-76D2-3893-CCA4-B7F6D4A625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ADC2B6D-9A80-AFDC-98E6-EA4F00EC4A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62028F0-273C-B349-9D15-9714ACC43E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1BEEC80-B67C-B304-19E0-1A5632EF23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DD4AFA5-DA8E-59FD-3F4B-C78DE54C30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B1FBD43-728B-2DAC-0265-8FB7FAF5A53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3BDAB45D-2F2F-BF62-627D-DA3AB010E6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DE84663-F014-0BFF-6CB4-06FC6C3126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F20E003-42D9-B4A1-BB26-FC81404B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3CC1A6F-AF44-D6B4-D141-F5AF8D725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7A580DA0-B89F-55A3-461B-43A63BBD3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4ED8C84-AE86-FD21-E2F2-196D0D9B7760}"/>
              </a:ext>
            </a:extLst>
          </p:cNvPr>
          <p:cNvSpPr txBox="1"/>
          <p:nvPr/>
        </p:nvSpPr>
        <p:spPr>
          <a:xfrm>
            <a:off x="2426640" y="4494582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5CDC6C-83DC-3DCD-0595-805DA7A4CAE9}"/>
              </a:ext>
            </a:extLst>
          </p:cNvPr>
          <p:cNvSpPr txBox="1"/>
          <p:nvPr/>
        </p:nvSpPr>
        <p:spPr>
          <a:xfrm>
            <a:off x="2426640" y="2921576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203481-2EE5-B17C-73F5-32B4980833B7}"/>
              </a:ext>
            </a:extLst>
          </p:cNvPr>
          <p:cNvSpPr txBox="1"/>
          <p:nvPr/>
        </p:nvSpPr>
        <p:spPr>
          <a:xfrm>
            <a:off x="1662036" y="4485222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A2B8AA-791C-5D7E-A781-76E65CEFAC1E}"/>
              </a:ext>
            </a:extLst>
          </p:cNvPr>
          <p:cNvSpPr txBox="1"/>
          <p:nvPr/>
        </p:nvSpPr>
        <p:spPr>
          <a:xfrm>
            <a:off x="1655143" y="3708470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7CF7AA-9477-4F18-693A-2041A37167A8}"/>
              </a:ext>
            </a:extLst>
          </p:cNvPr>
          <p:cNvGrpSpPr/>
          <p:nvPr/>
        </p:nvGrpSpPr>
        <p:grpSpPr>
          <a:xfrm>
            <a:off x="8857550" y="165413"/>
            <a:ext cx="3326274" cy="1005152"/>
            <a:chOff x="8242647" y="499604"/>
            <a:chExt cx="3326274" cy="100515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3693BA-941D-65AF-F864-47D650C325D0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02BE0D4-BF2E-2362-46B2-C70CFE188C2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E37C8AC-2C2C-D231-1A4D-B3D3CDBD377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F3FA900-3936-6B38-B931-A0A490CD40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D7DC4F6E-4D4F-22FF-57CA-9CA0D4AED8D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A7920F-C1C2-4C93-A4E1-BAB3406ED939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015473-C45C-0FAA-CAC8-A12CFCE1135F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51720D-37F8-416C-F8E3-F9F484E1AFE9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F4B7C7-4EAA-2CE0-0F9A-5C2D64619E37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DF04695-571C-9DE1-3D7E-E25E1DBA3F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693" y="3195150"/>
            <a:ext cx="731520" cy="7315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AD455A-A378-C438-F98D-63595D54FBA2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846" y="319515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5AE7136-EA4F-8FD1-B18B-C1A26B16DE00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11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EA33039-E61C-5CD7-C986-D00B0CBDA777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176" y="319639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812473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6568-06C7-C2E7-9624-EAD96560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B22AD3-5726-AA10-2C17-B80C3EB19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775" y="2260555"/>
            <a:ext cx="4679753" cy="1222433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2 – Special Case Example </a:t>
            </a:r>
          </a:p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4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 of Grid)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E0945F5-CF1E-1089-E292-0677D821F5D7}"/>
              </a:ext>
            </a:extLst>
          </p:cNvPr>
          <p:cNvSpPr/>
          <p:nvPr/>
        </p:nvSpPr>
        <p:spPr>
          <a:xfrm>
            <a:off x="3289563" y="966867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FDA213-A1D7-C1A4-C565-3B210A55678F}"/>
              </a:ext>
            </a:extLst>
          </p:cNvPr>
          <p:cNvSpPr/>
          <p:nvPr/>
        </p:nvSpPr>
        <p:spPr>
          <a:xfrm>
            <a:off x="4862272" y="2517291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58AA48-9B48-F5D1-8A3A-4930FD33520F}"/>
              </a:ext>
            </a:extLst>
          </p:cNvPr>
          <p:cNvSpPr/>
          <p:nvPr/>
        </p:nvSpPr>
        <p:spPr>
          <a:xfrm>
            <a:off x="231283" y="560236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1BBDE0A-8DBE-6890-58EA-B778BC6DC8B4}"/>
              </a:ext>
            </a:extLst>
          </p:cNvPr>
          <p:cNvSpPr/>
          <p:nvPr/>
        </p:nvSpPr>
        <p:spPr>
          <a:xfrm>
            <a:off x="213740" y="329370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60F3DE1-B73D-A498-3073-029119E0E8C3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93CA3BB-AEF9-36ED-5266-D7009FB576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A587DD4-E7C0-CF76-75ED-24DF24B5D5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AC1C71CF-5B9B-F121-A614-DDCC0085F3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F618B74-4FA3-0BA4-3156-B424D75AA5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398B71B-C429-91A8-D561-5E8D461381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C19E2AE-0E05-A07D-E14D-56403091F8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208A0C3-E500-9D37-5FA8-1B58D42157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A6C459B-E4EB-AD33-B03B-759D811F81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5FCD9B56-C2AF-77B9-42E9-E4D970B2E1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576E38B-4408-297F-46A0-78D8EC72C6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870FC57-3482-F41D-6D6F-355209E4BB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C3FBB56-C18D-97CF-BA2A-4B835F9CC8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F617C6F-990F-9387-ABF4-C2B3CA5166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BF30A7E-D615-175D-4E3C-74FFF2D0A1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656304A-D071-0513-B05B-5768A7F19A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9E731D-46C4-D35C-BC28-349332858F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044057F-3EA9-B195-C00F-C45F70EAC2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42E0C57-2580-2DDE-17CF-A1760868CE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6333537F-0F22-1B99-F72A-B2DE3AE4A1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C4B5B52-47F9-4A43-018F-6B27B3296A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D235418-142B-7EF3-0B41-02446E50EA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F38DFB8-9D04-8477-FDCB-39861F4E3A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8831B32-8561-D5EE-A098-7C93A6E65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599C70B-CD6F-6723-F186-065A51F80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7C27652-7850-577C-9571-B6BC26AAE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1530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5E4E-CDCC-DF43-9E37-F6DCEE1B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B5C44CC-5C6D-8A35-63AF-461243383C50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A64F54D-6757-FF7C-9A96-2FEB712F27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D89F6BA-0102-0C42-8683-A397852ED2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B5EA431-C57E-09D5-D6C0-AD52DD10FF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6941E23-B6D2-BC18-CA3B-FF0E1C5719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64858E2-0052-07F6-6F37-70269ACD37C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59FD070-284E-9F76-FC26-4EC48CA424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BB4F62-69BE-FFE9-ABC4-39B2FB0581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E9C106A-9AB0-2AB1-AFD8-F18756ADAF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A0E6521-5173-A78F-2AD9-E920D7ACCD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946E58B-A702-FC1B-D645-574D032176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3F73FFF-A2C3-DDAF-713E-C573B7B427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41F18A7-FAFB-D524-0072-78585CDF67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B920EF0-6C79-3D7B-621E-0C9DFE7EC8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67DF7D1-7673-2005-E9E7-C258B12183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8A53F58-3DC0-64B5-BB04-A81D803723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147FF5C-1139-B2B7-3C64-DCF5203F0B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D4BA4A7-C592-EA96-EDE3-ED23682531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BFBB796-1827-44BE-4FB4-73CD88059F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AF859D7-B145-9E70-940C-117DB260F6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763AF7D-60F8-A4DC-13F1-A2682E2B2B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AD98F52-E460-F128-EF9C-47891A1150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44518929-8334-509D-2F98-CAD9C9030E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D999904-E7FE-7896-5D42-0435250B3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F0CDFAE-9992-3616-3243-33BB0F410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90F9B8E-8219-0D8E-99A7-1E508759D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2A722DC-3CC8-1850-8250-F4BC7FACB7C9}"/>
              </a:ext>
            </a:extLst>
          </p:cNvPr>
          <p:cNvSpPr/>
          <p:nvPr/>
        </p:nvSpPr>
        <p:spPr>
          <a:xfrm>
            <a:off x="2506582" y="96865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1045F3-C015-4AAF-423D-69177AFAD6B2}"/>
              </a:ext>
            </a:extLst>
          </p:cNvPr>
          <p:cNvSpPr txBox="1"/>
          <p:nvPr/>
        </p:nvSpPr>
        <p:spPr>
          <a:xfrm>
            <a:off x="2002120" y="213437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137DE0BF-F2D2-A05C-6949-8C08EC09464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725416">
            <a:off x="2224743" y="1434927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3D8298E-BE3C-98B7-3409-45B89D0FB764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79FB568-1A19-039E-325E-8D3170A7B213}"/>
              </a:ext>
            </a:extLst>
          </p:cNvPr>
          <p:cNvSpPr txBox="1">
            <a:spLocks/>
          </p:cNvSpPr>
          <p:nvPr/>
        </p:nvSpPr>
        <p:spPr>
          <a:xfrm>
            <a:off x="5534060" y="2386291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Northeast (up &amp; to right).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Northeast (up &amp; to right)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9A1AFBB-82A5-7520-D50C-FA080A7A7C6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16CF43-5A8A-6B9A-DF90-1B93E40D8A15}"/>
              </a:ext>
            </a:extLst>
          </p:cNvPr>
          <p:cNvGrpSpPr/>
          <p:nvPr/>
        </p:nvGrpSpPr>
        <p:grpSpPr>
          <a:xfrm>
            <a:off x="3248717" y="99048"/>
            <a:ext cx="8935107" cy="1071517"/>
            <a:chOff x="2633814" y="433239"/>
            <a:chExt cx="8935107" cy="107151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FD3259-A9B0-87E5-9B7A-77BF94170154}"/>
                </a:ext>
              </a:extLst>
            </p:cNvPr>
            <p:cNvGrpSpPr/>
            <p:nvPr/>
          </p:nvGrpSpPr>
          <p:grpSpPr>
            <a:xfrm>
              <a:off x="2691460" y="433239"/>
              <a:ext cx="8767221" cy="797885"/>
              <a:chOff x="2652131" y="223899"/>
              <a:chExt cx="8767221" cy="797885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E124BD7-FBF0-35BD-89AE-D3E3D5D343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131" y="22389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31F29B3-6964-21DE-7B16-72BC5FB5CB6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A689103-F62C-A0E5-5A3F-835129212B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F398FE55-6EAC-AC01-35CB-94963D51CCC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8167B7-E5F1-C99B-57EF-646B410D5C7C}"/>
                </a:ext>
              </a:extLst>
            </p:cNvPr>
            <p:cNvSpPr txBox="1"/>
            <p:nvPr/>
          </p:nvSpPr>
          <p:spPr>
            <a:xfrm>
              <a:off x="2633814" y="1145274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6157CF-06A8-52B7-0857-AFE670DBD798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656AC64-3013-07EB-52F7-0E697AB55A45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BB81EF-C315-D005-EE5C-683927E91B34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424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A467-0271-E985-3EFB-4B8AE42BF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F4C56E1-958B-FF7B-7F84-D7AF83B50444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E558E7B-D8D2-B4FC-A26A-CB056A2002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2B09BC-ABD7-CBB2-F64F-88DB7A6D36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42F9631-57BB-CC13-25E1-545772D5E0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894DE12-4924-61D0-1B1F-A82096AC00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C381822-5C7B-9C25-14F3-1411EA2966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24A707F-3E8A-2A87-9F03-08BB4DE140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7DC5863-25EA-E170-EB4A-0448147FEC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D3597E7-E9A0-9967-D27C-4E3192E5114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14DA9F0-BBB8-C46B-8C56-CD0D2B8BDB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FF9F9A8-14FF-A6E6-4527-D5222E7585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DC76A04-5623-A86D-3741-C8668AF4F4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38B3A1A-DDAC-D11D-3BAB-EF9B96BD106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D1C469A-0B12-48AB-A444-0255EFE2B5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4C69FB2-A375-0C8A-39E8-40995EC42B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B41482C-D64E-DADB-18EB-6142A441A1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341EC44-11C1-16B1-4D85-010AE71F96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FB21F6A-16E9-7EC5-FE0E-CD72FAECC5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EF9A0D9-5CEA-58DC-6FDF-2BDAC48E4F5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4404EE4-35EE-BB92-24C5-B5B47F48CF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6EAA7E3-429A-2EEB-1558-18F717AAC9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882CCDA-836E-330B-CC9D-5968034D07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56642C4-4A3E-430B-38A6-DDB3DE1E65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F0C0651-8388-065B-6AD2-0088DB95D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CBC9546-CBE0-10D1-9AC1-73C8A3A8E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348484A-5387-F6ED-1675-D7500497C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E91BC5-0F14-E59E-0D3B-2CCAE18F1C9E}"/>
              </a:ext>
            </a:extLst>
          </p:cNvPr>
          <p:cNvSpPr/>
          <p:nvPr/>
        </p:nvSpPr>
        <p:spPr>
          <a:xfrm>
            <a:off x="2506582" y="96865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50DC3-13F6-F0DB-E7FA-D60CE8E5F95D}"/>
              </a:ext>
            </a:extLst>
          </p:cNvPr>
          <p:cNvSpPr txBox="1"/>
          <p:nvPr/>
        </p:nvSpPr>
        <p:spPr>
          <a:xfrm>
            <a:off x="2002120" y="213437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D3DED88E-2B67-8C3D-1AC4-0B9DCF972E5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725416">
            <a:off x="2224743" y="1434927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96438F4-EA48-883B-2E00-116D8A9A363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03E4348-279D-E1C9-507A-3E05849CD8E5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6360C85-6767-3688-7607-2628CE54266F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4F5505-7FBC-4686-2817-6ED98DE06B82}"/>
              </a:ext>
            </a:extLst>
          </p:cNvPr>
          <p:cNvGrpSpPr/>
          <p:nvPr/>
        </p:nvGrpSpPr>
        <p:grpSpPr>
          <a:xfrm>
            <a:off x="3248717" y="99048"/>
            <a:ext cx="8935107" cy="1071517"/>
            <a:chOff x="2633814" y="433239"/>
            <a:chExt cx="8935107" cy="107151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E4DB591-0B7E-A80C-F31C-796644060982}"/>
                </a:ext>
              </a:extLst>
            </p:cNvPr>
            <p:cNvGrpSpPr/>
            <p:nvPr/>
          </p:nvGrpSpPr>
          <p:grpSpPr>
            <a:xfrm>
              <a:off x="2691460" y="433239"/>
              <a:ext cx="8767221" cy="797885"/>
              <a:chOff x="2652131" y="223899"/>
              <a:chExt cx="8767221" cy="797885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BC5AB76F-9FB5-F8F7-58C4-133304E6796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131" y="22389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81F20B8-0958-F189-33CE-5DAA8167F84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B654B4B5-0023-506D-D22B-F8D70FFC94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2A11256-BDBD-CCC6-483A-079584AAED8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05C8FF-6E9C-67F4-D7AF-80D92D64FD49}"/>
                </a:ext>
              </a:extLst>
            </p:cNvPr>
            <p:cNvSpPr txBox="1"/>
            <p:nvPr/>
          </p:nvSpPr>
          <p:spPr>
            <a:xfrm>
              <a:off x="2633814" y="1145274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C28946-A775-F671-A233-9DEFED2A21F8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384C115-9007-B503-93EF-DE43D9AF8984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FCD0F3-E159-30F0-2A06-5024D4F11750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FFB283A-CEB1-39CE-56AA-8FC85A420C74}"/>
              </a:ext>
            </a:extLst>
          </p:cNvPr>
          <p:cNvSpPr txBox="1"/>
          <p:nvPr/>
        </p:nvSpPr>
        <p:spPr>
          <a:xfrm>
            <a:off x="2714680" y="5295565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FDDB0-0E65-AD28-5A35-AA30CFD5AF9F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621B85B-E242-D378-E027-357431FF2AF4}"/>
              </a:ext>
            </a:extLst>
          </p:cNvPr>
          <p:cNvCxnSpPr>
            <a:stCxn id="3" idx="1"/>
            <a:endCxn id="6" idx="2"/>
          </p:cNvCxnSpPr>
          <p:nvPr/>
        </p:nvCxnSpPr>
        <p:spPr>
          <a:xfrm rot="10800000" flipH="1" flipV="1">
            <a:off x="2506581" y="1334409"/>
            <a:ext cx="522319" cy="4330487"/>
          </a:xfrm>
          <a:prstGeom prst="bentConnector4">
            <a:avLst>
              <a:gd name="adj1" fmla="val -380720"/>
              <a:gd name="adj2" fmla="val 105279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F53488-A7AE-AFD5-AC3A-12903071C04D}"/>
              </a:ext>
            </a:extLst>
          </p:cNvPr>
          <p:cNvSpPr txBox="1"/>
          <p:nvPr/>
        </p:nvSpPr>
        <p:spPr>
          <a:xfrm rot="5400000">
            <a:off x="-470508" y="350634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22170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6982-366B-8716-BB83-55B507A9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9DFB73C-FDB8-B476-DCBF-7D5F4F0821B2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665CFBF-5055-8C2E-21E7-D187DC0D98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33CEC37-C706-3746-CDA3-887B38ADCE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D7CA2B9-AC61-481D-E209-B1AF03580B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5C56727-C8A9-CF66-3CD1-DAFE87FD30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78904B-B1B5-1E7E-FA65-3DAEF2A189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0946401-BEFB-E541-6E42-C3CE8B9B82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9D6A338-BF4D-DFF7-66F8-2230E8B45F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91C6388-800D-5ACD-85BD-39ED07ED61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2B937BC-67A9-598E-B78D-7DB199952B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27F7AB8-D70F-CE5F-F1AC-8CBB7212AF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B05081A-C4C3-1A0E-5063-0FBCBC92C5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E415DFF-E564-605F-704F-5826AC4E5B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24E773D-2069-7781-13DD-BE316E9F4A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F9C6A61-093B-2D01-CFAA-0934623D61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3A09676-AB7E-82EF-93EC-E8632B8A4A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40E9B10-9340-4FAB-70E9-B89A824043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87700C5-90A8-92EF-8D47-9B5D2A0FC9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1D4FC06-CC1D-8AB2-D7D1-202C17C857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663F39C8-2210-9DED-A811-D9602A829B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7BA8222-DF3D-9B38-7445-2B0146E711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FEEA02D-5C97-02D6-15CA-F4023A8A02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2F21984-DC43-2F69-3FA7-1762C58C64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3F403BC3-7855-005A-D01B-BD4CCD9AA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EF06501-154F-41E0-2F20-C728FEB3E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98C0A88-2184-3125-7028-342CFC232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06F3F08-ED78-11B0-CF39-6262EC4A3C4B}"/>
              </a:ext>
            </a:extLst>
          </p:cNvPr>
          <p:cNvSpPr/>
          <p:nvPr/>
        </p:nvSpPr>
        <p:spPr>
          <a:xfrm>
            <a:off x="276004" y="99116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E36752-1163-9D10-88F9-F91B6C4BC4EC}"/>
              </a:ext>
            </a:extLst>
          </p:cNvPr>
          <p:cNvSpPr txBox="1"/>
          <p:nvPr/>
        </p:nvSpPr>
        <p:spPr>
          <a:xfrm>
            <a:off x="1230313" y="211877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E97844DB-1767-0E44-9EB4-591B2283D2B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8849568">
            <a:off x="713261" y="1462173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4D351E8-C752-98BB-64D3-2382022F175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A9D8857-A9BD-639A-3546-E65813E1502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Northwest (up &amp; to left).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Northwest (up &amp; to left)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55189B4-3ECF-1D3B-60BB-AB9D77C6163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756654-001E-3DC2-AE30-0B3E1D5CB8D7}"/>
              </a:ext>
            </a:extLst>
          </p:cNvPr>
          <p:cNvGrpSpPr/>
          <p:nvPr/>
        </p:nvGrpSpPr>
        <p:grpSpPr>
          <a:xfrm>
            <a:off x="2920213" y="136588"/>
            <a:ext cx="9263611" cy="1033977"/>
            <a:chOff x="2305310" y="470779"/>
            <a:chExt cx="9263611" cy="10339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7C0561-1E20-340B-FA3B-A320C5869202}"/>
                </a:ext>
              </a:extLst>
            </p:cNvPr>
            <p:cNvGrpSpPr/>
            <p:nvPr/>
          </p:nvGrpSpPr>
          <p:grpSpPr>
            <a:xfrm>
              <a:off x="2364271" y="470779"/>
              <a:ext cx="9094410" cy="760345"/>
              <a:chOff x="2324942" y="261439"/>
              <a:chExt cx="9094410" cy="76034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D9CDFD9-E3F0-43B1-A649-C60B0C4D9B9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EA535BD-2D31-CB30-6490-ECFC98EC9B2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61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B8A5C1E-7C75-AC39-DD97-BA7667F461B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D139BCD-60B8-93B8-9B82-52BD4D05A5E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C457B5-C13D-E069-98AA-C2FD40225BDB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6792A8-8731-E46A-1316-2C485F80DFFC}"/>
                </a:ext>
              </a:extLst>
            </p:cNvPr>
            <p:cNvSpPr txBox="1"/>
            <p:nvPr/>
          </p:nvSpPr>
          <p:spPr>
            <a:xfrm>
              <a:off x="2305310" y="1192557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C3D64C-E3F0-274E-AAD4-DF98A2329972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93600D-50B7-A43A-923B-8A1F48218AA1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97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167FF-A1D3-46C3-AD20-B72905E8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F65DC676-40C7-F5B6-0A51-B0B0C1910770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FBE9AEF-BABC-7106-9AC1-1195D07F09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3548831-EAFF-EFC8-C5E6-CDD1D81B4F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C4F535B-FD3F-BC62-168D-988718711E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DB7E2F3-BF48-8A8E-76F8-6384C4F78A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115315F-CDD0-4AD4-A666-69377E31F6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F866509-F6C8-12F1-2121-B483FBB4FE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4FF22ED-4ECE-E3C0-71E1-9FC8F9A8FC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91CA5D6-753E-B5C9-A59B-674ED944FA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2282B16-F00D-364E-B550-38130EA82B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0C51A2A-AE31-7B2D-24A7-FF5BE3186D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2F2E202-F240-0497-C17A-6AF7C2C680E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07CC98C-2E0F-D937-CAA9-3A1E8B7774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6C5D9D7-3843-C86B-2202-DF2ACE5D66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0939D09-54EE-9514-4E10-55A50368DF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42078DF-BCDE-5043-816B-DBF09E8D6B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A88C8FA-B5F1-8CD4-13AE-D17EF64516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E51CCF1-11C9-C0E1-4A97-B81B2077A2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53EA43E-BAD8-BFFC-FCEC-33D82C569E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9A3B8F8-B519-4A43-AB0B-E54BF98643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5232EC8-75AB-BD47-217B-DA300476B8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C3E8091-941D-542F-E500-83727BCBD3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8679721-E9D0-FA34-A047-BC644A2D6C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F6EFAF9-E4E5-7ECD-0660-6F0188257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717FE5E-6A9C-38BA-E413-F7FED1831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64A2306-24DF-3F7F-3CCA-8D041EBB7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793CAEE-C9E7-8DFD-FC3D-D7A934290CB0}"/>
              </a:ext>
            </a:extLst>
          </p:cNvPr>
          <p:cNvSpPr/>
          <p:nvPr/>
        </p:nvSpPr>
        <p:spPr>
          <a:xfrm>
            <a:off x="276004" y="99116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208826-FCA9-A76E-9EF4-8D3464AA4054}"/>
              </a:ext>
            </a:extLst>
          </p:cNvPr>
          <p:cNvSpPr txBox="1"/>
          <p:nvPr/>
        </p:nvSpPr>
        <p:spPr>
          <a:xfrm>
            <a:off x="1230313" y="211877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24E7697A-CAC4-FB44-C01C-104C70DA915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8849568">
            <a:off x="713261" y="1462173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C253B0C-EC30-A5CB-3BB7-AC3D3DBA492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0222FAE-3D5B-2AC0-B974-BCB65D867BB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C6C70A8-10A2-09A9-7589-DA97FCA63F85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569D68-5987-C6E2-FBC8-53AF42B3BDD0}"/>
              </a:ext>
            </a:extLst>
          </p:cNvPr>
          <p:cNvGrpSpPr/>
          <p:nvPr/>
        </p:nvGrpSpPr>
        <p:grpSpPr>
          <a:xfrm>
            <a:off x="2920213" y="136588"/>
            <a:ext cx="9263611" cy="1033977"/>
            <a:chOff x="2305310" y="470779"/>
            <a:chExt cx="9263611" cy="10339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CE96DE-D15A-AECC-C777-49F2E92B939B}"/>
                </a:ext>
              </a:extLst>
            </p:cNvPr>
            <p:cNvGrpSpPr/>
            <p:nvPr/>
          </p:nvGrpSpPr>
          <p:grpSpPr>
            <a:xfrm>
              <a:off x="2364271" y="470779"/>
              <a:ext cx="9094410" cy="760345"/>
              <a:chOff x="2324942" y="261439"/>
              <a:chExt cx="9094410" cy="76034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DD9D876-C160-7742-7997-0597444F664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76E4245-281D-A641-169C-D8A8878339C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61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F29C730-300E-A328-B7B4-785F4DA3B5B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310AA2B-D2A8-98D3-F50C-60AD60A5E66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A72111-622C-AEB4-E05A-6C360509F118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D92FFF-599E-D285-8943-1B31AFB9D6AA}"/>
                </a:ext>
              </a:extLst>
            </p:cNvPr>
            <p:cNvSpPr txBox="1"/>
            <p:nvPr/>
          </p:nvSpPr>
          <p:spPr>
            <a:xfrm>
              <a:off x="2305310" y="1192557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5FBEE1-7EDE-342F-0CA5-E9660FD227F8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D31CDD-C238-1C77-86F4-12E37817BABE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6BACA1D-A530-7A92-0EE2-A203C46B4D62}"/>
              </a:ext>
            </a:extLst>
          </p:cNvPr>
          <p:cNvCxnSpPr>
            <a:stCxn id="3" idx="2"/>
            <a:endCxn id="44" idx="2"/>
          </p:cNvCxnSpPr>
          <p:nvPr/>
        </p:nvCxnSpPr>
        <p:spPr>
          <a:xfrm rot="16200000" flipH="1">
            <a:off x="617069" y="1747384"/>
            <a:ext cx="3872593" cy="3823202"/>
          </a:xfrm>
          <a:prstGeom prst="bentConnector3">
            <a:avLst>
              <a:gd name="adj1" fmla="val 109457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9CA601-791D-F05A-E010-CB47A9CC16AF}"/>
              </a:ext>
            </a:extLst>
          </p:cNvPr>
          <p:cNvSpPr txBox="1"/>
          <p:nvPr/>
        </p:nvSpPr>
        <p:spPr>
          <a:xfrm>
            <a:off x="4318204" y="5275367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806960-585E-A0AE-2ADA-DDFE487B2893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1FB060-2D00-F709-D70E-995774F65C9C}"/>
              </a:ext>
            </a:extLst>
          </p:cNvPr>
          <p:cNvSpPr txBox="1"/>
          <p:nvPr/>
        </p:nvSpPr>
        <p:spPr>
          <a:xfrm rot="5400000">
            <a:off x="-636915" y="3585329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73788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9AE0B-0E31-C822-0F62-C747F6C0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704DBC50-3392-52F2-C17F-C7472BC2B194}"/>
              </a:ext>
            </a:extLst>
          </p:cNvPr>
          <p:cNvGrpSpPr/>
          <p:nvPr/>
        </p:nvGrpSpPr>
        <p:grpSpPr>
          <a:xfrm>
            <a:off x="580236" y="1618710"/>
            <a:ext cx="3875895" cy="3894164"/>
            <a:chOff x="6918831" y="1678040"/>
            <a:chExt cx="3875895" cy="389416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6FC28E0-A5A6-8571-DEC5-CF3D5B0682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C0BE907-0481-0A12-526F-5494F3B2E8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B82B357-F8A6-7B50-B2E1-EFA2216919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B81ABF0-32F5-5BF4-1EA3-44CA9656EE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7308E99A-5C79-B657-3522-EC11D00A15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BF3E501-DFD2-1FE6-36A8-D9386A97D1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E4CD5A65-A19B-2F71-A954-BDA2BF61AB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007898C-85FD-B0D6-3DFF-2EEB2BFA8A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67DA4184-431E-5ACD-BDD5-AF5E38505A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18E6EE2-DD65-9FE6-3C4D-941B012AF7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8004388-9DE8-9993-67AB-FCB327E050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A1EC58D-B3B6-7062-BEFD-1FB33763E5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7D45F2D-B78D-D693-0DA5-B8A7AF4E38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8494AAD-A17D-F247-5270-31351D4482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CFDE838-EB7C-9892-76E3-AF744BD255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AA16AF32-7199-A75B-F1A7-704FFDF713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A5C85C2-660B-4646-F4EE-29213A09F8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BF0290D-5102-87B2-CB32-BA72E5E9C5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2874C54E-565E-1A53-7970-BB758EDE68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1E40752-BAAC-11CA-D522-0E6E8B5FCE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CD5CD4-9180-01E3-3DC6-967DA35E0A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8CE8918-99B0-9B14-4D1B-97938EE4A4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FC404CD-D563-7358-C82F-71197ED33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1A696A6-F565-C5BF-8434-36D4B9626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FE140B2-2D88-3943-798B-15DD3953E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BB8F0B8-E816-AC10-7081-FD33BB0424C2}"/>
              </a:ext>
            </a:extLst>
          </p:cNvPr>
          <p:cNvSpPr/>
          <p:nvPr/>
        </p:nvSpPr>
        <p:spPr>
          <a:xfrm>
            <a:off x="4485574" y="320720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7CB06A-37F4-3A8A-2455-6AC255529CC2}"/>
              </a:ext>
            </a:extLst>
          </p:cNvPr>
          <p:cNvSpPr txBox="1"/>
          <p:nvPr/>
        </p:nvSpPr>
        <p:spPr>
          <a:xfrm>
            <a:off x="3638520" y="238548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B10C9E5F-EC86-ADA6-13A2-B6EC981CDA2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8036123">
            <a:off x="4193317" y="2902218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8CAD088-6768-9E64-53E2-AF7CEE07824B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A7793C5-388A-DC1D-894E-8EDE98C5F15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Southeast (bottom &amp; to right).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Southeast (bottom &amp; to right)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E31F8F4-F6CF-6164-E911-3C8B07860B3C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E52A8A-3EC2-3DFD-5329-3C3A42574D98}"/>
              </a:ext>
            </a:extLst>
          </p:cNvPr>
          <p:cNvGrpSpPr/>
          <p:nvPr/>
        </p:nvGrpSpPr>
        <p:grpSpPr>
          <a:xfrm>
            <a:off x="2952402" y="165413"/>
            <a:ext cx="9231422" cy="1005152"/>
            <a:chOff x="2337499" y="499604"/>
            <a:chExt cx="9231422" cy="100515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1F4F464-6292-6CDF-CCD0-5B43BC7A3E40}"/>
                </a:ext>
              </a:extLst>
            </p:cNvPr>
            <p:cNvGrpSpPr/>
            <p:nvPr/>
          </p:nvGrpSpPr>
          <p:grpSpPr>
            <a:xfrm>
              <a:off x="2364271" y="499604"/>
              <a:ext cx="9094410" cy="731520"/>
              <a:chOff x="2324942" y="290264"/>
              <a:chExt cx="9094410" cy="731520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2CB9A206-6ACD-EA5D-52D5-8BE3888CCA3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98FCDB9-8914-EA22-101D-74CD9CCE14B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43D3F19-C0B0-75A3-1C32-E6204614823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61C5017-FEB5-8DB0-FB39-A1A26F07AE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6223DC-5132-D666-D481-743F2518CE88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58A83E-0285-1B38-EBBE-1CDD6C3F89B6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4DC612-9A49-10B1-D25B-91B38684C4E9}"/>
                </a:ext>
              </a:extLst>
            </p:cNvPr>
            <p:cNvSpPr txBox="1"/>
            <p:nvPr/>
          </p:nvSpPr>
          <p:spPr>
            <a:xfrm>
              <a:off x="2337499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4FE1864-B1DC-BD13-F133-42F08531C976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2998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14D6-F449-C1EC-42BD-9E7CA556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A4C1768-AB33-9B79-63BC-38A814A39E51}"/>
              </a:ext>
            </a:extLst>
          </p:cNvPr>
          <p:cNvGrpSpPr/>
          <p:nvPr/>
        </p:nvGrpSpPr>
        <p:grpSpPr>
          <a:xfrm>
            <a:off x="580236" y="1618710"/>
            <a:ext cx="3875895" cy="3894164"/>
            <a:chOff x="6918831" y="1678040"/>
            <a:chExt cx="3875895" cy="3894164"/>
          </a:xfrm>
        </p:grpSpPr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0D464247-4CBD-70E5-1FFA-3ED2DC04E6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C15D462-1E4A-5347-9C91-8C53900C1C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466EEE47-025D-76D8-F838-73825F262F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03A28847-B3DA-AE1B-EDC5-053078F252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8AD20FC0-B50A-21E4-62F1-CC2AA3D23F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EB0B0FB3-7B7F-E925-73B9-28669EAC0F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A3910FE5-EC35-38C8-C79E-F17A90246D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E7A25ABE-0BCB-193F-E7F3-C1AC5A2800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8CD4F71-B1FF-5D56-9835-F7E6B383D6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7A131DCD-68F6-FC88-19E1-0CB870956B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88481C3D-C22E-49A5-BE07-1BE0D41421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274E7D87-4C87-7AB2-92E3-6CAEED5EC0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1DD04CC0-A9C4-9257-F936-37123F49A79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02E3626E-3A51-DF0E-F902-38D5666729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5A3FCC35-B272-CFFA-BFDA-BAD6568FDA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A0005029-A931-81C4-EB6A-73FD21B82C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0D0A9D62-1E5F-4BEA-5292-06F563A0514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05CC51D-0A5E-C493-406B-D65C73BDFF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0F97ECDA-733F-9D8A-69FA-199282F0DE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A0D02645-E470-BAF1-0391-1D57F2E3FE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B7AD71D9-4388-C59B-8946-39C759B0B7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88D56DB2-CC2A-275A-37A6-5876FEEC7B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5AF2631-B132-5507-DB7C-E50D28330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007BBA6E-7057-3F51-7627-A3F13DEA8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5CAC8BB6-1CAF-7466-C1D3-1110AA028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CB62E38C-7D97-3601-1DC1-A4AB41E37F47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8D0E186-F184-5D77-A483-EB22D6E671CA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D6E9A28-F765-E9D0-873A-F1619C31F4B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1F8A5AC-B8A0-B0C3-773B-A504F386CFC8}"/>
              </a:ext>
            </a:extLst>
          </p:cNvPr>
          <p:cNvGrpSpPr/>
          <p:nvPr/>
        </p:nvGrpSpPr>
        <p:grpSpPr>
          <a:xfrm>
            <a:off x="2952402" y="165413"/>
            <a:ext cx="9231422" cy="1005152"/>
            <a:chOff x="2337499" y="499604"/>
            <a:chExt cx="9231422" cy="100515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2BFEEF6-76D2-C74C-1D1C-AC8E6D26A0A5}"/>
                </a:ext>
              </a:extLst>
            </p:cNvPr>
            <p:cNvGrpSpPr/>
            <p:nvPr/>
          </p:nvGrpSpPr>
          <p:grpSpPr>
            <a:xfrm>
              <a:off x="2364271" y="499604"/>
              <a:ext cx="9094410" cy="731520"/>
              <a:chOff x="2324942" y="290264"/>
              <a:chExt cx="9094410" cy="731520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093E4847-7EA7-D52F-0EAF-905195A485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62F221CE-24C0-6D9B-1DC4-84FD6869E7C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881036BD-9C2F-3116-1FDA-20DCB98CF40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494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C55DD25-12A7-4147-6E49-E99CB8ED309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5DC852-419B-F0AE-EA9A-FD53D603FB73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13D7D5-12D0-8F77-BE49-67E4E83B1EB5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CEAB26-5F58-79E0-8F73-F061A7196D70}"/>
                </a:ext>
              </a:extLst>
            </p:cNvPr>
            <p:cNvSpPr txBox="1"/>
            <p:nvPr/>
          </p:nvSpPr>
          <p:spPr>
            <a:xfrm>
              <a:off x="2337499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53D46B9-44C8-1747-AE5F-88FA12E35965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C9A8C59-4BB6-1FA7-24AC-4F57D6C6F410}"/>
              </a:ext>
            </a:extLst>
          </p:cNvPr>
          <p:cNvSpPr txBox="1"/>
          <p:nvPr/>
        </p:nvSpPr>
        <p:spPr>
          <a:xfrm>
            <a:off x="784507" y="3636095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295E101-C538-1BF5-FC26-4C4B41E6413E}"/>
              </a:ext>
            </a:extLst>
          </p:cNvPr>
          <p:cNvCxnSpPr>
            <a:cxnSpLocks/>
          </p:cNvCxnSpPr>
          <p:nvPr/>
        </p:nvCxnSpPr>
        <p:spPr>
          <a:xfrm rot="5400000" flipH="1">
            <a:off x="2539169" y="1680346"/>
            <a:ext cx="377105" cy="4256109"/>
          </a:xfrm>
          <a:prstGeom prst="bentConnector4">
            <a:avLst>
              <a:gd name="adj1" fmla="val -519505"/>
              <a:gd name="adj2" fmla="val 106988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677441B-FCEE-1F9D-5C1D-3831EAB84446}"/>
              </a:ext>
            </a:extLst>
          </p:cNvPr>
          <p:cNvSpPr/>
          <p:nvPr/>
        </p:nvSpPr>
        <p:spPr>
          <a:xfrm>
            <a:off x="4485574" y="320720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8E3D6A9-4E4A-BA45-E3D3-720004897AD6}"/>
              </a:ext>
            </a:extLst>
          </p:cNvPr>
          <p:cNvSpPr txBox="1"/>
          <p:nvPr/>
        </p:nvSpPr>
        <p:spPr>
          <a:xfrm>
            <a:off x="3638520" y="238548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134" name="Graphic 133" descr="Arrow Up with solid fill">
            <a:extLst>
              <a:ext uri="{FF2B5EF4-FFF2-40B4-BE49-F238E27FC236}">
                <a16:creationId xmlns:a16="http://schemas.microsoft.com/office/drawing/2014/main" id="{3DEE5993-FC8A-68A0-7813-D4255666690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8036123">
            <a:off x="4193317" y="2902218"/>
            <a:ext cx="548640" cy="548640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AF9F3319-0D04-A691-DDE4-5DD202B7BE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755" y="3089241"/>
            <a:ext cx="731520" cy="731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7B38F7-67C0-1119-B485-0C847672C752}"/>
              </a:ext>
            </a:extLst>
          </p:cNvPr>
          <p:cNvSpPr txBox="1"/>
          <p:nvPr/>
        </p:nvSpPr>
        <p:spPr>
          <a:xfrm>
            <a:off x="1722591" y="594220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221010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8AB7-09D0-9929-CABB-9466C2EA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244350-44C7-04E2-13EE-66F84BE71B6B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7FECC5E-1CAA-F444-ACF2-F62B85C29A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6D5F2EB-42C5-30AB-1CD4-1585C0B60C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75CE10-65D6-1B54-F19C-538854A4D3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F24A064-5916-4CEF-D3F8-23AC3B56CE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9F174F-071E-FD45-26AD-D4B9FCCCAC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9367CC6-6B36-16D4-5A66-7917FEF9C6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B7D6B7B-69EB-F083-4236-9AC634CBFD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CA910EE-41CE-2CD2-9D6B-DEE670E632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4C98D6A-B100-16B1-FFBB-140DA76894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30D6C56-9519-D514-30FB-C66192F215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277A866-5D8E-C2F3-A972-7CD7EA2A41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8C29AF9-FA49-761E-A940-51AD94B631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1DB880A-0C77-5601-1469-1CA2BB7664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01F82FE-AA98-5459-FA48-3243A221BFD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3CA3C0E-A927-ED46-0A87-D70051DDCC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4E40EC52-E862-220E-90C1-EF6993B8F1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BF8972E0-4858-62E7-061B-5693F74558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DA646EB-843B-1725-F4FE-5055B71703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CA0F8C9B-F7CA-2DF9-6D4B-CFCB3E516D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C62E39D-86E3-5554-035A-CB8087B010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600AFC9-DAEB-E0F1-A29B-05B2D15FFB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1A1BE9B-0486-00D0-0A0C-129C37C34A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9C61EF07-1C90-CC94-E8F3-8E280590E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FE3A70D8-2F3E-416D-86D4-C3F3F632C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77207169-5E8D-8BF9-DFA1-CD857AB6D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9A3FF970-F0A9-785C-CAA9-9AC1EABE270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985BCB-9D6F-F7DC-733B-02E5C3EC438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Southwest (bottom &amp; to left).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Southwest (bottom &amp; to left)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dirty="0">
                <a:ln w="0"/>
              </a:rPr>
              <a:t>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8EFC57D-C14C-9167-0255-4D336EAD45DE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8493AD-221C-29EB-DB90-6476B086F606}"/>
              </a:ext>
            </a:extLst>
          </p:cNvPr>
          <p:cNvSpPr/>
          <p:nvPr/>
        </p:nvSpPr>
        <p:spPr>
          <a:xfrm>
            <a:off x="223311" y="560236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615E44-D8F9-DC5D-1801-408DD5BC29D9}"/>
              </a:ext>
            </a:extLst>
          </p:cNvPr>
          <p:cNvSpPr txBox="1"/>
          <p:nvPr/>
        </p:nvSpPr>
        <p:spPr>
          <a:xfrm>
            <a:off x="1229922" y="528087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56" name="Graphic 55" descr="Arrow Up with solid fill">
            <a:extLst>
              <a:ext uri="{FF2B5EF4-FFF2-40B4-BE49-F238E27FC236}">
                <a16:creationId xmlns:a16="http://schemas.microsoft.com/office/drawing/2014/main" id="{119F994A-52CD-4B36-1D10-DC5F47398FB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3656076">
            <a:off x="680511" y="5349833"/>
            <a:ext cx="548640" cy="54864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D3D97475-ECAB-D374-0675-DD058829CFFA}"/>
              </a:ext>
            </a:extLst>
          </p:cNvPr>
          <p:cNvGrpSpPr/>
          <p:nvPr/>
        </p:nvGrpSpPr>
        <p:grpSpPr>
          <a:xfrm>
            <a:off x="2955282" y="154312"/>
            <a:ext cx="8416099" cy="1009878"/>
            <a:chOff x="2340379" y="488503"/>
            <a:chExt cx="8416099" cy="1009878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14DFD63-C522-EEEA-5590-469DCAD90035}"/>
                </a:ext>
              </a:extLst>
            </p:cNvPr>
            <p:cNvGrpSpPr/>
            <p:nvPr/>
          </p:nvGrpSpPr>
          <p:grpSpPr>
            <a:xfrm>
              <a:off x="2391043" y="488503"/>
              <a:ext cx="8258682" cy="742621"/>
              <a:chOff x="2351714" y="279163"/>
              <a:chExt cx="8258682" cy="742621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D1A7A699-2A2E-4111-FDE3-671A305FA0A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497E9E52-4AD5-04BE-BCE1-5E4387CD4D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391A9E24-ACBC-0BFE-37A9-D9C80ACE2DA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591EEF4-7FC4-1E04-B6FF-164FA21AB17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1714" y="279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9FF4D08-F0CE-8B2C-DDDA-8F4632499795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D8650C2-6648-6010-13E8-BFE010A39BE3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FA44305-9293-FC96-CFC3-9A8979D10B0B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58149D1-F211-8B33-B74F-490FBBA1B849}"/>
                </a:ext>
              </a:extLst>
            </p:cNvPr>
            <p:cNvSpPr txBox="1"/>
            <p:nvPr/>
          </p:nvSpPr>
          <p:spPr>
            <a:xfrm>
              <a:off x="2340379" y="1216656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794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EE0C6-F60D-BA2E-8A0B-EC311A8E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249EABF-B3DD-C5A1-04CF-6DE386D372CA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CA253B-A10B-ADC3-83DC-E2A30FF9FD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D3E9596-815E-5B72-7B3E-D1DC0B9BBF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08CE79-32D2-A7C1-6E14-E2DA550EDF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5BD5B83-B5DC-7755-575D-B916AF6944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CCD384D-4EF9-E4BD-65EE-DE855CFF6C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0DBE9-782E-9FAF-CDDB-FA78A5FBCE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594ECEA-2E9E-FCC7-027E-DEEFD72C96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3A643E-AA2F-573D-2E65-7782E3012B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94E771-53DF-CEFE-2C42-6A1EE8EC83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6FB04C8-FE41-2E88-12B4-DD09A50E28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979083C-6D4D-9208-2704-875A14EED7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C0A1EF6-A071-08F8-54E9-270023DADE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D870075-8B9B-BB22-58FA-FC4A5931B3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91BD9B-256A-2524-CDD3-B74D3C5FAE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19B5C80-150F-82DC-C77C-17B37CD3BC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25B4801-98B6-DB8C-6BBB-B8359A695F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5A84E22-7C18-66D0-81DB-A0E3B9F6C7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67860B7-F6F9-8440-D34D-563133348A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3CF8A5F-7019-24E3-7999-EA6989915B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147BDA2-6A3F-747C-EED8-33C8A4D1BC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41777E2-2B99-409C-1406-B8C229C3FC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B087E4A-A9AC-F175-AEDB-DB41F52D73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DDD043D-2A92-9152-8B3A-FDC7B4043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153CBCE2-EAFC-166F-EA46-B80D68751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F8F61A0B-DAD8-884E-8060-A43E1CE56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6D75D24F-9E36-6C1C-C89B-03A4816DF49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DCED0A9-AD50-C0DD-CE3F-44DA714D4D0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29ADDA6-CF23-4F5A-A26F-7CAE903D34BE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43E843-ADC6-8D11-EF1E-78135D81965C}"/>
              </a:ext>
            </a:extLst>
          </p:cNvPr>
          <p:cNvSpPr/>
          <p:nvPr/>
        </p:nvSpPr>
        <p:spPr>
          <a:xfrm>
            <a:off x="223311" y="560236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D9C931-00E2-059A-ABB4-E4929BF3861D}"/>
              </a:ext>
            </a:extLst>
          </p:cNvPr>
          <p:cNvSpPr txBox="1"/>
          <p:nvPr/>
        </p:nvSpPr>
        <p:spPr>
          <a:xfrm>
            <a:off x="1229922" y="528087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56" name="Graphic 55" descr="Arrow Up with solid fill">
            <a:extLst>
              <a:ext uri="{FF2B5EF4-FFF2-40B4-BE49-F238E27FC236}">
                <a16:creationId xmlns:a16="http://schemas.microsoft.com/office/drawing/2014/main" id="{5A4A8324-F766-9BB3-6869-A1D979C1857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3656076">
            <a:off x="680511" y="5349833"/>
            <a:ext cx="548640" cy="54864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BBBE0E41-5B0D-1B94-3474-5707F610DB67}"/>
              </a:ext>
            </a:extLst>
          </p:cNvPr>
          <p:cNvGrpSpPr/>
          <p:nvPr/>
        </p:nvGrpSpPr>
        <p:grpSpPr>
          <a:xfrm>
            <a:off x="2955282" y="154312"/>
            <a:ext cx="8416099" cy="1009878"/>
            <a:chOff x="2340379" y="488503"/>
            <a:chExt cx="8416099" cy="1009878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C7642A8-09B9-1B8E-7004-C9D1BDC643B6}"/>
                </a:ext>
              </a:extLst>
            </p:cNvPr>
            <p:cNvGrpSpPr/>
            <p:nvPr/>
          </p:nvGrpSpPr>
          <p:grpSpPr>
            <a:xfrm>
              <a:off x="2391043" y="488503"/>
              <a:ext cx="8258682" cy="742621"/>
              <a:chOff x="2351714" y="279163"/>
              <a:chExt cx="8258682" cy="742621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9A83C608-538B-10C9-E086-697F8E14113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989D7CEC-ADB6-86AE-CD73-7F183D635F0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E5CC24AD-8F4C-18A6-4D97-86488D5F826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785F29B7-CADA-DE52-04FF-9248746A169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1714" y="279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77DFC1E-706B-DD86-3544-AD614F0394B3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3DF28B9-AEEB-4A36-F0B6-5AAD0282198B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FB341F0-CCB4-6AE6-17EB-845997643A56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193E7C-27CC-EF0F-394A-41AB0341477C}"/>
                </a:ext>
              </a:extLst>
            </p:cNvPr>
            <p:cNvSpPr txBox="1"/>
            <p:nvPr/>
          </p:nvSpPr>
          <p:spPr>
            <a:xfrm>
              <a:off x="2340379" y="1216656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4264308-63FE-F074-1A38-E286994AB990}"/>
              </a:ext>
            </a:extLst>
          </p:cNvPr>
          <p:cNvSpPr txBox="1"/>
          <p:nvPr/>
        </p:nvSpPr>
        <p:spPr>
          <a:xfrm>
            <a:off x="4286567" y="212903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3A6D611-A4C4-0566-3E3E-5C152C3E2D1E}"/>
              </a:ext>
            </a:extLst>
          </p:cNvPr>
          <p:cNvCxnSpPr>
            <a:stCxn id="28" idx="3"/>
          </p:cNvCxnSpPr>
          <p:nvPr/>
        </p:nvCxnSpPr>
        <p:spPr>
          <a:xfrm flipV="1">
            <a:off x="954831" y="2084084"/>
            <a:ext cx="3895240" cy="3884041"/>
          </a:xfrm>
          <a:prstGeom prst="bentConnector3">
            <a:avLst>
              <a:gd name="adj1" fmla="val 109570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C813484-3517-DB8C-1CB3-4FA8FAC997ED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E11DFE3-D79D-62AE-98F0-9900A9989184}"/>
              </a:ext>
            </a:extLst>
          </p:cNvPr>
          <p:cNvSpPr txBox="1"/>
          <p:nvPr/>
        </p:nvSpPr>
        <p:spPr>
          <a:xfrm>
            <a:off x="1722591" y="594220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421006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C805-767F-5F17-5538-8527C89D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A47A3DE0-8742-96C8-E04D-C27C45537882}"/>
              </a:ext>
            </a:extLst>
          </p:cNvPr>
          <p:cNvGrpSpPr/>
          <p:nvPr/>
        </p:nvGrpSpPr>
        <p:grpSpPr>
          <a:xfrm>
            <a:off x="954831" y="1708201"/>
            <a:ext cx="3875895" cy="3894164"/>
            <a:chOff x="6918831" y="1678040"/>
            <a:chExt cx="3875895" cy="389416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51DDC3A-B38C-9C28-F593-16E8BABD06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F001DBF-A164-2E04-3535-4FB96C53E5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36AAEFE-C419-7654-92BB-024FBD5826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A75CF2-6368-FFF1-D5AB-214743AC7E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4637A78-279E-3DE4-E19C-6F1DDE401B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2AEB96A-4C2B-6858-76F0-3FA929233A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831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6F9A370-C563-574D-F527-9E484A46AA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849D38E-1E32-443D-15B6-C74CC88CB4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7804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6229E6BE-A518-D586-1A6F-7BB6A60EBA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440E673-D395-0252-7EEA-7BBA770F37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F72A6AD-2062-C956-74E5-7012AFD672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BBF4BA01-9B46-E44F-BF03-C48EA6AC74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D3F417B-2580-997E-8C54-FFF5EAED28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3CE85A1-466A-EAFC-811D-097BA1A9E3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1ED7369-F5A7-4D86-210D-9257E63077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61C024F-8169-5225-139A-313C782A38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555ADC09-35B8-D203-FC87-08EEC3A4DD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FDCD1DA-D30F-CE56-B1C1-3AD5051DC8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8BAF3EE-DE1D-CC0A-A7AE-B318E6AFE9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67F30D2-72BC-0028-C2BC-C4C8939494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C70A8DA-C39D-5CB6-9218-E6795A6DA8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5EE44C4-D7EF-51D1-54DF-8E5B1D6021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4C61C84-0C6D-B54E-C66D-D8E3BD860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D2F1D77-6346-DBD4-143C-4CA48CDBF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3266530"/>
              <a:ext cx="731520" cy="731520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4B48076-511C-0F3F-15BC-325198A40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D470EF33-1289-CC33-B8BF-8698E8B8FC7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AA672E-6567-8D5C-D614-E3AD60A80D8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 Need to Click for Successful Login:</a:t>
            </a:r>
          </a:p>
          <a:p>
            <a:pPr algn="l"/>
            <a:endParaRPr lang="en-US" sz="2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DB90086-D45B-6135-AB0F-252F5436978E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2: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DCDA79-AA4D-2B1F-E2A8-81601A16DCD8}"/>
              </a:ext>
            </a:extLst>
          </p:cNvPr>
          <p:cNvSpPr txBox="1"/>
          <p:nvPr/>
        </p:nvSpPr>
        <p:spPr>
          <a:xfrm>
            <a:off x="1050682" y="3717522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8AF116-CC83-7911-BB67-85E61FF46A49}"/>
              </a:ext>
            </a:extLst>
          </p:cNvPr>
          <p:cNvSpPr txBox="1"/>
          <p:nvPr/>
        </p:nvSpPr>
        <p:spPr>
          <a:xfrm>
            <a:off x="2591250" y="5282820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8E23F4-CFAE-830F-74BF-B44298AE0BC8}"/>
              </a:ext>
            </a:extLst>
          </p:cNvPr>
          <p:cNvSpPr txBox="1"/>
          <p:nvPr/>
        </p:nvSpPr>
        <p:spPr>
          <a:xfrm>
            <a:off x="4157138" y="2143056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74D155-8AE3-97FB-CB65-CDE832322FA1}"/>
              </a:ext>
            </a:extLst>
          </p:cNvPr>
          <p:cNvSpPr txBox="1"/>
          <p:nvPr/>
        </p:nvSpPr>
        <p:spPr>
          <a:xfrm>
            <a:off x="4178927" y="5276111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*PW2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A7B73D7-A94B-5741-3AD0-6DAC947DC85B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997" y="3152477"/>
            <a:ext cx="731520" cy="731520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CC459C5-12D4-8A2A-FBCF-DACE36CCB5D8}"/>
              </a:ext>
            </a:extLst>
          </p:cNvPr>
          <p:cNvGrpSpPr/>
          <p:nvPr/>
        </p:nvGrpSpPr>
        <p:grpSpPr>
          <a:xfrm>
            <a:off x="8857550" y="165413"/>
            <a:ext cx="3326274" cy="1005152"/>
            <a:chOff x="8242647" y="499604"/>
            <a:chExt cx="3326274" cy="100515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67802DD-ADAF-9D09-3C5A-104673C4AE20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572EE912-5E45-8883-C065-4DAAF99F4F7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BD3817A-DBC8-9801-5BB1-8B8EEB9F87A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D750E89C-4D21-1CDF-F69E-FCE74381E94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B215A1ED-CB4B-C8AF-0302-15EC3DDA76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A7AD562-DC77-8396-F14D-BF6068580BC0}"/>
                </a:ext>
              </a:extLst>
            </p:cNvPr>
            <p:cNvSpPr txBox="1"/>
            <p:nvPr/>
          </p:nvSpPr>
          <p:spPr>
            <a:xfrm>
              <a:off x="8242647" y="1211639"/>
              <a:ext cx="85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Northeast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6993752-8451-8ED6-08FC-4CD6171ED43F}"/>
                </a:ext>
              </a:extLst>
            </p:cNvPr>
            <p:cNvSpPr txBox="1"/>
            <p:nvPr/>
          </p:nvSpPr>
          <p:spPr>
            <a:xfrm>
              <a:off x="9050288" y="1221382"/>
              <a:ext cx="879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Northwest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B05C61-C6D4-5E59-54F7-DC537CB01F84}"/>
                </a:ext>
              </a:extLst>
            </p:cNvPr>
            <p:cNvSpPr txBox="1"/>
            <p:nvPr/>
          </p:nvSpPr>
          <p:spPr>
            <a:xfrm>
              <a:off x="9891433" y="1221381"/>
              <a:ext cx="865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Southeast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97210D-32CA-5582-25DB-54D600D10F02}"/>
                </a:ext>
              </a:extLst>
            </p:cNvPr>
            <p:cNvSpPr txBox="1"/>
            <p:nvPr/>
          </p:nvSpPr>
          <p:spPr>
            <a:xfrm>
              <a:off x="10676497" y="1227757"/>
              <a:ext cx="892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Southwest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FA7FCEC6-583E-1D42-E789-51C1E86A279C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719" y="3170668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BC26097-CD3A-873F-9B4E-B36352584949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077" y="3170668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A394D064-16D6-C2AD-3F3E-E49604D9065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639" y="3152477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86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1027</Words>
  <Application>Microsoft Office PowerPoint</Application>
  <PresentationFormat>Widescreen</PresentationFormat>
  <Paragraphs>256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JIA SENG</dc:creator>
  <cp:lastModifiedBy>TONG JIA SENG</cp:lastModifiedBy>
  <cp:revision>46</cp:revision>
  <dcterms:created xsi:type="dcterms:W3CDTF">2026-02-03T01:35:10Z</dcterms:created>
  <dcterms:modified xsi:type="dcterms:W3CDTF">2026-03-30T03:33:25Z</dcterms:modified>
</cp:coreProperties>
</file>