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80" r:id="rId3"/>
    <p:sldId id="284" r:id="rId4"/>
    <p:sldId id="282" r:id="rId5"/>
    <p:sldId id="283" r:id="rId6"/>
    <p:sldId id="285" r:id="rId7"/>
    <p:sldId id="286" r:id="rId8"/>
    <p:sldId id="287" r:id="rId9"/>
    <p:sldId id="288" r:id="rId10"/>
    <p:sldId id="289" r:id="rId11"/>
    <p:sldId id="290" r:id="rId12"/>
    <p:sldId id="281" r:id="rId13"/>
    <p:sldId id="291" r:id="rId14"/>
    <p:sldId id="292" r:id="rId15"/>
    <p:sldId id="293" r:id="rId16"/>
    <p:sldId id="294" r:id="rId17"/>
    <p:sldId id="295" r:id="rId18"/>
    <p:sldId id="296" r:id="rId19"/>
    <p:sldId id="297" r:id="rId20"/>
    <p:sldId id="298" r:id="rId21"/>
    <p:sldId id="299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250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D65607-CA42-9B28-36FF-4701DA7080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F8DCC3-761E-0C24-9D83-32490790E5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F8B83C-4988-0005-295F-645ACE451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8FFEE-96DD-411E-9212-115A8E86985E}" type="datetimeFigureOut">
              <a:rPr lang="en-US" smtClean="0"/>
              <a:t>2026-02-04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A626B5-EA18-0F5C-2CBA-ADD6F5D68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3D6705-43E4-8CA4-8256-CD8898C5B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AB0BC-59A2-4149-A0EE-71FE06EE13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2529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8CDCCC-5EB7-22CA-7C00-77B8F8B7F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14E1EC-24BA-EFD1-5562-CAA97DEE46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D023B0-7266-D111-55D2-A61A425C32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8FFEE-96DD-411E-9212-115A8E86985E}" type="datetimeFigureOut">
              <a:rPr lang="en-US" smtClean="0"/>
              <a:t>2026-02-04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9D40A9-28B4-6DD7-A7FB-4C141FB68C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2D9621-C522-692C-F7DF-63B83BB20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AB0BC-59A2-4149-A0EE-71FE06EE13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3010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15BB72-6B05-0614-7C89-85D123A8B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54A8F0-3E4C-D529-8A39-309C317461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BF7244-4114-073D-1387-FF2BD199EB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8FFEE-96DD-411E-9212-115A8E86985E}" type="datetimeFigureOut">
              <a:rPr lang="en-US" smtClean="0"/>
              <a:t>2026-02-04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F79BBA-8DCE-A072-9EC4-B55425123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9EDCD2-4284-A60D-1DB9-D8E5A0775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AB0BC-59A2-4149-A0EE-71FE06EE13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900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4EEF3-C454-CCF0-DB07-1564E55D3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1DEAB9-B841-E83B-69F1-DDE35D73554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B111E9-41F3-CAD4-852F-D0D8843219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32F0B3-2FA5-3577-F902-E0CD82C66E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8FFEE-96DD-411E-9212-115A8E86985E}" type="datetimeFigureOut">
              <a:rPr lang="en-US" smtClean="0"/>
              <a:t>2026-02-04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75F7EA-3ACB-1058-6F43-ED1311B95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A73C26-777E-EFE7-AB14-7404D4BCE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AB0BC-59A2-4149-A0EE-71FE06EE13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0639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4E0D85-20BC-7BAE-6030-CABAD4A3A4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5B3B59-7D7A-0300-4994-6CA9B0971E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90342B-E6A5-3262-DECC-40562C9B9A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DBE5A3-F851-DFDA-100E-74385D9E0A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D1561D-93D8-7D65-8F0C-65A3EAC6C5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82D3E73-1E8A-6704-2C6C-6DAA8F8E9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8FFEE-96DD-411E-9212-115A8E86985E}" type="datetimeFigureOut">
              <a:rPr lang="en-US" smtClean="0"/>
              <a:t>2026-02-04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B6B75A-E510-948B-F229-13B761F452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9E250C5-2A6E-BF5C-BCB5-7723B5D7B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AB0BC-59A2-4149-A0EE-71FE06EE13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0060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ADC3C-6402-C5F6-2C9C-19BECDCCC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B3A9D6-F77C-F80B-1C4F-C652FC6D9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8FFEE-96DD-411E-9212-115A8E86985E}" type="datetimeFigureOut">
              <a:rPr lang="en-US" smtClean="0"/>
              <a:t>2026-02-04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5F4608-A5C7-2B38-D7B3-486875411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3249CD-50BE-17BE-406C-2E5368CEC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AB0BC-59A2-4149-A0EE-71FE06EE13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0359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E70214-D9DD-60C4-BD41-94A26EDCE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8FFEE-96DD-411E-9212-115A8E86985E}" type="datetimeFigureOut">
              <a:rPr lang="en-US" smtClean="0"/>
              <a:t>2026-02-04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D7C030-5D63-EA0E-2012-A0B7CA1212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F5027A-25CD-EEFD-9C93-4D31473338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AB0BC-59A2-4149-A0EE-71FE06EE13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643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10651E-1B03-11BD-E17F-223690CBA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2F14EB-6275-A8DF-2868-055A80E247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7D8926-2585-E67B-B72E-C059205474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8AA7EE-033F-A7D1-6C95-28EF08522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8FFEE-96DD-411E-9212-115A8E86985E}" type="datetimeFigureOut">
              <a:rPr lang="en-US" smtClean="0"/>
              <a:t>2026-02-04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E9B371-097E-A948-D9FE-D1F334A48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A7C15C-4FD4-CCDB-CFD4-BEAA4B29C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AB0BC-59A2-4149-A0EE-71FE06EE13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142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AF781C-279D-A918-5FAD-6A18E4C8A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B87DDA-8BF8-17C1-EE84-DC7C6CEBECC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411BBA-5E93-30AB-2E82-6C85DEAA5A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696547-A323-81E2-A78B-D04C74D4F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8FFEE-96DD-411E-9212-115A8E86985E}" type="datetimeFigureOut">
              <a:rPr lang="en-US" smtClean="0"/>
              <a:t>2026-02-04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1042F6-5B9C-4C25-5F42-58A23A7E67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F08827-E174-3790-0CBC-86E9EC4D3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AB0BC-59A2-4149-A0EE-71FE06EE13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3720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14456-B52C-4529-C6D4-C716A284D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5AAC5A-66A3-922E-60DD-3670F37C47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DF419E-1DCC-7783-53DC-341EA43AF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8FFEE-96DD-411E-9212-115A8E86985E}" type="datetimeFigureOut">
              <a:rPr lang="en-US" smtClean="0"/>
              <a:t>2026-02-04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38A681-9ACC-B869-1417-286016DFDA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3DD151-CF43-09EF-CA88-BA873C50B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AB0BC-59A2-4149-A0EE-71FE06EE13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524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8A31909-9DDC-3D28-C995-5D6ABF33B3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934DD8-D9D3-9473-E52A-BCDBA9DCE0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F700D5-DA28-EF7D-2615-6A9495768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8FFEE-96DD-411E-9212-115A8E86985E}" type="datetimeFigureOut">
              <a:rPr lang="en-US" smtClean="0"/>
              <a:t>2026-02-04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E2E0BE-C0A9-724A-FA7D-0577F1DE37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25DF59-79E4-64B6-05C8-D3588D6EB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AB0BC-59A2-4149-A0EE-71FE06EE13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26414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454C635-A040-806E-66F7-3C957F8E7E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FDBAB6-F8B8-AC67-4C7F-54E395FF56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C317F3-B141-2268-99BE-730FDE2EDF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78FFEE-96DD-411E-9212-115A8E86985E}" type="datetimeFigureOut">
              <a:rPr lang="en-US" smtClean="0"/>
              <a:t>2026-02-04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34D1BC-B693-119E-9D67-8236280317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E06E1A-AF5B-3066-4AF5-DEC394C47C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BAB0BC-59A2-4149-A0EE-71FE06EE13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6227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g"/><Relationship Id="rId13" Type="http://schemas.openxmlformats.org/officeDocument/2006/relationships/image" Target="../media/image12.jpg"/><Relationship Id="rId18" Type="http://schemas.openxmlformats.org/officeDocument/2006/relationships/image" Target="../media/image17.jpg"/><Relationship Id="rId26" Type="http://schemas.openxmlformats.org/officeDocument/2006/relationships/image" Target="../media/image25.jpg"/><Relationship Id="rId3" Type="http://schemas.openxmlformats.org/officeDocument/2006/relationships/image" Target="../media/image2.jpg"/><Relationship Id="rId21" Type="http://schemas.openxmlformats.org/officeDocument/2006/relationships/image" Target="../media/image20.jpg"/><Relationship Id="rId7" Type="http://schemas.openxmlformats.org/officeDocument/2006/relationships/image" Target="../media/image6.jpg"/><Relationship Id="rId12" Type="http://schemas.openxmlformats.org/officeDocument/2006/relationships/image" Target="../media/image11.jpg"/><Relationship Id="rId17" Type="http://schemas.openxmlformats.org/officeDocument/2006/relationships/image" Target="../media/image16.jpg"/><Relationship Id="rId25" Type="http://schemas.openxmlformats.org/officeDocument/2006/relationships/image" Target="../media/image24.jpg"/><Relationship Id="rId2" Type="http://schemas.openxmlformats.org/officeDocument/2006/relationships/image" Target="../media/image1.jpg"/><Relationship Id="rId16" Type="http://schemas.openxmlformats.org/officeDocument/2006/relationships/image" Target="../media/image15.jpg"/><Relationship Id="rId20" Type="http://schemas.openxmlformats.org/officeDocument/2006/relationships/image" Target="../media/image19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11" Type="http://schemas.openxmlformats.org/officeDocument/2006/relationships/image" Target="../media/image10.jpg"/><Relationship Id="rId24" Type="http://schemas.openxmlformats.org/officeDocument/2006/relationships/image" Target="../media/image23.jpg"/><Relationship Id="rId5" Type="http://schemas.openxmlformats.org/officeDocument/2006/relationships/image" Target="../media/image4.jpg"/><Relationship Id="rId15" Type="http://schemas.openxmlformats.org/officeDocument/2006/relationships/image" Target="../media/image14.jpg"/><Relationship Id="rId23" Type="http://schemas.openxmlformats.org/officeDocument/2006/relationships/image" Target="../media/image22.jpg"/><Relationship Id="rId10" Type="http://schemas.openxmlformats.org/officeDocument/2006/relationships/image" Target="../media/image9.jpg"/><Relationship Id="rId19" Type="http://schemas.openxmlformats.org/officeDocument/2006/relationships/image" Target="../media/image18.jpg"/><Relationship Id="rId4" Type="http://schemas.openxmlformats.org/officeDocument/2006/relationships/image" Target="../media/image3.jpg"/><Relationship Id="rId9" Type="http://schemas.openxmlformats.org/officeDocument/2006/relationships/image" Target="../media/image8.jpg"/><Relationship Id="rId14" Type="http://schemas.openxmlformats.org/officeDocument/2006/relationships/image" Target="../media/image13.jpg"/><Relationship Id="rId22" Type="http://schemas.openxmlformats.org/officeDocument/2006/relationships/image" Target="../media/image21.jpg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jpg"/><Relationship Id="rId18" Type="http://schemas.openxmlformats.org/officeDocument/2006/relationships/image" Target="../media/image17.jpg"/><Relationship Id="rId26" Type="http://schemas.openxmlformats.org/officeDocument/2006/relationships/image" Target="../media/image25.jpg"/><Relationship Id="rId3" Type="http://schemas.openxmlformats.org/officeDocument/2006/relationships/image" Target="../media/image2.jpg"/><Relationship Id="rId21" Type="http://schemas.openxmlformats.org/officeDocument/2006/relationships/image" Target="../media/image20.jpg"/><Relationship Id="rId34" Type="http://schemas.openxmlformats.org/officeDocument/2006/relationships/image" Target="../media/image33.svg"/><Relationship Id="rId7" Type="http://schemas.openxmlformats.org/officeDocument/2006/relationships/image" Target="../media/image6.jpg"/><Relationship Id="rId12" Type="http://schemas.openxmlformats.org/officeDocument/2006/relationships/image" Target="../media/image11.jpg"/><Relationship Id="rId17" Type="http://schemas.openxmlformats.org/officeDocument/2006/relationships/image" Target="../media/image16.jpg"/><Relationship Id="rId25" Type="http://schemas.openxmlformats.org/officeDocument/2006/relationships/image" Target="../media/image24.jpg"/><Relationship Id="rId33" Type="http://schemas.openxmlformats.org/officeDocument/2006/relationships/image" Target="../media/image32.png"/><Relationship Id="rId2" Type="http://schemas.openxmlformats.org/officeDocument/2006/relationships/image" Target="../media/image1.jpg"/><Relationship Id="rId16" Type="http://schemas.openxmlformats.org/officeDocument/2006/relationships/image" Target="../media/image15.jpg"/><Relationship Id="rId20" Type="http://schemas.openxmlformats.org/officeDocument/2006/relationships/image" Target="../media/image19.jp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11" Type="http://schemas.openxmlformats.org/officeDocument/2006/relationships/image" Target="../media/image10.jpg"/><Relationship Id="rId24" Type="http://schemas.openxmlformats.org/officeDocument/2006/relationships/image" Target="../media/image23.jpg"/><Relationship Id="rId32" Type="http://schemas.openxmlformats.org/officeDocument/2006/relationships/image" Target="../media/image31.svg"/><Relationship Id="rId5" Type="http://schemas.openxmlformats.org/officeDocument/2006/relationships/image" Target="../media/image4.jpg"/><Relationship Id="rId15" Type="http://schemas.openxmlformats.org/officeDocument/2006/relationships/image" Target="../media/image14.jpg"/><Relationship Id="rId23" Type="http://schemas.openxmlformats.org/officeDocument/2006/relationships/image" Target="../media/image22.jpg"/><Relationship Id="rId28" Type="http://schemas.openxmlformats.org/officeDocument/2006/relationships/image" Target="../media/image27.svg"/><Relationship Id="rId10" Type="http://schemas.openxmlformats.org/officeDocument/2006/relationships/image" Target="../media/image9.jpg"/><Relationship Id="rId19" Type="http://schemas.openxmlformats.org/officeDocument/2006/relationships/image" Target="../media/image18.jpg"/><Relationship Id="rId31" Type="http://schemas.openxmlformats.org/officeDocument/2006/relationships/image" Target="../media/image30.png"/><Relationship Id="rId4" Type="http://schemas.openxmlformats.org/officeDocument/2006/relationships/image" Target="../media/image3.jpg"/><Relationship Id="rId9" Type="http://schemas.openxmlformats.org/officeDocument/2006/relationships/image" Target="../media/image8.jpg"/><Relationship Id="rId14" Type="http://schemas.openxmlformats.org/officeDocument/2006/relationships/image" Target="../media/image13.jpg"/><Relationship Id="rId22" Type="http://schemas.openxmlformats.org/officeDocument/2006/relationships/image" Target="../media/image21.jpg"/><Relationship Id="rId27" Type="http://schemas.openxmlformats.org/officeDocument/2006/relationships/image" Target="../media/image26.png"/><Relationship Id="rId30" Type="http://schemas.openxmlformats.org/officeDocument/2006/relationships/image" Target="../media/image29.svg"/><Relationship Id="rId8" Type="http://schemas.openxmlformats.org/officeDocument/2006/relationships/image" Target="../media/image7.jpg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jpg"/><Relationship Id="rId18" Type="http://schemas.openxmlformats.org/officeDocument/2006/relationships/image" Target="../media/image17.jpg"/><Relationship Id="rId26" Type="http://schemas.openxmlformats.org/officeDocument/2006/relationships/image" Target="../media/image25.jpg"/><Relationship Id="rId3" Type="http://schemas.openxmlformats.org/officeDocument/2006/relationships/image" Target="../media/image2.jpg"/><Relationship Id="rId21" Type="http://schemas.openxmlformats.org/officeDocument/2006/relationships/image" Target="../media/image20.jpg"/><Relationship Id="rId34" Type="http://schemas.openxmlformats.org/officeDocument/2006/relationships/image" Target="../media/image39.svg"/><Relationship Id="rId7" Type="http://schemas.openxmlformats.org/officeDocument/2006/relationships/image" Target="../media/image6.jpg"/><Relationship Id="rId12" Type="http://schemas.openxmlformats.org/officeDocument/2006/relationships/image" Target="../media/image11.jpg"/><Relationship Id="rId17" Type="http://schemas.openxmlformats.org/officeDocument/2006/relationships/image" Target="../media/image16.jpg"/><Relationship Id="rId25" Type="http://schemas.openxmlformats.org/officeDocument/2006/relationships/image" Target="../media/image24.jpg"/><Relationship Id="rId33" Type="http://schemas.openxmlformats.org/officeDocument/2006/relationships/image" Target="../media/image38.png"/><Relationship Id="rId2" Type="http://schemas.openxmlformats.org/officeDocument/2006/relationships/image" Target="../media/image1.jpg"/><Relationship Id="rId16" Type="http://schemas.openxmlformats.org/officeDocument/2006/relationships/image" Target="../media/image15.jpg"/><Relationship Id="rId20" Type="http://schemas.openxmlformats.org/officeDocument/2006/relationships/image" Target="../media/image19.jpg"/><Relationship Id="rId29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11" Type="http://schemas.openxmlformats.org/officeDocument/2006/relationships/image" Target="../media/image10.jpg"/><Relationship Id="rId24" Type="http://schemas.openxmlformats.org/officeDocument/2006/relationships/image" Target="../media/image23.jpg"/><Relationship Id="rId32" Type="http://schemas.openxmlformats.org/officeDocument/2006/relationships/image" Target="../media/image37.svg"/><Relationship Id="rId5" Type="http://schemas.openxmlformats.org/officeDocument/2006/relationships/image" Target="../media/image4.jpg"/><Relationship Id="rId15" Type="http://schemas.openxmlformats.org/officeDocument/2006/relationships/image" Target="../media/image14.jpg"/><Relationship Id="rId23" Type="http://schemas.openxmlformats.org/officeDocument/2006/relationships/image" Target="../media/image22.jpg"/><Relationship Id="rId28" Type="http://schemas.openxmlformats.org/officeDocument/2006/relationships/image" Target="../media/image27.svg"/><Relationship Id="rId10" Type="http://schemas.openxmlformats.org/officeDocument/2006/relationships/image" Target="../media/image9.jpg"/><Relationship Id="rId19" Type="http://schemas.openxmlformats.org/officeDocument/2006/relationships/image" Target="../media/image18.jpg"/><Relationship Id="rId31" Type="http://schemas.openxmlformats.org/officeDocument/2006/relationships/image" Target="../media/image36.png"/><Relationship Id="rId4" Type="http://schemas.openxmlformats.org/officeDocument/2006/relationships/image" Target="../media/image3.jpg"/><Relationship Id="rId9" Type="http://schemas.openxmlformats.org/officeDocument/2006/relationships/image" Target="../media/image8.jpg"/><Relationship Id="rId14" Type="http://schemas.openxmlformats.org/officeDocument/2006/relationships/image" Target="../media/image13.jpg"/><Relationship Id="rId22" Type="http://schemas.openxmlformats.org/officeDocument/2006/relationships/image" Target="../media/image21.jpg"/><Relationship Id="rId27" Type="http://schemas.openxmlformats.org/officeDocument/2006/relationships/image" Target="../media/image26.png"/><Relationship Id="rId30" Type="http://schemas.openxmlformats.org/officeDocument/2006/relationships/image" Target="../media/image35.svg"/><Relationship Id="rId8" Type="http://schemas.openxmlformats.org/officeDocument/2006/relationships/image" Target="../media/image7.jpg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jpg"/><Relationship Id="rId18" Type="http://schemas.openxmlformats.org/officeDocument/2006/relationships/image" Target="../media/image17.jpg"/><Relationship Id="rId26" Type="http://schemas.openxmlformats.org/officeDocument/2006/relationships/image" Target="../media/image25.jpg"/><Relationship Id="rId3" Type="http://schemas.openxmlformats.org/officeDocument/2006/relationships/image" Target="../media/image2.jpg"/><Relationship Id="rId21" Type="http://schemas.openxmlformats.org/officeDocument/2006/relationships/image" Target="../media/image20.jpg"/><Relationship Id="rId34" Type="http://schemas.openxmlformats.org/officeDocument/2006/relationships/image" Target="../media/image38.png"/><Relationship Id="rId7" Type="http://schemas.openxmlformats.org/officeDocument/2006/relationships/image" Target="../media/image6.jpg"/><Relationship Id="rId12" Type="http://schemas.openxmlformats.org/officeDocument/2006/relationships/image" Target="../media/image11.jpg"/><Relationship Id="rId17" Type="http://schemas.openxmlformats.org/officeDocument/2006/relationships/image" Target="../media/image16.jpg"/><Relationship Id="rId25" Type="http://schemas.openxmlformats.org/officeDocument/2006/relationships/image" Target="../media/image24.jpg"/><Relationship Id="rId33" Type="http://schemas.openxmlformats.org/officeDocument/2006/relationships/image" Target="../media/image37.svg"/><Relationship Id="rId2" Type="http://schemas.openxmlformats.org/officeDocument/2006/relationships/image" Target="../media/image1.jpg"/><Relationship Id="rId16" Type="http://schemas.openxmlformats.org/officeDocument/2006/relationships/image" Target="../media/image15.jpg"/><Relationship Id="rId20" Type="http://schemas.openxmlformats.org/officeDocument/2006/relationships/image" Target="../media/image19.jpg"/><Relationship Id="rId29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11" Type="http://schemas.openxmlformats.org/officeDocument/2006/relationships/image" Target="../media/image10.jpg"/><Relationship Id="rId24" Type="http://schemas.openxmlformats.org/officeDocument/2006/relationships/image" Target="../media/image23.jpg"/><Relationship Id="rId32" Type="http://schemas.openxmlformats.org/officeDocument/2006/relationships/image" Target="../media/image40.svg"/><Relationship Id="rId5" Type="http://schemas.openxmlformats.org/officeDocument/2006/relationships/image" Target="../media/image4.jpg"/><Relationship Id="rId15" Type="http://schemas.openxmlformats.org/officeDocument/2006/relationships/image" Target="../media/image14.jpg"/><Relationship Id="rId23" Type="http://schemas.openxmlformats.org/officeDocument/2006/relationships/image" Target="../media/image22.jpg"/><Relationship Id="rId28" Type="http://schemas.openxmlformats.org/officeDocument/2006/relationships/image" Target="../media/image27.svg"/><Relationship Id="rId10" Type="http://schemas.openxmlformats.org/officeDocument/2006/relationships/image" Target="../media/image9.jpg"/><Relationship Id="rId19" Type="http://schemas.openxmlformats.org/officeDocument/2006/relationships/image" Target="../media/image18.jpg"/><Relationship Id="rId31" Type="http://schemas.openxmlformats.org/officeDocument/2006/relationships/image" Target="../media/image36.png"/><Relationship Id="rId4" Type="http://schemas.openxmlformats.org/officeDocument/2006/relationships/image" Target="../media/image3.jpg"/><Relationship Id="rId9" Type="http://schemas.openxmlformats.org/officeDocument/2006/relationships/image" Target="../media/image8.jpg"/><Relationship Id="rId14" Type="http://schemas.openxmlformats.org/officeDocument/2006/relationships/image" Target="../media/image13.jpg"/><Relationship Id="rId22" Type="http://schemas.openxmlformats.org/officeDocument/2006/relationships/image" Target="../media/image21.jpg"/><Relationship Id="rId27" Type="http://schemas.openxmlformats.org/officeDocument/2006/relationships/image" Target="../media/image26.png"/><Relationship Id="rId30" Type="http://schemas.openxmlformats.org/officeDocument/2006/relationships/image" Target="../media/image35.svg"/><Relationship Id="rId35" Type="http://schemas.openxmlformats.org/officeDocument/2006/relationships/image" Target="../media/image39.svg"/><Relationship Id="rId8" Type="http://schemas.openxmlformats.org/officeDocument/2006/relationships/image" Target="../media/image7.jp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jpg"/><Relationship Id="rId18" Type="http://schemas.openxmlformats.org/officeDocument/2006/relationships/image" Target="../media/image17.jpg"/><Relationship Id="rId26" Type="http://schemas.openxmlformats.org/officeDocument/2006/relationships/image" Target="../media/image25.jpg"/><Relationship Id="rId3" Type="http://schemas.openxmlformats.org/officeDocument/2006/relationships/image" Target="../media/image2.jpg"/><Relationship Id="rId21" Type="http://schemas.openxmlformats.org/officeDocument/2006/relationships/image" Target="../media/image20.jpg"/><Relationship Id="rId34" Type="http://schemas.openxmlformats.org/officeDocument/2006/relationships/image" Target="../media/image42.png"/><Relationship Id="rId7" Type="http://schemas.openxmlformats.org/officeDocument/2006/relationships/image" Target="../media/image6.jpg"/><Relationship Id="rId12" Type="http://schemas.openxmlformats.org/officeDocument/2006/relationships/image" Target="../media/image11.jpg"/><Relationship Id="rId17" Type="http://schemas.openxmlformats.org/officeDocument/2006/relationships/image" Target="../media/image16.jpg"/><Relationship Id="rId25" Type="http://schemas.openxmlformats.org/officeDocument/2006/relationships/image" Target="../media/image24.jpg"/><Relationship Id="rId33" Type="http://schemas.openxmlformats.org/officeDocument/2006/relationships/image" Target="../media/image37.svg"/><Relationship Id="rId2" Type="http://schemas.openxmlformats.org/officeDocument/2006/relationships/image" Target="../media/image1.jpg"/><Relationship Id="rId16" Type="http://schemas.openxmlformats.org/officeDocument/2006/relationships/image" Target="../media/image15.jpg"/><Relationship Id="rId20" Type="http://schemas.openxmlformats.org/officeDocument/2006/relationships/image" Target="../media/image19.jp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11" Type="http://schemas.openxmlformats.org/officeDocument/2006/relationships/image" Target="../media/image10.jpg"/><Relationship Id="rId24" Type="http://schemas.openxmlformats.org/officeDocument/2006/relationships/image" Target="../media/image23.jpg"/><Relationship Id="rId32" Type="http://schemas.openxmlformats.org/officeDocument/2006/relationships/image" Target="../media/image40.svg"/><Relationship Id="rId5" Type="http://schemas.openxmlformats.org/officeDocument/2006/relationships/image" Target="../media/image4.jpg"/><Relationship Id="rId15" Type="http://schemas.openxmlformats.org/officeDocument/2006/relationships/image" Target="../media/image14.jpg"/><Relationship Id="rId23" Type="http://schemas.openxmlformats.org/officeDocument/2006/relationships/image" Target="../media/image22.jpg"/><Relationship Id="rId28" Type="http://schemas.openxmlformats.org/officeDocument/2006/relationships/image" Target="../media/image27.svg"/><Relationship Id="rId10" Type="http://schemas.openxmlformats.org/officeDocument/2006/relationships/image" Target="../media/image9.jpg"/><Relationship Id="rId19" Type="http://schemas.openxmlformats.org/officeDocument/2006/relationships/image" Target="../media/image18.jpg"/><Relationship Id="rId31" Type="http://schemas.openxmlformats.org/officeDocument/2006/relationships/image" Target="../media/image36.png"/><Relationship Id="rId4" Type="http://schemas.openxmlformats.org/officeDocument/2006/relationships/image" Target="../media/image3.jpg"/><Relationship Id="rId9" Type="http://schemas.openxmlformats.org/officeDocument/2006/relationships/image" Target="../media/image8.jpg"/><Relationship Id="rId14" Type="http://schemas.openxmlformats.org/officeDocument/2006/relationships/image" Target="../media/image13.jpg"/><Relationship Id="rId22" Type="http://schemas.openxmlformats.org/officeDocument/2006/relationships/image" Target="../media/image21.jpg"/><Relationship Id="rId27" Type="http://schemas.openxmlformats.org/officeDocument/2006/relationships/image" Target="../media/image26.png"/><Relationship Id="rId30" Type="http://schemas.openxmlformats.org/officeDocument/2006/relationships/image" Target="../media/image41.svg"/><Relationship Id="rId35" Type="http://schemas.openxmlformats.org/officeDocument/2006/relationships/image" Target="../media/image43.svg"/><Relationship Id="rId8" Type="http://schemas.openxmlformats.org/officeDocument/2006/relationships/image" Target="../media/image7.jpg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jpg"/><Relationship Id="rId18" Type="http://schemas.openxmlformats.org/officeDocument/2006/relationships/image" Target="../media/image17.jpg"/><Relationship Id="rId26" Type="http://schemas.openxmlformats.org/officeDocument/2006/relationships/image" Target="../media/image25.jpg"/><Relationship Id="rId3" Type="http://schemas.openxmlformats.org/officeDocument/2006/relationships/image" Target="../media/image2.jpg"/><Relationship Id="rId21" Type="http://schemas.openxmlformats.org/officeDocument/2006/relationships/image" Target="../media/image20.jpg"/><Relationship Id="rId34" Type="http://schemas.openxmlformats.org/officeDocument/2006/relationships/image" Target="../media/image42.png"/><Relationship Id="rId7" Type="http://schemas.openxmlformats.org/officeDocument/2006/relationships/image" Target="../media/image6.jpg"/><Relationship Id="rId12" Type="http://schemas.openxmlformats.org/officeDocument/2006/relationships/image" Target="../media/image11.jpg"/><Relationship Id="rId17" Type="http://schemas.openxmlformats.org/officeDocument/2006/relationships/image" Target="../media/image16.jpg"/><Relationship Id="rId25" Type="http://schemas.openxmlformats.org/officeDocument/2006/relationships/image" Target="../media/image24.jpg"/><Relationship Id="rId33" Type="http://schemas.openxmlformats.org/officeDocument/2006/relationships/image" Target="../media/image37.svg"/><Relationship Id="rId2" Type="http://schemas.openxmlformats.org/officeDocument/2006/relationships/image" Target="../media/image1.jpg"/><Relationship Id="rId16" Type="http://schemas.openxmlformats.org/officeDocument/2006/relationships/image" Target="../media/image15.jpg"/><Relationship Id="rId20" Type="http://schemas.openxmlformats.org/officeDocument/2006/relationships/image" Target="../media/image19.jp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11" Type="http://schemas.openxmlformats.org/officeDocument/2006/relationships/image" Target="../media/image10.jpg"/><Relationship Id="rId24" Type="http://schemas.openxmlformats.org/officeDocument/2006/relationships/image" Target="../media/image23.jpg"/><Relationship Id="rId32" Type="http://schemas.openxmlformats.org/officeDocument/2006/relationships/image" Target="../media/image40.svg"/><Relationship Id="rId5" Type="http://schemas.openxmlformats.org/officeDocument/2006/relationships/image" Target="../media/image4.jpg"/><Relationship Id="rId15" Type="http://schemas.openxmlformats.org/officeDocument/2006/relationships/image" Target="../media/image14.jpg"/><Relationship Id="rId23" Type="http://schemas.openxmlformats.org/officeDocument/2006/relationships/image" Target="../media/image22.jpg"/><Relationship Id="rId28" Type="http://schemas.openxmlformats.org/officeDocument/2006/relationships/image" Target="../media/image27.svg"/><Relationship Id="rId10" Type="http://schemas.openxmlformats.org/officeDocument/2006/relationships/image" Target="../media/image9.jpg"/><Relationship Id="rId19" Type="http://schemas.openxmlformats.org/officeDocument/2006/relationships/image" Target="../media/image18.jpg"/><Relationship Id="rId31" Type="http://schemas.openxmlformats.org/officeDocument/2006/relationships/image" Target="../media/image36.png"/><Relationship Id="rId4" Type="http://schemas.openxmlformats.org/officeDocument/2006/relationships/image" Target="../media/image3.jpg"/><Relationship Id="rId9" Type="http://schemas.openxmlformats.org/officeDocument/2006/relationships/image" Target="../media/image8.jpg"/><Relationship Id="rId14" Type="http://schemas.openxmlformats.org/officeDocument/2006/relationships/image" Target="../media/image13.jpg"/><Relationship Id="rId22" Type="http://schemas.openxmlformats.org/officeDocument/2006/relationships/image" Target="../media/image21.jpg"/><Relationship Id="rId27" Type="http://schemas.openxmlformats.org/officeDocument/2006/relationships/image" Target="../media/image26.png"/><Relationship Id="rId30" Type="http://schemas.openxmlformats.org/officeDocument/2006/relationships/image" Target="../media/image41.svg"/><Relationship Id="rId35" Type="http://schemas.openxmlformats.org/officeDocument/2006/relationships/image" Target="../media/image43.svg"/><Relationship Id="rId8" Type="http://schemas.openxmlformats.org/officeDocument/2006/relationships/image" Target="../media/image7.jpg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jpg"/><Relationship Id="rId18" Type="http://schemas.openxmlformats.org/officeDocument/2006/relationships/image" Target="../media/image17.jpg"/><Relationship Id="rId26" Type="http://schemas.openxmlformats.org/officeDocument/2006/relationships/image" Target="../media/image25.jpg"/><Relationship Id="rId3" Type="http://schemas.openxmlformats.org/officeDocument/2006/relationships/image" Target="../media/image2.jpg"/><Relationship Id="rId21" Type="http://schemas.openxmlformats.org/officeDocument/2006/relationships/image" Target="../media/image20.jpg"/><Relationship Id="rId34" Type="http://schemas.openxmlformats.org/officeDocument/2006/relationships/image" Target="../media/image37.svg"/><Relationship Id="rId7" Type="http://schemas.openxmlformats.org/officeDocument/2006/relationships/image" Target="../media/image6.jpg"/><Relationship Id="rId12" Type="http://schemas.openxmlformats.org/officeDocument/2006/relationships/image" Target="../media/image11.jpg"/><Relationship Id="rId17" Type="http://schemas.openxmlformats.org/officeDocument/2006/relationships/image" Target="../media/image16.jpg"/><Relationship Id="rId25" Type="http://schemas.openxmlformats.org/officeDocument/2006/relationships/image" Target="../media/image24.jpg"/><Relationship Id="rId33" Type="http://schemas.openxmlformats.org/officeDocument/2006/relationships/image" Target="../media/image36.png"/><Relationship Id="rId2" Type="http://schemas.openxmlformats.org/officeDocument/2006/relationships/image" Target="../media/image1.jpg"/><Relationship Id="rId16" Type="http://schemas.openxmlformats.org/officeDocument/2006/relationships/image" Target="../media/image15.jpg"/><Relationship Id="rId20" Type="http://schemas.openxmlformats.org/officeDocument/2006/relationships/image" Target="../media/image19.jp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11" Type="http://schemas.openxmlformats.org/officeDocument/2006/relationships/image" Target="../media/image10.jpg"/><Relationship Id="rId24" Type="http://schemas.openxmlformats.org/officeDocument/2006/relationships/image" Target="../media/image23.jpg"/><Relationship Id="rId32" Type="http://schemas.openxmlformats.org/officeDocument/2006/relationships/image" Target="../media/image44.svg"/><Relationship Id="rId5" Type="http://schemas.openxmlformats.org/officeDocument/2006/relationships/image" Target="../media/image4.jpg"/><Relationship Id="rId15" Type="http://schemas.openxmlformats.org/officeDocument/2006/relationships/image" Target="../media/image14.jpg"/><Relationship Id="rId23" Type="http://schemas.openxmlformats.org/officeDocument/2006/relationships/image" Target="../media/image22.jpg"/><Relationship Id="rId28" Type="http://schemas.openxmlformats.org/officeDocument/2006/relationships/image" Target="../media/image27.svg"/><Relationship Id="rId36" Type="http://schemas.openxmlformats.org/officeDocument/2006/relationships/image" Target="../media/image46.svg"/><Relationship Id="rId10" Type="http://schemas.openxmlformats.org/officeDocument/2006/relationships/image" Target="../media/image9.jpg"/><Relationship Id="rId19" Type="http://schemas.openxmlformats.org/officeDocument/2006/relationships/image" Target="../media/image18.jpg"/><Relationship Id="rId31" Type="http://schemas.openxmlformats.org/officeDocument/2006/relationships/image" Target="../media/image30.png"/><Relationship Id="rId4" Type="http://schemas.openxmlformats.org/officeDocument/2006/relationships/image" Target="../media/image3.jpg"/><Relationship Id="rId9" Type="http://schemas.openxmlformats.org/officeDocument/2006/relationships/image" Target="../media/image8.jpg"/><Relationship Id="rId14" Type="http://schemas.openxmlformats.org/officeDocument/2006/relationships/image" Target="../media/image13.jpg"/><Relationship Id="rId22" Type="http://schemas.openxmlformats.org/officeDocument/2006/relationships/image" Target="../media/image21.jpg"/><Relationship Id="rId27" Type="http://schemas.openxmlformats.org/officeDocument/2006/relationships/image" Target="../media/image26.png"/><Relationship Id="rId30" Type="http://schemas.openxmlformats.org/officeDocument/2006/relationships/image" Target="../media/image41.svg"/><Relationship Id="rId35" Type="http://schemas.openxmlformats.org/officeDocument/2006/relationships/image" Target="../media/image45.png"/><Relationship Id="rId8" Type="http://schemas.openxmlformats.org/officeDocument/2006/relationships/image" Target="../media/image7.jpg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jpg"/><Relationship Id="rId18" Type="http://schemas.openxmlformats.org/officeDocument/2006/relationships/image" Target="../media/image17.jpg"/><Relationship Id="rId26" Type="http://schemas.openxmlformats.org/officeDocument/2006/relationships/image" Target="../media/image25.jpg"/><Relationship Id="rId3" Type="http://schemas.openxmlformats.org/officeDocument/2006/relationships/image" Target="../media/image2.jpg"/><Relationship Id="rId21" Type="http://schemas.openxmlformats.org/officeDocument/2006/relationships/image" Target="../media/image20.jpg"/><Relationship Id="rId34" Type="http://schemas.openxmlformats.org/officeDocument/2006/relationships/image" Target="../media/image37.svg"/><Relationship Id="rId7" Type="http://schemas.openxmlformats.org/officeDocument/2006/relationships/image" Target="../media/image6.jpg"/><Relationship Id="rId12" Type="http://schemas.openxmlformats.org/officeDocument/2006/relationships/image" Target="../media/image11.jpg"/><Relationship Id="rId17" Type="http://schemas.openxmlformats.org/officeDocument/2006/relationships/image" Target="../media/image16.jpg"/><Relationship Id="rId25" Type="http://schemas.openxmlformats.org/officeDocument/2006/relationships/image" Target="../media/image24.jpg"/><Relationship Id="rId33" Type="http://schemas.openxmlformats.org/officeDocument/2006/relationships/image" Target="../media/image36.png"/><Relationship Id="rId2" Type="http://schemas.openxmlformats.org/officeDocument/2006/relationships/image" Target="../media/image1.jpg"/><Relationship Id="rId16" Type="http://schemas.openxmlformats.org/officeDocument/2006/relationships/image" Target="../media/image15.jpg"/><Relationship Id="rId20" Type="http://schemas.openxmlformats.org/officeDocument/2006/relationships/image" Target="../media/image19.jp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11" Type="http://schemas.openxmlformats.org/officeDocument/2006/relationships/image" Target="../media/image10.jpg"/><Relationship Id="rId24" Type="http://schemas.openxmlformats.org/officeDocument/2006/relationships/image" Target="../media/image23.jpg"/><Relationship Id="rId32" Type="http://schemas.openxmlformats.org/officeDocument/2006/relationships/image" Target="../media/image44.svg"/><Relationship Id="rId5" Type="http://schemas.openxmlformats.org/officeDocument/2006/relationships/image" Target="../media/image4.jpg"/><Relationship Id="rId15" Type="http://schemas.openxmlformats.org/officeDocument/2006/relationships/image" Target="../media/image14.jpg"/><Relationship Id="rId23" Type="http://schemas.openxmlformats.org/officeDocument/2006/relationships/image" Target="../media/image22.jpg"/><Relationship Id="rId28" Type="http://schemas.openxmlformats.org/officeDocument/2006/relationships/image" Target="../media/image27.svg"/><Relationship Id="rId36" Type="http://schemas.openxmlformats.org/officeDocument/2006/relationships/image" Target="../media/image46.svg"/><Relationship Id="rId10" Type="http://schemas.openxmlformats.org/officeDocument/2006/relationships/image" Target="../media/image9.jpg"/><Relationship Id="rId19" Type="http://schemas.openxmlformats.org/officeDocument/2006/relationships/image" Target="../media/image18.jpg"/><Relationship Id="rId31" Type="http://schemas.openxmlformats.org/officeDocument/2006/relationships/image" Target="../media/image30.png"/><Relationship Id="rId4" Type="http://schemas.openxmlformats.org/officeDocument/2006/relationships/image" Target="../media/image3.jpg"/><Relationship Id="rId9" Type="http://schemas.openxmlformats.org/officeDocument/2006/relationships/image" Target="../media/image8.jpg"/><Relationship Id="rId14" Type="http://schemas.openxmlformats.org/officeDocument/2006/relationships/image" Target="../media/image13.jpg"/><Relationship Id="rId22" Type="http://schemas.openxmlformats.org/officeDocument/2006/relationships/image" Target="../media/image21.jpg"/><Relationship Id="rId27" Type="http://schemas.openxmlformats.org/officeDocument/2006/relationships/image" Target="../media/image26.png"/><Relationship Id="rId30" Type="http://schemas.openxmlformats.org/officeDocument/2006/relationships/image" Target="../media/image41.svg"/><Relationship Id="rId35" Type="http://schemas.openxmlformats.org/officeDocument/2006/relationships/image" Target="../media/image45.png"/><Relationship Id="rId8" Type="http://schemas.openxmlformats.org/officeDocument/2006/relationships/image" Target="../media/image7.jpg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jpg"/><Relationship Id="rId18" Type="http://schemas.openxmlformats.org/officeDocument/2006/relationships/image" Target="../media/image17.jpg"/><Relationship Id="rId26" Type="http://schemas.openxmlformats.org/officeDocument/2006/relationships/image" Target="../media/image25.jpg"/><Relationship Id="rId3" Type="http://schemas.openxmlformats.org/officeDocument/2006/relationships/image" Target="../media/image2.jpg"/><Relationship Id="rId21" Type="http://schemas.openxmlformats.org/officeDocument/2006/relationships/image" Target="../media/image20.jpg"/><Relationship Id="rId34" Type="http://schemas.openxmlformats.org/officeDocument/2006/relationships/image" Target="../media/image47.svg"/><Relationship Id="rId7" Type="http://schemas.openxmlformats.org/officeDocument/2006/relationships/image" Target="../media/image6.jpg"/><Relationship Id="rId12" Type="http://schemas.openxmlformats.org/officeDocument/2006/relationships/image" Target="../media/image11.jpg"/><Relationship Id="rId17" Type="http://schemas.openxmlformats.org/officeDocument/2006/relationships/image" Target="../media/image16.jpg"/><Relationship Id="rId25" Type="http://schemas.openxmlformats.org/officeDocument/2006/relationships/image" Target="../media/image24.jpg"/><Relationship Id="rId33" Type="http://schemas.openxmlformats.org/officeDocument/2006/relationships/image" Target="../media/image32.png"/><Relationship Id="rId2" Type="http://schemas.openxmlformats.org/officeDocument/2006/relationships/image" Target="../media/image1.jpg"/><Relationship Id="rId16" Type="http://schemas.openxmlformats.org/officeDocument/2006/relationships/image" Target="../media/image15.jpg"/><Relationship Id="rId20" Type="http://schemas.openxmlformats.org/officeDocument/2006/relationships/image" Target="../media/image19.jp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11" Type="http://schemas.openxmlformats.org/officeDocument/2006/relationships/image" Target="../media/image10.jpg"/><Relationship Id="rId24" Type="http://schemas.openxmlformats.org/officeDocument/2006/relationships/image" Target="../media/image23.jpg"/><Relationship Id="rId32" Type="http://schemas.openxmlformats.org/officeDocument/2006/relationships/image" Target="../media/image44.svg"/><Relationship Id="rId5" Type="http://schemas.openxmlformats.org/officeDocument/2006/relationships/image" Target="../media/image4.jpg"/><Relationship Id="rId15" Type="http://schemas.openxmlformats.org/officeDocument/2006/relationships/image" Target="../media/image14.jpg"/><Relationship Id="rId23" Type="http://schemas.openxmlformats.org/officeDocument/2006/relationships/image" Target="../media/image22.jpg"/><Relationship Id="rId28" Type="http://schemas.openxmlformats.org/officeDocument/2006/relationships/image" Target="../media/image27.svg"/><Relationship Id="rId36" Type="http://schemas.openxmlformats.org/officeDocument/2006/relationships/image" Target="../media/image49.svg"/><Relationship Id="rId10" Type="http://schemas.openxmlformats.org/officeDocument/2006/relationships/image" Target="../media/image9.jpg"/><Relationship Id="rId19" Type="http://schemas.openxmlformats.org/officeDocument/2006/relationships/image" Target="../media/image18.jpg"/><Relationship Id="rId31" Type="http://schemas.openxmlformats.org/officeDocument/2006/relationships/image" Target="../media/image30.png"/><Relationship Id="rId4" Type="http://schemas.openxmlformats.org/officeDocument/2006/relationships/image" Target="../media/image3.jpg"/><Relationship Id="rId9" Type="http://schemas.openxmlformats.org/officeDocument/2006/relationships/image" Target="../media/image8.jpg"/><Relationship Id="rId14" Type="http://schemas.openxmlformats.org/officeDocument/2006/relationships/image" Target="../media/image13.jpg"/><Relationship Id="rId22" Type="http://schemas.openxmlformats.org/officeDocument/2006/relationships/image" Target="../media/image21.jpg"/><Relationship Id="rId27" Type="http://schemas.openxmlformats.org/officeDocument/2006/relationships/image" Target="../media/image26.png"/><Relationship Id="rId30" Type="http://schemas.openxmlformats.org/officeDocument/2006/relationships/image" Target="../media/image41.svg"/><Relationship Id="rId35" Type="http://schemas.openxmlformats.org/officeDocument/2006/relationships/image" Target="../media/image48.png"/><Relationship Id="rId8" Type="http://schemas.openxmlformats.org/officeDocument/2006/relationships/image" Target="../media/image7.jpg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jpg"/><Relationship Id="rId18" Type="http://schemas.openxmlformats.org/officeDocument/2006/relationships/image" Target="../media/image17.jpg"/><Relationship Id="rId26" Type="http://schemas.openxmlformats.org/officeDocument/2006/relationships/image" Target="../media/image25.jpg"/><Relationship Id="rId3" Type="http://schemas.openxmlformats.org/officeDocument/2006/relationships/image" Target="../media/image2.jpg"/><Relationship Id="rId21" Type="http://schemas.openxmlformats.org/officeDocument/2006/relationships/image" Target="../media/image20.jpg"/><Relationship Id="rId34" Type="http://schemas.openxmlformats.org/officeDocument/2006/relationships/image" Target="../media/image47.svg"/><Relationship Id="rId7" Type="http://schemas.openxmlformats.org/officeDocument/2006/relationships/image" Target="../media/image6.jpg"/><Relationship Id="rId12" Type="http://schemas.openxmlformats.org/officeDocument/2006/relationships/image" Target="../media/image11.jpg"/><Relationship Id="rId17" Type="http://schemas.openxmlformats.org/officeDocument/2006/relationships/image" Target="../media/image16.jpg"/><Relationship Id="rId25" Type="http://schemas.openxmlformats.org/officeDocument/2006/relationships/image" Target="../media/image24.jpg"/><Relationship Id="rId33" Type="http://schemas.openxmlformats.org/officeDocument/2006/relationships/image" Target="../media/image32.png"/><Relationship Id="rId2" Type="http://schemas.openxmlformats.org/officeDocument/2006/relationships/image" Target="../media/image1.jpg"/><Relationship Id="rId16" Type="http://schemas.openxmlformats.org/officeDocument/2006/relationships/image" Target="../media/image15.jpg"/><Relationship Id="rId20" Type="http://schemas.openxmlformats.org/officeDocument/2006/relationships/image" Target="../media/image19.jp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11" Type="http://schemas.openxmlformats.org/officeDocument/2006/relationships/image" Target="../media/image10.jpg"/><Relationship Id="rId24" Type="http://schemas.openxmlformats.org/officeDocument/2006/relationships/image" Target="../media/image23.jpg"/><Relationship Id="rId32" Type="http://schemas.openxmlformats.org/officeDocument/2006/relationships/image" Target="../media/image44.svg"/><Relationship Id="rId5" Type="http://schemas.openxmlformats.org/officeDocument/2006/relationships/image" Target="../media/image4.jpg"/><Relationship Id="rId15" Type="http://schemas.openxmlformats.org/officeDocument/2006/relationships/image" Target="../media/image14.jpg"/><Relationship Id="rId23" Type="http://schemas.openxmlformats.org/officeDocument/2006/relationships/image" Target="../media/image22.jpg"/><Relationship Id="rId28" Type="http://schemas.openxmlformats.org/officeDocument/2006/relationships/image" Target="../media/image27.svg"/><Relationship Id="rId36" Type="http://schemas.openxmlformats.org/officeDocument/2006/relationships/image" Target="../media/image49.svg"/><Relationship Id="rId10" Type="http://schemas.openxmlformats.org/officeDocument/2006/relationships/image" Target="../media/image9.jpg"/><Relationship Id="rId19" Type="http://schemas.openxmlformats.org/officeDocument/2006/relationships/image" Target="../media/image18.jpg"/><Relationship Id="rId31" Type="http://schemas.openxmlformats.org/officeDocument/2006/relationships/image" Target="../media/image30.png"/><Relationship Id="rId4" Type="http://schemas.openxmlformats.org/officeDocument/2006/relationships/image" Target="../media/image3.jpg"/><Relationship Id="rId9" Type="http://schemas.openxmlformats.org/officeDocument/2006/relationships/image" Target="../media/image8.jpg"/><Relationship Id="rId14" Type="http://schemas.openxmlformats.org/officeDocument/2006/relationships/image" Target="../media/image13.jpg"/><Relationship Id="rId22" Type="http://schemas.openxmlformats.org/officeDocument/2006/relationships/image" Target="../media/image21.jpg"/><Relationship Id="rId27" Type="http://schemas.openxmlformats.org/officeDocument/2006/relationships/image" Target="../media/image26.png"/><Relationship Id="rId30" Type="http://schemas.openxmlformats.org/officeDocument/2006/relationships/image" Target="../media/image41.svg"/><Relationship Id="rId35" Type="http://schemas.openxmlformats.org/officeDocument/2006/relationships/image" Target="../media/image48.png"/><Relationship Id="rId8" Type="http://schemas.openxmlformats.org/officeDocument/2006/relationships/image" Target="../media/image7.jpg"/></Relationships>
</file>

<file path=ppt/slides/_rels/slide1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jpg"/><Relationship Id="rId18" Type="http://schemas.openxmlformats.org/officeDocument/2006/relationships/image" Target="../media/image17.jpg"/><Relationship Id="rId26" Type="http://schemas.openxmlformats.org/officeDocument/2006/relationships/image" Target="../media/image25.jpg"/><Relationship Id="rId39" Type="http://schemas.openxmlformats.org/officeDocument/2006/relationships/image" Target="../media/image42.png"/><Relationship Id="rId21" Type="http://schemas.openxmlformats.org/officeDocument/2006/relationships/image" Target="../media/image20.jpg"/><Relationship Id="rId34" Type="http://schemas.openxmlformats.org/officeDocument/2006/relationships/image" Target="../media/image47.svg"/><Relationship Id="rId42" Type="http://schemas.openxmlformats.org/officeDocument/2006/relationships/image" Target="../media/image39.svg"/><Relationship Id="rId7" Type="http://schemas.openxmlformats.org/officeDocument/2006/relationships/image" Target="../media/image6.jpg"/><Relationship Id="rId2" Type="http://schemas.openxmlformats.org/officeDocument/2006/relationships/image" Target="../media/image1.jpg"/><Relationship Id="rId16" Type="http://schemas.openxmlformats.org/officeDocument/2006/relationships/image" Target="../media/image15.jpg"/><Relationship Id="rId20" Type="http://schemas.openxmlformats.org/officeDocument/2006/relationships/image" Target="../media/image19.jpg"/><Relationship Id="rId29" Type="http://schemas.openxmlformats.org/officeDocument/2006/relationships/image" Target="../media/image28.png"/><Relationship Id="rId41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11" Type="http://schemas.openxmlformats.org/officeDocument/2006/relationships/image" Target="../media/image10.jpg"/><Relationship Id="rId24" Type="http://schemas.openxmlformats.org/officeDocument/2006/relationships/image" Target="../media/image23.jpg"/><Relationship Id="rId32" Type="http://schemas.openxmlformats.org/officeDocument/2006/relationships/image" Target="../media/image44.svg"/><Relationship Id="rId37" Type="http://schemas.openxmlformats.org/officeDocument/2006/relationships/image" Target="../media/image45.png"/><Relationship Id="rId40" Type="http://schemas.openxmlformats.org/officeDocument/2006/relationships/image" Target="../media/image50.svg"/><Relationship Id="rId5" Type="http://schemas.openxmlformats.org/officeDocument/2006/relationships/image" Target="../media/image4.jpg"/><Relationship Id="rId15" Type="http://schemas.openxmlformats.org/officeDocument/2006/relationships/image" Target="../media/image14.jpg"/><Relationship Id="rId23" Type="http://schemas.openxmlformats.org/officeDocument/2006/relationships/image" Target="../media/image22.jpg"/><Relationship Id="rId28" Type="http://schemas.openxmlformats.org/officeDocument/2006/relationships/image" Target="../media/image27.svg"/><Relationship Id="rId36" Type="http://schemas.openxmlformats.org/officeDocument/2006/relationships/image" Target="../media/image49.svg"/><Relationship Id="rId10" Type="http://schemas.openxmlformats.org/officeDocument/2006/relationships/image" Target="../media/image9.jpg"/><Relationship Id="rId19" Type="http://schemas.openxmlformats.org/officeDocument/2006/relationships/image" Target="../media/image18.jpg"/><Relationship Id="rId31" Type="http://schemas.openxmlformats.org/officeDocument/2006/relationships/image" Target="../media/image30.png"/><Relationship Id="rId4" Type="http://schemas.openxmlformats.org/officeDocument/2006/relationships/image" Target="../media/image3.jpg"/><Relationship Id="rId9" Type="http://schemas.openxmlformats.org/officeDocument/2006/relationships/image" Target="../media/image8.jpg"/><Relationship Id="rId14" Type="http://schemas.openxmlformats.org/officeDocument/2006/relationships/image" Target="../media/image13.jpg"/><Relationship Id="rId22" Type="http://schemas.openxmlformats.org/officeDocument/2006/relationships/image" Target="../media/image21.jpg"/><Relationship Id="rId27" Type="http://schemas.openxmlformats.org/officeDocument/2006/relationships/image" Target="../media/image26.png"/><Relationship Id="rId30" Type="http://schemas.openxmlformats.org/officeDocument/2006/relationships/image" Target="../media/image41.svg"/><Relationship Id="rId35" Type="http://schemas.openxmlformats.org/officeDocument/2006/relationships/image" Target="../media/image48.png"/><Relationship Id="rId8" Type="http://schemas.openxmlformats.org/officeDocument/2006/relationships/image" Target="../media/image7.jpg"/><Relationship Id="rId3" Type="http://schemas.openxmlformats.org/officeDocument/2006/relationships/image" Target="../media/image2.jpg"/><Relationship Id="rId12" Type="http://schemas.openxmlformats.org/officeDocument/2006/relationships/image" Target="../media/image11.jpg"/><Relationship Id="rId17" Type="http://schemas.openxmlformats.org/officeDocument/2006/relationships/image" Target="../media/image16.jpg"/><Relationship Id="rId25" Type="http://schemas.openxmlformats.org/officeDocument/2006/relationships/image" Target="../media/image24.jpg"/><Relationship Id="rId33" Type="http://schemas.openxmlformats.org/officeDocument/2006/relationships/image" Target="../media/image32.png"/><Relationship Id="rId38" Type="http://schemas.openxmlformats.org/officeDocument/2006/relationships/image" Target="../media/image46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g"/><Relationship Id="rId13" Type="http://schemas.openxmlformats.org/officeDocument/2006/relationships/image" Target="../media/image12.jpg"/><Relationship Id="rId18" Type="http://schemas.openxmlformats.org/officeDocument/2006/relationships/image" Target="../media/image17.jpg"/><Relationship Id="rId26" Type="http://schemas.openxmlformats.org/officeDocument/2006/relationships/image" Target="../media/image25.jpg"/><Relationship Id="rId3" Type="http://schemas.openxmlformats.org/officeDocument/2006/relationships/image" Target="../media/image2.jpg"/><Relationship Id="rId21" Type="http://schemas.openxmlformats.org/officeDocument/2006/relationships/image" Target="../media/image20.jpg"/><Relationship Id="rId7" Type="http://schemas.openxmlformats.org/officeDocument/2006/relationships/image" Target="../media/image6.jpg"/><Relationship Id="rId12" Type="http://schemas.openxmlformats.org/officeDocument/2006/relationships/image" Target="../media/image11.jpg"/><Relationship Id="rId17" Type="http://schemas.openxmlformats.org/officeDocument/2006/relationships/image" Target="../media/image16.jpg"/><Relationship Id="rId25" Type="http://schemas.openxmlformats.org/officeDocument/2006/relationships/image" Target="../media/image24.jpg"/><Relationship Id="rId2" Type="http://schemas.openxmlformats.org/officeDocument/2006/relationships/image" Target="../media/image1.jpg"/><Relationship Id="rId16" Type="http://schemas.openxmlformats.org/officeDocument/2006/relationships/image" Target="../media/image15.jpg"/><Relationship Id="rId20" Type="http://schemas.openxmlformats.org/officeDocument/2006/relationships/image" Target="../media/image19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11" Type="http://schemas.openxmlformats.org/officeDocument/2006/relationships/image" Target="../media/image10.jpg"/><Relationship Id="rId24" Type="http://schemas.openxmlformats.org/officeDocument/2006/relationships/image" Target="../media/image23.jpg"/><Relationship Id="rId5" Type="http://schemas.openxmlformats.org/officeDocument/2006/relationships/image" Target="../media/image4.jpg"/><Relationship Id="rId15" Type="http://schemas.openxmlformats.org/officeDocument/2006/relationships/image" Target="../media/image14.jpg"/><Relationship Id="rId23" Type="http://schemas.openxmlformats.org/officeDocument/2006/relationships/image" Target="../media/image22.jpg"/><Relationship Id="rId10" Type="http://schemas.openxmlformats.org/officeDocument/2006/relationships/image" Target="../media/image9.jpg"/><Relationship Id="rId19" Type="http://schemas.openxmlformats.org/officeDocument/2006/relationships/image" Target="../media/image18.jpg"/><Relationship Id="rId4" Type="http://schemas.openxmlformats.org/officeDocument/2006/relationships/image" Target="../media/image3.jpg"/><Relationship Id="rId9" Type="http://schemas.openxmlformats.org/officeDocument/2006/relationships/image" Target="../media/image8.jpg"/><Relationship Id="rId14" Type="http://schemas.openxmlformats.org/officeDocument/2006/relationships/image" Target="../media/image13.jpg"/><Relationship Id="rId22" Type="http://schemas.openxmlformats.org/officeDocument/2006/relationships/image" Target="../media/image21.jpg"/></Relationships>
</file>

<file path=ppt/slides/_rels/slide1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jpg"/><Relationship Id="rId18" Type="http://schemas.openxmlformats.org/officeDocument/2006/relationships/image" Target="../media/image17.jpg"/><Relationship Id="rId26" Type="http://schemas.openxmlformats.org/officeDocument/2006/relationships/image" Target="../media/image25.jpg"/><Relationship Id="rId3" Type="http://schemas.openxmlformats.org/officeDocument/2006/relationships/image" Target="../media/image2.jpg"/><Relationship Id="rId21" Type="http://schemas.openxmlformats.org/officeDocument/2006/relationships/image" Target="../media/image20.jpg"/><Relationship Id="rId34" Type="http://schemas.openxmlformats.org/officeDocument/2006/relationships/image" Target="../media/image39.svg"/><Relationship Id="rId7" Type="http://schemas.openxmlformats.org/officeDocument/2006/relationships/image" Target="../media/image6.jpg"/><Relationship Id="rId12" Type="http://schemas.openxmlformats.org/officeDocument/2006/relationships/image" Target="../media/image11.jpg"/><Relationship Id="rId17" Type="http://schemas.openxmlformats.org/officeDocument/2006/relationships/image" Target="../media/image16.jpg"/><Relationship Id="rId25" Type="http://schemas.openxmlformats.org/officeDocument/2006/relationships/image" Target="../media/image24.jpg"/><Relationship Id="rId33" Type="http://schemas.openxmlformats.org/officeDocument/2006/relationships/image" Target="../media/image38.png"/><Relationship Id="rId2" Type="http://schemas.openxmlformats.org/officeDocument/2006/relationships/image" Target="../media/image1.jpg"/><Relationship Id="rId16" Type="http://schemas.openxmlformats.org/officeDocument/2006/relationships/image" Target="../media/image15.jpg"/><Relationship Id="rId20" Type="http://schemas.openxmlformats.org/officeDocument/2006/relationships/image" Target="../media/image19.jpg"/><Relationship Id="rId29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11" Type="http://schemas.openxmlformats.org/officeDocument/2006/relationships/image" Target="../media/image10.jpg"/><Relationship Id="rId24" Type="http://schemas.openxmlformats.org/officeDocument/2006/relationships/image" Target="../media/image23.jpg"/><Relationship Id="rId32" Type="http://schemas.openxmlformats.org/officeDocument/2006/relationships/image" Target="../media/image37.svg"/><Relationship Id="rId5" Type="http://schemas.openxmlformats.org/officeDocument/2006/relationships/image" Target="../media/image4.jpg"/><Relationship Id="rId15" Type="http://schemas.openxmlformats.org/officeDocument/2006/relationships/image" Target="../media/image14.jpg"/><Relationship Id="rId23" Type="http://schemas.openxmlformats.org/officeDocument/2006/relationships/image" Target="../media/image22.jpg"/><Relationship Id="rId28" Type="http://schemas.openxmlformats.org/officeDocument/2006/relationships/image" Target="../media/image27.svg"/><Relationship Id="rId10" Type="http://schemas.openxmlformats.org/officeDocument/2006/relationships/image" Target="../media/image9.jpg"/><Relationship Id="rId19" Type="http://schemas.openxmlformats.org/officeDocument/2006/relationships/image" Target="../media/image18.jpg"/><Relationship Id="rId31" Type="http://schemas.openxmlformats.org/officeDocument/2006/relationships/image" Target="../media/image36.png"/><Relationship Id="rId4" Type="http://schemas.openxmlformats.org/officeDocument/2006/relationships/image" Target="../media/image3.jpg"/><Relationship Id="rId9" Type="http://schemas.openxmlformats.org/officeDocument/2006/relationships/image" Target="../media/image8.jpg"/><Relationship Id="rId14" Type="http://schemas.openxmlformats.org/officeDocument/2006/relationships/image" Target="../media/image13.jpg"/><Relationship Id="rId22" Type="http://schemas.openxmlformats.org/officeDocument/2006/relationships/image" Target="../media/image21.jpg"/><Relationship Id="rId27" Type="http://schemas.openxmlformats.org/officeDocument/2006/relationships/image" Target="../media/image26.png"/><Relationship Id="rId30" Type="http://schemas.openxmlformats.org/officeDocument/2006/relationships/image" Target="../media/image35.svg"/><Relationship Id="rId8" Type="http://schemas.openxmlformats.org/officeDocument/2006/relationships/image" Target="../media/image7.jpg"/></Relationships>
</file>

<file path=ppt/slides/_rels/slide1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jpg"/><Relationship Id="rId18" Type="http://schemas.openxmlformats.org/officeDocument/2006/relationships/image" Target="../media/image17.jpg"/><Relationship Id="rId26" Type="http://schemas.openxmlformats.org/officeDocument/2006/relationships/image" Target="../media/image25.jpg"/><Relationship Id="rId3" Type="http://schemas.openxmlformats.org/officeDocument/2006/relationships/image" Target="../media/image2.jpg"/><Relationship Id="rId21" Type="http://schemas.openxmlformats.org/officeDocument/2006/relationships/image" Target="../media/image20.jpg"/><Relationship Id="rId34" Type="http://schemas.openxmlformats.org/officeDocument/2006/relationships/image" Target="../media/image39.svg"/><Relationship Id="rId7" Type="http://schemas.openxmlformats.org/officeDocument/2006/relationships/image" Target="../media/image6.jpg"/><Relationship Id="rId12" Type="http://schemas.openxmlformats.org/officeDocument/2006/relationships/image" Target="../media/image11.jpg"/><Relationship Id="rId17" Type="http://schemas.openxmlformats.org/officeDocument/2006/relationships/image" Target="../media/image16.jpg"/><Relationship Id="rId25" Type="http://schemas.openxmlformats.org/officeDocument/2006/relationships/image" Target="../media/image24.jpg"/><Relationship Id="rId33" Type="http://schemas.openxmlformats.org/officeDocument/2006/relationships/image" Target="../media/image38.png"/><Relationship Id="rId2" Type="http://schemas.openxmlformats.org/officeDocument/2006/relationships/image" Target="../media/image1.jpg"/><Relationship Id="rId16" Type="http://schemas.openxmlformats.org/officeDocument/2006/relationships/image" Target="../media/image15.jpg"/><Relationship Id="rId20" Type="http://schemas.openxmlformats.org/officeDocument/2006/relationships/image" Target="../media/image19.jpg"/><Relationship Id="rId29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11" Type="http://schemas.openxmlformats.org/officeDocument/2006/relationships/image" Target="../media/image10.jpg"/><Relationship Id="rId24" Type="http://schemas.openxmlformats.org/officeDocument/2006/relationships/image" Target="../media/image23.jpg"/><Relationship Id="rId32" Type="http://schemas.openxmlformats.org/officeDocument/2006/relationships/image" Target="../media/image37.svg"/><Relationship Id="rId5" Type="http://schemas.openxmlformats.org/officeDocument/2006/relationships/image" Target="../media/image4.jpg"/><Relationship Id="rId15" Type="http://schemas.openxmlformats.org/officeDocument/2006/relationships/image" Target="../media/image14.jpg"/><Relationship Id="rId23" Type="http://schemas.openxmlformats.org/officeDocument/2006/relationships/image" Target="../media/image22.jpg"/><Relationship Id="rId28" Type="http://schemas.openxmlformats.org/officeDocument/2006/relationships/image" Target="../media/image27.svg"/><Relationship Id="rId10" Type="http://schemas.openxmlformats.org/officeDocument/2006/relationships/image" Target="../media/image9.jpg"/><Relationship Id="rId19" Type="http://schemas.openxmlformats.org/officeDocument/2006/relationships/image" Target="../media/image18.jpg"/><Relationship Id="rId31" Type="http://schemas.openxmlformats.org/officeDocument/2006/relationships/image" Target="../media/image36.png"/><Relationship Id="rId4" Type="http://schemas.openxmlformats.org/officeDocument/2006/relationships/image" Target="../media/image3.jpg"/><Relationship Id="rId9" Type="http://schemas.openxmlformats.org/officeDocument/2006/relationships/image" Target="../media/image8.jpg"/><Relationship Id="rId14" Type="http://schemas.openxmlformats.org/officeDocument/2006/relationships/image" Target="../media/image13.jpg"/><Relationship Id="rId22" Type="http://schemas.openxmlformats.org/officeDocument/2006/relationships/image" Target="../media/image21.jpg"/><Relationship Id="rId27" Type="http://schemas.openxmlformats.org/officeDocument/2006/relationships/image" Target="../media/image26.png"/><Relationship Id="rId30" Type="http://schemas.openxmlformats.org/officeDocument/2006/relationships/image" Target="../media/image35.svg"/><Relationship Id="rId8" Type="http://schemas.openxmlformats.org/officeDocument/2006/relationships/image" Target="../media/image7.jpg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jpg"/><Relationship Id="rId18" Type="http://schemas.openxmlformats.org/officeDocument/2006/relationships/image" Target="../media/image17.jpg"/><Relationship Id="rId26" Type="http://schemas.openxmlformats.org/officeDocument/2006/relationships/image" Target="../media/image25.jpg"/><Relationship Id="rId3" Type="http://schemas.openxmlformats.org/officeDocument/2006/relationships/image" Target="../media/image2.jpg"/><Relationship Id="rId21" Type="http://schemas.openxmlformats.org/officeDocument/2006/relationships/image" Target="../media/image20.jpg"/><Relationship Id="rId34" Type="http://schemas.openxmlformats.org/officeDocument/2006/relationships/image" Target="../media/image43.svg"/><Relationship Id="rId7" Type="http://schemas.openxmlformats.org/officeDocument/2006/relationships/image" Target="../media/image6.jpg"/><Relationship Id="rId12" Type="http://schemas.openxmlformats.org/officeDocument/2006/relationships/image" Target="../media/image11.jpg"/><Relationship Id="rId17" Type="http://schemas.openxmlformats.org/officeDocument/2006/relationships/image" Target="../media/image16.jpg"/><Relationship Id="rId25" Type="http://schemas.openxmlformats.org/officeDocument/2006/relationships/image" Target="../media/image24.jpg"/><Relationship Id="rId33" Type="http://schemas.openxmlformats.org/officeDocument/2006/relationships/image" Target="../media/image42.png"/><Relationship Id="rId2" Type="http://schemas.openxmlformats.org/officeDocument/2006/relationships/image" Target="../media/image1.jpg"/><Relationship Id="rId16" Type="http://schemas.openxmlformats.org/officeDocument/2006/relationships/image" Target="../media/image15.jpg"/><Relationship Id="rId20" Type="http://schemas.openxmlformats.org/officeDocument/2006/relationships/image" Target="../media/image19.jp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11" Type="http://schemas.openxmlformats.org/officeDocument/2006/relationships/image" Target="../media/image10.jpg"/><Relationship Id="rId24" Type="http://schemas.openxmlformats.org/officeDocument/2006/relationships/image" Target="../media/image23.jpg"/><Relationship Id="rId32" Type="http://schemas.openxmlformats.org/officeDocument/2006/relationships/image" Target="../media/image37.svg"/><Relationship Id="rId5" Type="http://schemas.openxmlformats.org/officeDocument/2006/relationships/image" Target="../media/image4.jpg"/><Relationship Id="rId15" Type="http://schemas.openxmlformats.org/officeDocument/2006/relationships/image" Target="../media/image14.jpg"/><Relationship Id="rId23" Type="http://schemas.openxmlformats.org/officeDocument/2006/relationships/image" Target="../media/image22.jpg"/><Relationship Id="rId28" Type="http://schemas.openxmlformats.org/officeDocument/2006/relationships/image" Target="../media/image27.svg"/><Relationship Id="rId10" Type="http://schemas.openxmlformats.org/officeDocument/2006/relationships/image" Target="../media/image9.jpg"/><Relationship Id="rId19" Type="http://schemas.openxmlformats.org/officeDocument/2006/relationships/image" Target="../media/image18.jpg"/><Relationship Id="rId31" Type="http://schemas.openxmlformats.org/officeDocument/2006/relationships/image" Target="../media/image36.png"/><Relationship Id="rId4" Type="http://schemas.openxmlformats.org/officeDocument/2006/relationships/image" Target="../media/image3.jpg"/><Relationship Id="rId9" Type="http://schemas.openxmlformats.org/officeDocument/2006/relationships/image" Target="../media/image8.jpg"/><Relationship Id="rId14" Type="http://schemas.openxmlformats.org/officeDocument/2006/relationships/image" Target="../media/image13.jpg"/><Relationship Id="rId22" Type="http://schemas.openxmlformats.org/officeDocument/2006/relationships/image" Target="../media/image21.jpg"/><Relationship Id="rId27" Type="http://schemas.openxmlformats.org/officeDocument/2006/relationships/image" Target="../media/image26.png"/><Relationship Id="rId30" Type="http://schemas.openxmlformats.org/officeDocument/2006/relationships/image" Target="../media/image51.svg"/><Relationship Id="rId8" Type="http://schemas.openxmlformats.org/officeDocument/2006/relationships/image" Target="../media/image7.jpg"/></Relationships>
</file>

<file path=ppt/slides/_rels/slide1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jpg"/><Relationship Id="rId18" Type="http://schemas.openxmlformats.org/officeDocument/2006/relationships/image" Target="../media/image17.jpg"/><Relationship Id="rId26" Type="http://schemas.openxmlformats.org/officeDocument/2006/relationships/image" Target="../media/image25.jpg"/><Relationship Id="rId3" Type="http://schemas.openxmlformats.org/officeDocument/2006/relationships/image" Target="../media/image2.jpg"/><Relationship Id="rId21" Type="http://schemas.openxmlformats.org/officeDocument/2006/relationships/image" Target="../media/image20.jpg"/><Relationship Id="rId34" Type="http://schemas.openxmlformats.org/officeDocument/2006/relationships/image" Target="../media/image43.svg"/><Relationship Id="rId7" Type="http://schemas.openxmlformats.org/officeDocument/2006/relationships/image" Target="../media/image6.jpg"/><Relationship Id="rId12" Type="http://schemas.openxmlformats.org/officeDocument/2006/relationships/image" Target="../media/image11.jpg"/><Relationship Id="rId17" Type="http://schemas.openxmlformats.org/officeDocument/2006/relationships/image" Target="../media/image16.jpg"/><Relationship Id="rId25" Type="http://schemas.openxmlformats.org/officeDocument/2006/relationships/image" Target="../media/image24.jpg"/><Relationship Id="rId33" Type="http://schemas.openxmlformats.org/officeDocument/2006/relationships/image" Target="../media/image42.png"/><Relationship Id="rId2" Type="http://schemas.openxmlformats.org/officeDocument/2006/relationships/image" Target="../media/image1.jpg"/><Relationship Id="rId16" Type="http://schemas.openxmlformats.org/officeDocument/2006/relationships/image" Target="../media/image15.jpg"/><Relationship Id="rId20" Type="http://schemas.openxmlformats.org/officeDocument/2006/relationships/image" Target="../media/image19.jp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11" Type="http://schemas.openxmlformats.org/officeDocument/2006/relationships/image" Target="../media/image10.jpg"/><Relationship Id="rId24" Type="http://schemas.openxmlformats.org/officeDocument/2006/relationships/image" Target="../media/image23.jpg"/><Relationship Id="rId32" Type="http://schemas.openxmlformats.org/officeDocument/2006/relationships/image" Target="../media/image37.svg"/><Relationship Id="rId5" Type="http://schemas.openxmlformats.org/officeDocument/2006/relationships/image" Target="../media/image4.jpg"/><Relationship Id="rId15" Type="http://schemas.openxmlformats.org/officeDocument/2006/relationships/image" Target="../media/image14.jpg"/><Relationship Id="rId23" Type="http://schemas.openxmlformats.org/officeDocument/2006/relationships/image" Target="../media/image22.jpg"/><Relationship Id="rId28" Type="http://schemas.openxmlformats.org/officeDocument/2006/relationships/image" Target="../media/image27.svg"/><Relationship Id="rId10" Type="http://schemas.openxmlformats.org/officeDocument/2006/relationships/image" Target="../media/image9.jpg"/><Relationship Id="rId19" Type="http://schemas.openxmlformats.org/officeDocument/2006/relationships/image" Target="../media/image18.jpg"/><Relationship Id="rId31" Type="http://schemas.openxmlformats.org/officeDocument/2006/relationships/image" Target="../media/image36.png"/><Relationship Id="rId4" Type="http://schemas.openxmlformats.org/officeDocument/2006/relationships/image" Target="../media/image3.jpg"/><Relationship Id="rId9" Type="http://schemas.openxmlformats.org/officeDocument/2006/relationships/image" Target="../media/image8.jpg"/><Relationship Id="rId14" Type="http://schemas.openxmlformats.org/officeDocument/2006/relationships/image" Target="../media/image13.jpg"/><Relationship Id="rId22" Type="http://schemas.openxmlformats.org/officeDocument/2006/relationships/image" Target="../media/image21.jpg"/><Relationship Id="rId27" Type="http://schemas.openxmlformats.org/officeDocument/2006/relationships/image" Target="../media/image26.png"/><Relationship Id="rId30" Type="http://schemas.openxmlformats.org/officeDocument/2006/relationships/image" Target="../media/image51.svg"/><Relationship Id="rId8" Type="http://schemas.openxmlformats.org/officeDocument/2006/relationships/image" Target="../media/image7.jpg"/></Relationships>
</file>

<file path=ppt/slides/_rels/slide1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jpg"/><Relationship Id="rId18" Type="http://schemas.openxmlformats.org/officeDocument/2006/relationships/image" Target="../media/image17.jpg"/><Relationship Id="rId26" Type="http://schemas.openxmlformats.org/officeDocument/2006/relationships/image" Target="../media/image25.jpg"/><Relationship Id="rId3" Type="http://schemas.openxmlformats.org/officeDocument/2006/relationships/image" Target="../media/image2.jpg"/><Relationship Id="rId21" Type="http://schemas.openxmlformats.org/officeDocument/2006/relationships/image" Target="../media/image20.jpg"/><Relationship Id="rId34" Type="http://schemas.openxmlformats.org/officeDocument/2006/relationships/image" Target="../media/image37.svg"/><Relationship Id="rId7" Type="http://schemas.openxmlformats.org/officeDocument/2006/relationships/image" Target="../media/image6.jpg"/><Relationship Id="rId12" Type="http://schemas.openxmlformats.org/officeDocument/2006/relationships/image" Target="../media/image11.jpg"/><Relationship Id="rId17" Type="http://schemas.openxmlformats.org/officeDocument/2006/relationships/image" Target="../media/image16.jpg"/><Relationship Id="rId25" Type="http://schemas.openxmlformats.org/officeDocument/2006/relationships/image" Target="../media/image24.jpg"/><Relationship Id="rId33" Type="http://schemas.openxmlformats.org/officeDocument/2006/relationships/image" Target="../media/image36.png"/><Relationship Id="rId2" Type="http://schemas.openxmlformats.org/officeDocument/2006/relationships/image" Target="../media/image1.jpg"/><Relationship Id="rId16" Type="http://schemas.openxmlformats.org/officeDocument/2006/relationships/image" Target="../media/image15.jpg"/><Relationship Id="rId20" Type="http://schemas.openxmlformats.org/officeDocument/2006/relationships/image" Target="../media/image19.jp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11" Type="http://schemas.openxmlformats.org/officeDocument/2006/relationships/image" Target="../media/image10.jpg"/><Relationship Id="rId24" Type="http://schemas.openxmlformats.org/officeDocument/2006/relationships/image" Target="../media/image23.jpg"/><Relationship Id="rId32" Type="http://schemas.openxmlformats.org/officeDocument/2006/relationships/image" Target="../media/image31.svg"/><Relationship Id="rId5" Type="http://schemas.openxmlformats.org/officeDocument/2006/relationships/image" Target="../media/image4.jpg"/><Relationship Id="rId15" Type="http://schemas.openxmlformats.org/officeDocument/2006/relationships/image" Target="../media/image14.jpg"/><Relationship Id="rId23" Type="http://schemas.openxmlformats.org/officeDocument/2006/relationships/image" Target="../media/image22.jpg"/><Relationship Id="rId28" Type="http://schemas.openxmlformats.org/officeDocument/2006/relationships/image" Target="../media/image27.svg"/><Relationship Id="rId36" Type="http://schemas.openxmlformats.org/officeDocument/2006/relationships/image" Target="../media/image46.svg"/><Relationship Id="rId10" Type="http://schemas.openxmlformats.org/officeDocument/2006/relationships/image" Target="../media/image9.jpg"/><Relationship Id="rId19" Type="http://schemas.openxmlformats.org/officeDocument/2006/relationships/image" Target="../media/image18.jpg"/><Relationship Id="rId31" Type="http://schemas.openxmlformats.org/officeDocument/2006/relationships/image" Target="../media/image30.png"/><Relationship Id="rId4" Type="http://schemas.openxmlformats.org/officeDocument/2006/relationships/image" Target="../media/image3.jpg"/><Relationship Id="rId9" Type="http://schemas.openxmlformats.org/officeDocument/2006/relationships/image" Target="../media/image8.jpg"/><Relationship Id="rId14" Type="http://schemas.openxmlformats.org/officeDocument/2006/relationships/image" Target="../media/image13.jpg"/><Relationship Id="rId22" Type="http://schemas.openxmlformats.org/officeDocument/2006/relationships/image" Target="../media/image21.jpg"/><Relationship Id="rId27" Type="http://schemas.openxmlformats.org/officeDocument/2006/relationships/image" Target="../media/image26.png"/><Relationship Id="rId30" Type="http://schemas.openxmlformats.org/officeDocument/2006/relationships/image" Target="../media/image51.svg"/><Relationship Id="rId35" Type="http://schemas.openxmlformats.org/officeDocument/2006/relationships/image" Target="../media/image45.png"/><Relationship Id="rId8" Type="http://schemas.openxmlformats.org/officeDocument/2006/relationships/image" Target="../media/image7.jpg"/></Relationships>
</file>

<file path=ppt/slides/_rels/slide1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jpg"/><Relationship Id="rId18" Type="http://schemas.openxmlformats.org/officeDocument/2006/relationships/image" Target="../media/image17.jpg"/><Relationship Id="rId26" Type="http://schemas.openxmlformats.org/officeDocument/2006/relationships/image" Target="../media/image25.jpg"/><Relationship Id="rId3" Type="http://schemas.openxmlformats.org/officeDocument/2006/relationships/image" Target="../media/image2.jpg"/><Relationship Id="rId21" Type="http://schemas.openxmlformats.org/officeDocument/2006/relationships/image" Target="../media/image20.jpg"/><Relationship Id="rId34" Type="http://schemas.openxmlformats.org/officeDocument/2006/relationships/image" Target="../media/image37.svg"/><Relationship Id="rId7" Type="http://schemas.openxmlformats.org/officeDocument/2006/relationships/image" Target="../media/image6.jpg"/><Relationship Id="rId12" Type="http://schemas.openxmlformats.org/officeDocument/2006/relationships/image" Target="../media/image11.jpg"/><Relationship Id="rId17" Type="http://schemas.openxmlformats.org/officeDocument/2006/relationships/image" Target="../media/image16.jpg"/><Relationship Id="rId25" Type="http://schemas.openxmlformats.org/officeDocument/2006/relationships/image" Target="../media/image24.jpg"/><Relationship Id="rId33" Type="http://schemas.openxmlformats.org/officeDocument/2006/relationships/image" Target="../media/image36.png"/><Relationship Id="rId2" Type="http://schemas.openxmlformats.org/officeDocument/2006/relationships/image" Target="../media/image1.jpg"/><Relationship Id="rId16" Type="http://schemas.openxmlformats.org/officeDocument/2006/relationships/image" Target="../media/image15.jpg"/><Relationship Id="rId20" Type="http://schemas.openxmlformats.org/officeDocument/2006/relationships/image" Target="../media/image19.jp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11" Type="http://schemas.openxmlformats.org/officeDocument/2006/relationships/image" Target="../media/image10.jpg"/><Relationship Id="rId24" Type="http://schemas.openxmlformats.org/officeDocument/2006/relationships/image" Target="../media/image23.jpg"/><Relationship Id="rId32" Type="http://schemas.openxmlformats.org/officeDocument/2006/relationships/image" Target="../media/image31.svg"/><Relationship Id="rId5" Type="http://schemas.openxmlformats.org/officeDocument/2006/relationships/image" Target="../media/image4.jpg"/><Relationship Id="rId15" Type="http://schemas.openxmlformats.org/officeDocument/2006/relationships/image" Target="../media/image14.jpg"/><Relationship Id="rId23" Type="http://schemas.openxmlformats.org/officeDocument/2006/relationships/image" Target="../media/image22.jpg"/><Relationship Id="rId28" Type="http://schemas.openxmlformats.org/officeDocument/2006/relationships/image" Target="../media/image27.svg"/><Relationship Id="rId36" Type="http://schemas.openxmlformats.org/officeDocument/2006/relationships/image" Target="../media/image46.svg"/><Relationship Id="rId10" Type="http://schemas.openxmlformats.org/officeDocument/2006/relationships/image" Target="../media/image9.jpg"/><Relationship Id="rId19" Type="http://schemas.openxmlformats.org/officeDocument/2006/relationships/image" Target="../media/image18.jpg"/><Relationship Id="rId31" Type="http://schemas.openxmlformats.org/officeDocument/2006/relationships/image" Target="../media/image30.png"/><Relationship Id="rId4" Type="http://schemas.openxmlformats.org/officeDocument/2006/relationships/image" Target="../media/image3.jpg"/><Relationship Id="rId9" Type="http://schemas.openxmlformats.org/officeDocument/2006/relationships/image" Target="../media/image8.jpg"/><Relationship Id="rId14" Type="http://schemas.openxmlformats.org/officeDocument/2006/relationships/image" Target="../media/image13.jpg"/><Relationship Id="rId22" Type="http://schemas.openxmlformats.org/officeDocument/2006/relationships/image" Target="../media/image21.jpg"/><Relationship Id="rId27" Type="http://schemas.openxmlformats.org/officeDocument/2006/relationships/image" Target="../media/image26.png"/><Relationship Id="rId30" Type="http://schemas.openxmlformats.org/officeDocument/2006/relationships/image" Target="../media/image51.svg"/><Relationship Id="rId35" Type="http://schemas.openxmlformats.org/officeDocument/2006/relationships/image" Target="../media/image45.png"/><Relationship Id="rId8" Type="http://schemas.openxmlformats.org/officeDocument/2006/relationships/image" Target="../media/image7.jpg"/></Relationships>
</file>

<file path=ppt/slides/_rels/slide1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jpg"/><Relationship Id="rId18" Type="http://schemas.openxmlformats.org/officeDocument/2006/relationships/image" Target="../media/image17.jpg"/><Relationship Id="rId26" Type="http://schemas.openxmlformats.org/officeDocument/2006/relationships/image" Target="../media/image25.jpg"/><Relationship Id="rId3" Type="http://schemas.openxmlformats.org/officeDocument/2006/relationships/image" Target="../media/image2.jpg"/><Relationship Id="rId21" Type="http://schemas.openxmlformats.org/officeDocument/2006/relationships/image" Target="../media/image20.jpg"/><Relationship Id="rId34" Type="http://schemas.openxmlformats.org/officeDocument/2006/relationships/image" Target="../media/image52.svg"/><Relationship Id="rId7" Type="http://schemas.openxmlformats.org/officeDocument/2006/relationships/image" Target="../media/image6.jpg"/><Relationship Id="rId12" Type="http://schemas.openxmlformats.org/officeDocument/2006/relationships/image" Target="../media/image11.jpg"/><Relationship Id="rId17" Type="http://schemas.openxmlformats.org/officeDocument/2006/relationships/image" Target="../media/image16.jpg"/><Relationship Id="rId25" Type="http://schemas.openxmlformats.org/officeDocument/2006/relationships/image" Target="../media/image24.jpg"/><Relationship Id="rId33" Type="http://schemas.openxmlformats.org/officeDocument/2006/relationships/image" Target="../media/image32.png"/><Relationship Id="rId2" Type="http://schemas.openxmlformats.org/officeDocument/2006/relationships/image" Target="../media/image1.jpg"/><Relationship Id="rId16" Type="http://schemas.openxmlformats.org/officeDocument/2006/relationships/image" Target="../media/image15.jpg"/><Relationship Id="rId20" Type="http://schemas.openxmlformats.org/officeDocument/2006/relationships/image" Target="../media/image19.jp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11" Type="http://schemas.openxmlformats.org/officeDocument/2006/relationships/image" Target="../media/image10.jpg"/><Relationship Id="rId24" Type="http://schemas.openxmlformats.org/officeDocument/2006/relationships/image" Target="../media/image23.jpg"/><Relationship Id="rId32" Type="http://schemas.openxmlformats.org/officeDocument/2006/relationships/image" Target="../media/image31.svg"/><Relationship Id="rId5" Type="http://schemas.openxmlformats.org/officeDocument/2006/relationships/image" Target="../media/image4.jpg"/><Relationship Id="rId15" Type="http://schemas.openxmlformats.org/officeDocument/2006/relationships/image" Target="../media/image14.jpg"/><Relationship Id="rId23" Type="http://schemas.openxmlformats.org/officeDocument/2006/relationships/image" Target="../media/image22.jpg"/><Relationship Id="rId28" Type="http://schemas.openxmlformats.org/officeDocument/2006/relationships/image" Target="../media/image27.svg"/><Relationship Id="rId36" Type="http://schemas.openxmlformats.org/officeDocument/2006/relationships/image" Target="../media/image53.svg"/><Relationship Id="rId10" Type="http://schemas.openxmlformats.org/officeDocument/2006/relationships/image" Target="../media/image9.jpg"/><Relationship Id="rId19" Type="http://schemas.openxmlformats.org/officeDocument/2006/relationships/image" Target="../media/image18.jpg"/><Relationship Id="rId31" Type="http://schemas.openxmlformats.org/officeDocument/2006/relationships/image" Target="../media/image30.png"/><Relationship Id="rId4" Type="http://schemas.openxmlformats.org/officeDocument/2006/relationships/image" Target="../media/image3.jpg"/><Relationship Id="rId9" Type="http://schemas.openxmlformats.org/officeDocument/2006/relationships/image" Target="../media/image8.jpg"/><Relationship Id="rId14" Type="http://schemas.openxmlformats.org/officeDocument/2006/relationships/image" Target="../media/image13.jpg"/><Relationship Id="rId22" Type="http://schemas.openxmlformats.org/officeDocument/2006/relationships/image" Target="../media/image21.jpg"/><Relationship Id="rId27" Type="http://schemas.openxmlformats.org/officeDocument/2006/relationships/image" Target="../media/image26.png"/><Relationship Id="rId30" Type="http://schemas.openxmlformats.org/officeDocument/2006/relationships/image" Target="../media/image51.svg"/><Relationship Id="rId35" Type="http://schemas.openxmlformats.org/officeDocument/2006/relationships/image" Target="../media/image48.png"/><Relationship Id="rId8" Type="http://schemas.openxmlformats.org/officeDocument/2006/relationships/image" Target="../media/image7.jpg"/></Relationships>
</file>

<file path=ppt/slides/_rels/slide2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jpg"/><Relationship Id="rId18" Type="http://schemas.openxmlformats.org/officeDocument/2006/relationships/image" Target="../media/image17.jpg"/><Relationship Id="rId26" Type="http://schemas.openxmlformats.org/officeDocument/2006/relationships/image" Target="../media/image25.jpg"/><Relationship Id="rId3" Type="http://schemas.openxmlformats.org/officeDocument/2006/relationships/image" Target="../media/image2.jpg"/><Relationship Id="rId21" Type="http://schemas.openxmlformats.org/officeDocument/2006/relationships/image" Target="../media/image20.jpg"/><Relationship Id="rId34" Type="http://schemas.openxmlformats.org/officeDocument/2006/relationships/image" Target="../media/image52.svg"/><Relationship Id="rId7" Type="http://schemas.openxmlformats.org/officeDocument/2006/relationships/image" Target="../media/image6.jpg"/><Relationship Id="rId12" Type="http://schemas.openxmlformats.org/officeDocument/2006/relationships/image" Target="../media/image11.jpg"/><Relationship Id="rId17" Type="http://schemas.openxmlformats.org/officeDocument/2006/relationships/image" Target="../media/image16.jpg"/><Relationship Id="rId25" Type="http://schemas.openxmlformats.org/officeDocument/2006/relationships/image" Target="../media/image24.jpg"/><Relationship Id="rId33" Type="http://schemas.openxmlformats.org/officeDocument/2006/relationships/image" Target="../media/image32.png"/><Relationship Id="rId2" Type="http://schemas.openxmlformats.org/officeDocument/2006/relationships/image" Target="../media/image1.jpg"/><Relationship Id="rId16" Type="http://schemas.openxmlformats.org/officeDocument/2006/relationships/image" Target="../media/image15.jpg"/><Relationship Id="rId20" Type="http://schemas.openxmlformats.org/officeDocument/2006/relationships/image" Target="../media/image19.jp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11" Type="http://schemas.openxmlformats.org/officeDocument/2006/relationships/image" Target="../media/image10.jpg"/><Relationship Id="rId24" Type="http://schemas.openxmlformats.org/officeDocument/2006/relationships/image" Target="../media/image23.jpg"/><Relationship Id="rId32" Type="http://schemas.openxmlformats.org/officeDocument/2006/relationships/image" Target="../media/image31.svg"/><Relationship Id="rId5" Type="http://schemas.openxmlformats.org/officeDocument/2006/relationships/image" Target="../media/image4.jpg"/><Relationship Id="rId15" Type="http://schemas.openxmlformats.org/officeDocument/2006/relationships/image" Target="../media/image14.jpg"/><Relationship Id="rId23" Type="http://schemas.openxmlformats.org/officeDocument/2006/relationships/image" Target="../media/image22.jpg"/><Relationship Id="rId28" Type="http://schemas.openxmlformats.org/officeDocument/2006/relationships/image" Target="../media/image27.svg"/><Relationship Id="rId36" Type="http://schemas.openxmlformats.org/officeDocument/2006/relationships/image" Target="../media/image53.svg"/><Relationship Id="rId10" Type="http://schemas.openxmlformats.org/officeDocument/2006/relationships/image" Target="../media/image9.jpg"/><Relationship Id="rId19" Type="http://schemas.openxmlformats.org/officeDocument/2006/relationships/image" Target="../media/image18.jpg"/><Relationship Id="rId31" Type="http://schemas.openxmlformats.org/officeDocument/2006/relationships/image" Target="../media/image30.png"/><Relationship Id="rId4" Type="http://schemas.openxmlformats.org/officeDocument/2006/relationships/image" Target="../media/image3.jpg"/><Relationship Id="rId9" Type="http://schemas.openxmlformats.org/officeDocument/2006/relationships/image" Target="../media/image8.jpg"/><Relationship Id="rId14" Type="http://schemas.openxmlformats.org/officeDocument/2006/relationships/image" Target="../media/image13.jpg"/><Relationship Id="rId22" Type="http://schemas.openxmlformats.org/officeDocument/2006/relationships/image" Target="../media/image21.jpg"/><Relationship Id="rId27" Type="http://schemas.openxmlformats.org/officeDocument/2006/relationships/image" Target="../media/image26.png"/><Relationship Id="rId30" Type="http://schemas.openxmlformats.org/officeDocument/2006/relationships/image" Target="../media/image51.svg"/><Relationship Id="rId35" Type="http://schemas.openxmlformats.org/officeDocument/2006/relationships/image" Target="../media/image48.png"/><Relationship Id="rId8" Type="http://schemas.openxmlformats.org/officeDocument/2006/relationships/image" Target="../media/image7.jpg"/></Relationships>
</file>

<file path=ppt/slides/_rels/slide2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jpg"/><Relationship Id="rId18" Type="http://schemas.openxmlformats.org/officeDocument/2006/relationships/image" Target="../media/image17.jpg"/><Relationship Id="rId26" Type="http://schemas.openxmlformats.org/officeDocument/2006/relationships/image" Target="../media/image25.jpg"/><Relationship Id="rId39" Type="http://schemas.openxmlformats.org/officeDocument/2006/relationships/image" Target="../media/image42.png"/><Relationship Id="rId21" Type="http://schemas.openxmlformats.org/officeDocument/2006/relationships/image" Target="../media/image20.jpg"/><Relationship Id="rId34" Type="http://schemas.openxmlformats.org/officeDocument/2006/relationships/image" Target="../media/image52.svg"/><Relationship Id="rId42" Type="http://schemas.openxmlformats.org/officeDocument/2006/relationships/image" Target="../media/image46.svg"/><Relationship Id="rId7" Type="http://schemas.openxmlformats.org/officeDocument/2006/relationships/image" Target="../media/image6.jpg"/><Relationship Id="rId2" Type="http://schemas.openxmlformats.org/officeDocument/2006/relationships/image" Target="../media/image1.jpg"/><Relationship Id="rId16" Type="http://schemas.openxmlformats.org/officeDocument/2006/relationships/image" Target="../media/image15.jpg"/><Relationship Id="rId20" Type="http://schemas.openxmlformats.org/officeDocument/2006/relationships/image" Target="../media/image19.jpg"/><Relationship Id="rId29" Type="http://schemas.openxmlformats.org/officeDocument/2006/relationships/image" Target="../media/image28.png"/><Relationship Id="rId41" Type="http://schemas.openxmlformats.org/officeDocument/2006/relationships/image" Target="../media/image4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11" Type="http://schemas.openxmlformats.org/officeDocument/2006/relationships/image" Target="../media/image10.jpg"/><Relationship Id="rId24" Type="http://schemas.openxmlformats.org/officeDocument/2006/relationships/image" Target="../media/image23.jpg"/><Relationship Id="rId32" Type="http://schemas.openxmlformats.org/officeDocument/2006/relationships/image" Target="../media/image31.svg"/><Relationship Id="rId37" Type="http://schemas.openxmlformats.org/officeDocument/2006/relationships/image" Target="../media/image38.png"/><Relationship Id="rId40" Type="http://schemas.openxmlformats.org/officeDocument/2006/relationships/image" Target="../media/image50.svg"/><Relationship Id="rId5" Type="http://schemas.openxmlformats.org/officeDocument/2006/relationships/image" Target="../media/image4.jpg"/><Relationship Id="rId15" Type="http://schemas.openxmlformats.org/officeDocument/2006/relationships/image" Target="../media/image14.jpg"/><Relationship Id="rId23" Type="http://schemas.openxmlformats.org/officeDocument/2006/relationships/image" Target="../media/image22.jpg"/><Relationship Id="rId28" Type="http://schemas.openxmlformats.org/officeDocument/2006/relationships/image" Target="../media/image27.svg"/><Relationship Id="rId36" Type="http://schemas.openxmlformats.org/officeDocument/2006/relationships/image" Target="../media/image53.svg"/><Relationship Id="rId10" Type="http://schemas.openxmlformats.org/officeDocument/2006/relationships/image" Target="../media/image9.jpg"/><Relationship Id="rId19" Type="http://schemas.openxmlformats.org/officeDocument/2006/relationships/image" Target="../media/image18.jpg"/><Relationship Id="rId31" Type="http://schemas.openxmlformats.org/officeDocument/2006/relationships/image" Target="../media/image30.png"/><Relationship Id="rId4" Type="http://schemas.openxmlformats.org/officeDocument/2006/relationships/image" Target="../media/image3.jpg"/><Relationship Id="rId9" Type="http://schemas.openxmlformats.org/officeDocument/2006/relationships/image" Target="../media/image8.jpg"/><Relationship Id="rId14" Type="http://schemas.openxmlformats.org/officeDocument/2006/relationships/image" Target="../media/image13.jpg"/><Relationship Id="rId22" Type="http://schemas.openxmlformats.org/officeDocument/2006/relationships/image" Target="../media/image21.jpg"/><Relationship Id="rId27" Type="http://schemas.openxmlformats.org/officeDocument/2006/relationships/image" Target="../media/image26.png"/><Relationship Id="rId30" Type="http://schemas.openxmlformats.org/officeDocument/2006/relationships/image" Target="../media/image51.svg"/><Relationship Id="rId35" Type="http://schemas.openxmlformats.org/officeDocument/2006/relationships/image" Target="../media/image48.png"/><Relationship Id="rId8" Type="http://schemas.openxmlformats.org/officeDocument/2006/relationships/image" Target="../media/image7.jpg"/><Relationship Id="rId3" Type="http://schemas.openxmlformats.org/officeDocument/2006/relationships/image" Target="../media/image2.jpg"/><Relationship Id="rId12" Type="http://schemas.openxmlformats.org/officeDocument/2006/relationships/image" Target="../media/image11.jpg"/><Relationship Id="rId17" Type="http://schemas.openxmlformats.org/officeDocument/2006/relationships/image" Target="../media/image16.jpg"/><Relationship Id="rId25" Type="http://schemas.openxmlformats.org/officeDocument/2006/relationships/image" Target="../media/image24.jpg"/><Relationship Id="rId33" Type="http://schemas.openxmlformats.org/officeDocument/2006/relationships/image" Target="../media/image32.png"/><Relationship Id="rId38" Type="http://schemas.openxmlformats.org/officeDocument/2006/relationships/image" Target="../media/image39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BB1BD-5653-B2E8-0068-FE79BF895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FF13CC1-3411-E476-E603-9285676A02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38945" y="1649061"/>
            <a:ext cx="4228946" cy="598257"/>
          </a:xfrm>
        </p:spPr>
        <p:txBody>
          <a:bodyPr>
            <a:noAutofit/>
          </a:bodyPr>
          <a:lstStyle/>
          <a:p>
            <a:r>
              <a:rPr lang="en-US" sz="6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Tutorial 2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B7375885-5268-1B0E-7392-4AECE7755D31}"/>
              </a:ext>
            </a:extLst>
          </p:cNvPr>
          <p:cNvGrpSpPr/>
          <p:nvPr/>
        </p:nvGrpSpPr>
        <p:grpSpPr>
          <a:xfrm>
            <a:off x="1144574" y="1688010"/>
            <a:ext cx="3868712" cy="3886690"/>
            <a:chOff x="3081528" y="1265223"/>
            <a:chExt cx="3868712" cy="3886690"/>
          </a:xfrm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D95ED13-7CEF-D277-B1DE-DB69A3663C4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40598" y="28473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1A5E9D4-1116-6B1A-78DB-E92C2184C0B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128742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F31EE8B0-D087-77A0-3502-CFD6CC39A70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207066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C6A4390C-BB58-0082-939D-E2839404D01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0569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0C82CEEF-A0D8-982B-2A5C-C6BF3EEC2CC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205401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CCA281E9-A7BD-05C8-EF83-B3D846F70D5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12848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39F116DF-B7E4-4F87-02FC-DC1AE713562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126913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37522C24-BFF8-B746-06D9-6C2A3B50D28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20133" y="285391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D385325-D04D-1072-B085-D6EAD89071D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126522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CED6BED9-79CD-7D7D-A440-5F30DC1B07A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206870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81B076A4-D0EA-C236-AEC8-974C476FD19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1063" y="28428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A03D1758-584A-3769-E4E9-2D46F02371A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206082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A44803AA-AD35-7CC8-DA45-FD31932863F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363649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42F06D27-6141-55BF-2A56-70BC0854D0E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422" y="363715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6A445FD1-509D-3C89-7286-5A9D8436C4E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0124" y="363387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32C959F3-B9F1-AD27-D086-128E0072F0F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9670" y="28526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092EF984-5711-2381-2B23-4E69FC4E11D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5826" y="363159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63EDF50F-BC90-78C4-B76A-647EB838308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3632577"/>
              <a:ext cx="731520" cy="731520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9B43C8A6-151B-6D44-FBB7-8464E2F9001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988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821DEE90-9C57-8A9D-94E0-56E849993D0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12743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40777FE2-01A2-6E14-A133-5AA4AB2C88E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257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72181D66-9135-CF78-07B0-BA04CA309D0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7526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3913B0C9-B835-66AD-EE7B-C12501F0B97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3795" y="442039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CB8EEF5E-6EE8-D5E6-2598-8F9926E276C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C20433DA-8580-1107-9030-22E02F5ED92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84476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</p:grpSp>
      <p:sp>
        <p:nvSpPr>
          <p:cNvPr id="2" name="Subtitle 2">
            <a:extLst>
              <a:ext uri="{FF2B5EF4-FFF2-40B4-BE49-F238E27FC236}">
                <a16:creationId xmlns:a16="http://schemas.microsoft.com/office/drawing/2014/main" id="{013769C6-A4D1-CEDF-C179-AA9E0481BE35}"/>
              </a:ext>
            </a:extLst>
          </p:cNvPr>
          <p:cNvSpPr txBox="1">
            <a:spLocks/>
          </p:cNvSpPr>
          <p:nvPr/>
        </p:nvSpPr>
        <p:spPr>
          <a:xfrm>
            <a:off x="6038945" y="2624758"/>
            <a:ext cx="4228946" cy="5982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3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 will use 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00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*RP </a:t>
            </a:r>
            <a:r>
              <a:rPr lang="en-US" sz="3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to represent </a:t>
            </a:r>
            <a:r>
              <a:rPr lang="en-US" sz="300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Registered Password</a:t>
            </a:r>
            <a:br>
              <a:rPr lang="en-US" sz="3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</a:br>
            <a:endParaRPr lang="en-US" sz="30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5EA7F02C-CB09-B18F-703D-30D0D2EADA8A}"/>
              </a:ext>
            </a:extLst>
          </p:cNvPr>
          <p:cNvSpPr txBox="1">
            <a:spLocks/>
          </p:cNvSpPr>
          <p:nvPr/>
        </p:nvSpPr>
        <p:spPr>
          <a:xfrm>
            <a:off x="5729988" y="4420146"/>
            <a:ext cx="4228946" cy="5982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*PW </a:t>
            </a:r>
            <a:r>
              <a:rPr lang="en-US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to represent </a:t>
            </a:r>
            <a:r>
              <a:rPr lang="en-US" sz="320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 to Click</a:t>
            </a:r>
            <a:endParaRPr lang="en-US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03262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5792F3-3FBF-A315-4414-DF2B4AF09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55B6935-7B15-86EA-51F5-0E48EF65A4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3698" y="334802"/>
            <a:ext cx="9144000" cy="598257"/>
          </a:xfrm>
        </p:spPr>
        <p:txBody>
          <a:bodyPr/>
          <a:lstStyle/>
          <a:p>
            <a:r>
              <a:rPr lang="en-US" dirty="0"/>
              <a:t>Tutorial 2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2E488D8B-6551-0E74-6240-CE5218EBD4A7}"/>
              </a:ext>
            </a:extLst>
          </p:cNvPr>
          <p:cNvGrpSpPr/>
          <p:nvPr/>
        </p:nvGrpSpPr>
        <p:grpSpPr>
          <a:xfrm>
            <a:off x="1144574" y="1688010"/>
            <a:ext cx="3868712" cy="3886690"/>
            <a:chOff x="3081528" y="1265223"/>
            <a:chExt cx="3868712" cy="388669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794D0B8-CFAB-C368-0167-A6D0F859B29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40598" y="28473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062A19E-1DA7-9154-B3CE-0D048DCBB08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128742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F75B58FB-46E7-A300-99EE-63A490ED7FE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207066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7D449F5-B059-055D-637D-C2010471A92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0569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BE3D51B4-7C3D-A7B4-CE66-86A3BB10B46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205401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613C43AA-868E-BC75-0B05-6B4BE18D01D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12848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A0CCC5D0-E8F2-EB90-CD06-129C3103A2C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126913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FD0529F7-16DC-1600-C0EF-630DA6F68A9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20133" y="285391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D75B64AB-AAE1-5B0D-2903-A8D01D6AD5B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126522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941A92CD-0E8E-BDDE-B024-E46E05F8704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206870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6E883F91-BCA1-D686-2437-C14944F6A12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1063" y="28428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F78019A5-D379-9929-4BE8-0AE1BEE1CEF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206082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9E783AD4-52E9-2378-4E68-4AE83898263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363649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CE7E891A-3CA9-541D-F794-49495BB3374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422" y="363715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99630EB5-0260-5CFC-504F-E5B0D90FA2A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0124" y="363387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292E34C4-0FD9-62C3-DCAC-956A1E02534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9670" y="28526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EC54ABD8-06FB-F56E-1209-98E111EED8C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5826" y="363159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E4A52585-4240-21C0-1D2E-F783432DEF8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3632577"/>
              <a:ext cx="731520" cy="731520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52F4421B-DC95-1DA8-5AEE-E03B7C497DA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988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AC03E224-AEEC-4D44-3E57-A85D616F37A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12743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76924D92-A988-37A0-94E0-1D04CF91180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257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F09C0D64-3B0F-45D4-E72F-8AE00CF9707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7526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8593EAC5-079C-9B62-C3C4-9D1B11FB0C6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3795" y="442039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DAC683D6-B00E-07F7-86F5-976F0B16AAE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9C68A9CA-1586-2488-7D3D-7B149F6D93E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84476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</p:grpSp>
      <p:sp>
        <p:nvSpPr>
          <p:cNvPr id="59" name="Subtitle 2">
            <a:extLst>
              <a:ext uri="{FF2B5EF4-FFF2-40B4-BE49-F238E27FC236}">
                <a16:creationId xmlns:a16="http://schemas.microsoft.com/office/drawing/2014/main" id="{649D481F-A52C-6FC2-BE2F-77426A355133}"/>
              </a:ext>
            </a:extLst>
          </p:cNvPr>
          <p:cNvSpPr txBox="1">
            <a:spLocks/>
          </p:cNvSpPr>
          <p:nvPr/>
        </p:nvSpPr>
        <p:spPr>
          <a:xfrm>
            <a:off x="5351756" y="1885354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Password (*RP):</a:t>
            </a:r>
          </a:p>
          <a:p>
            <a:endParaRPr lang="en-US" dirty="0"/>
          </a:p>
        </p:txBody>
      </p:sp>
      <p:pic>
        <p:nvPicPr>
          <p:cNvPr id="60" name="Picture 59">
            <a:extLst>
              <a:ext uri="{FF2B5EF4-FFF2-40B4-BE49-F238E27FC236}">
                <a16:creationId xmlns:a16="http://schemas.microsoft.com/office/drawing/2014/main" id="{8C906B49-256A-364D-A216-1DBC232B4245}"/>
              </a:ext>
            </a:extLst>
          </p:cNvPr>
          <p:cNvPicPr preferRelativeResize="0"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7518" y="2426060"/>
            <a:ext cx="731520" cy="731520"/>
          </a:xfrm>
          <a:prstGeom prst="rect">
            <a:avLst/>
          </a:prstGeom>
          <a:ln w="38100">
            <a:solidFill>
              <a:srgbClr val="00B0F0"/>
            </a:solidFill>
          </a:ln>
          <a:effectLst>
            <a:softEdge rad="0"/>
          </a:effectLst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43FEFD76-889E-1200-8B0C-2D677945D688}"/>
              </a:ext>
            </a:extLst>
          </p:cNvPr>
          <p:cNvPicPr preferRelativeResize="0">
            <a:picLocks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9817" y="2432590"/>
            <a:ext cx="731520" cy="731520"/>
          </a:xfrm>
          <a:prstGeom prst="rect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  <a:effectLst>
            <a:softEdge rad="0"/>
          </a:effectLst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6B953A85-E50D-D949-F545-2631CEC36AA8}"/>
              </a:ext>
            </a:extLst>
          </p:cNvPr>
          <p:cNvPicPr preferRelativeResize="0">
            <a:picLocks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2116" y="2439120"/>
            <a:ext cx="731520" cy="731520"/>
          </a:xfrm>
          <a:prstGeom prst="rect">
            <a:avLst/>
          </a:prstGeom>
          <a:ln w="38100">
            <a:solidFill>
              <a:srgbClr val="7030A0"/>
            </a:solidFill>
          </a:ln>
          <a:effectLst>
            <a:softEdge rad="0"/>
          </a:effectLst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F1D594F9-D82B-FA49-91E6-ED355D3410E2}"/>
              </a:ext>
            </a:extLst>
          </p:cNvPr>
          <p:cNvPicPr preferRelativeResize="0">
            <a:picLocks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4415" y="2432590"/>
            <a:ext cx="731520" cy="731520"/>
          </a:xfrm>
          <a:prstGeom prst="rect">
            <a:avLst/>
          </a:prstGeom>
          <a:ln w="38100">
            <a:solidFill>
              <a:schemeClr val="accent2">
                <a:lumMod val="60000"/>
                <a:lumOff val="40000"/>
              </a:schemeClr>
            </a:solidFill>
          </a:ln>
          <a:effectLst>
            <a:softEdge rad="0"/>
          </a:effectLst>
        </p:spPr>
      </p:pic>
      <p:sp>
        <p:nvSpPr>
          <p:cNvPr id="64" name="Subtitle 2">
            <a:extLst>
              <a:ext uri="{FF2B5EF4-FFF2-40B4-BE49-F238E27FC236}">
                <a16:creationId xmlns:a16="http://schemas.microsoft.com/office/drawing/2014/main" id="{9F06C0EE-6DB9-7293-2BBB-C3972E292154}"/>
              </a:ext>
            </a:extLst>
          </p:cNvPr>
          <p:cNvSpPr txBox="1">
            <a:spLocks/>
          </p:cNvSpPr>
          <p:nvPr/>
        </p:nvSpPr>
        <p:spPr>
          <a:xfrm>
            <a:off x="5042249" y="3482608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Direction:</a:t>
            </a:r>
          </a:p>
          <a:p>
            <a:endParaRPr lang="en-US" dirty="0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98D03000-BEA0-A171-FE47-B74F0E70BDF7}"/>
              </a:ext>
            </a:extLst>
          </p:cNvPr>
          <p:cNvGrpSpPr/>
          <p:nvPr/>
        </p:nvGrpSpPr>
        <p:grpSpPr>
          <a:xfrm>
            <a:off x="5693810" y="4019527"/>
            <a:ext cx="3303079" cy="1198835"/>
            <a:chOff x="6159969" y="4368286"/>
            <a:chExt cx="3303079" cy="1198835"/>
          </a:xfrm>
        </p:grpSpPr>
        <p:pic>
          <p:nvPicPr>
            <p:cNvPr id="66" name="Graphic 65" descr="Arrow Up with solid fill">
              <a:extLst>
                <a:ext uri="{FF2B5EF4-FFF2-40B4-BE49-F238E27FC236}">
                  <a16:creationId xmlns:a16="http://schemas.microsoft.com/office/drawing/2014/main" id="{F72CF53B-F089-4819-4B97-1EA7A396F262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 rot="2638818">
              <a:off x="6251409" y="4368286"/>
              <a:ext cx="548640" cy="548640"/>
            </a:xfrm>
            <a:prstGeom prst="rect">
              <a:avLst/>
            </a:prstGeom>
          </p:spPr>
        </p:pic>
        <p:pic>
          <p:nvPicPr>
            <p:cNvPr id="68" name="Graphic 67" descr="Arrow Down with solid fill">
              <a:extLst>
                <a:ext uri="{FF2B5EF4-FFF2-40B4-BE49-F238E27FC236}">
                  <a16:creationId xmlns:a16="http://schemas.microsoft.com/office/drawing/2014/main" id="{9BE8DF8B-000D-D0BE-9B4D-8656BF1C78BB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 rot="7907625">
              <a:off x="7103708" y="4376905"/>
              <a:ext cx="548640" cy="548640"/>
            </a:xfrm>
            <a:prstGeom prst="rect">
              <a:avLst/>
            </a:prstGeom>
          </p:spPr>
        </p:pic>
        <p:pic>
          <p:nvPicPr>
            <p:cNvPr id="70" name="Graphic 69" descr="Arrow Right with solid fill">
              <a:extLst>
                <a:ext uri="{FF2B5EF4-FFF2-40B4-BE49-F238E27FC236}">
                  <a16:creationId xmlns:a16="http://schemas.microsoft.com/office/drawing/2014/main" id="{36367962-27A3-AD11-BB9E-6A61EA2EC426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 rot="2717419">
              <a:off x="7974128" y="4376905"/>
              <a:ext cx="548640" cy="548640"/>
            </a:xfrm>
            <a:prstGeom prst="rect">
              <a:avLst/>
            </a:prstGeom>
          </p:spPr>
        </p:pic>
        <p:pic>
          <p:nvPicPr>
            <p:cNvPr id="71" name="Graphic 70" descr="Arrow Right with solid fill">
              <a:extLst>
                <a:ext uri="{FF2B5EF4-FFF2-40B4-BE49-F238E27FC236}">
                  <a16:creationId xmlns:a16="http://schemas.microsoft.com/office/drawing/2014/main" id="{7A5C7261-D57D-7015-011A-DD07E7D242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 rot="8031615">
              <a:off x="8808306" y="4376905"/>
              <a:ext cx="548640" cy="548640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0DFCAF66-229A-869C-A641-2046716106B7}"/>
                </a:ext>
              </a:extLst>
            </p:cNvPr>
            <p:cNvSpPr txBox="1"/>
            <p:nvPr/>
          </p:nvSpPr>
          <p:spPr>
            <a:xfrm rot="16200000">
              <a:off x="6156397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Northeast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3C71E401-BB04-FD6A-73F0-A16540242D80}"/>
                </a:ext>
              </a:extLst>
            </p:cNvPr>
            <p:cNvSpPr txBox="1"/>
            <p:nvPr/>
          </p:nvSpPr>
          <p:spPr>
            <a:xfrm rot="16200000">
              <a:off x="7008696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Northwest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DEDF8DE0-70D1-6067-85FA-C2491742F887}"/>
                </a:ext>
              </a:extLst>
            </p:cNvPr>
            <p:cNvSpPr txBox="1"/>
            <p:nvPr/>
          </p:nvSpPr>
          <p:spPr>
            <a:xfrm rot="16200000">
              <a:off x="7879116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Southeast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FF502C76-C41A-25D8-D910-BB43469F2777}"/>
                </a:ext>
              </a:extLst>
            </p:cNvPr>
            <p:cNvSpPr txBox="1"/>
            <p:nvPr/>
          </p:nvSpPr>
          <p:spPr>
            <a:xfrm rot="16200000">
              <a:off x="8727956" y="4822606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Southwest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376988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1DF7F7-EDCA-E4BD-4734-5BC49E70A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028AEAB-CA00-9F02-BB90-6D5B09C153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3698" y="334802"/>
            <a:ext cx="9144000" cy="598257"/>
          </a:xfrm>
        </p:spPr>
        <p:txBody>
          <a:bodyPr/>
          <a:lstStyle/>
          <a:p>
            <a:r>
              <a:rPr lang="en-US" dirty="0"/>
              <a:t>Tutorial 2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CF24D5B9-EB46-3FDE-3AD6-55AE44F20103}"/>
              </a:ext>
            </a:extLst>
          </p:cNvPr>
          <p:cNvGrpSpPr/>
          <p:nvPr/>
        </p:nvGrpSpPr>
        <p:grpSpPr>
          <a:xfrm>
            <a:off x="1144574" y="1688010"/>
            <a:ext cx="3868712" cy="3886690"/>
            <a:chOff x="3081528" y="1265223"/>
            <a:chExt cx="3868712" cy="388669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B6E0EA7-49AD-FF77-C43B-EDF4C1A79EF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40598" y="28473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EF8128F-DCB6-168D-A952-F9B9DA5A1DE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128742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1EC0239-9A93-A260-D62D-702E630C59A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207066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BD0D3A32-34C3-91C7-12BA-1A5A1BE0BA9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0569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3B2F5C99-BAED-3B7E-50B8-D21E27CBA03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205401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F2B1D03A-306B-D4EC-7597-91E89626BC0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12848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12FCE623-DDDA-F395-7C19-7C312E4C604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126913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B825A935-0DBF-9EA5-70FF-973638A781E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20133" y="285391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87A72E50-A1FF-068F-57C6-28230AA88C2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126522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FF947792-189D-CA69-072F-0D56AF33F64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206870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CEC8E4F1-8A51-4D42-6C8C-A2077B549F3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1063" y="28428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F97C9309-DFDD-4EE8-A9EE-0C12274A353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2060824"/>
              <a:ext cx="731520" cy="731520"/>
            </a:xfrm>
            <a:prstGeom prst="rect">
              <a:avLst/>
            </a:prstGeom>
            <a:ln w="38100">
              <a:solidFill>
                <a:srgbClr val="00B0F0"/>
              </a:solidFill>
            </a:ln>
            <a:effectLst>
              <a:softEdge rad="0"/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E12C10E6-5544-3B54-85D0-ECA69DE7E07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363649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B480A08C-0DBF-9665-1706-135EEE22BFE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422" y="363715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2B8D8141-C7ED-04A7-C2DC-550E1797518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0124" y="363387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16CD8697-94F5-05A8-EC85-FF14A156FD6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9670" y="28526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13F7D87D-C4F4-96DE-2DBA-31E99676E8C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5826" y="363159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DEF92C57-4D24-C942-C60B-2D3B81EF478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3632577"/>
              <a:ext cx="731520" cy="731520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8E1B5705-528C-5500-E35E-2E32BF50940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988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81550BC2-9DAC-06F8-D797-835A347A6F6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12743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6F7A2935-643D-5F50-F080-F270F46A676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257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5B7ECAC8-0103-1AA8-CAB1-D1B942B26B9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7526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DE73A12E-4B5F-4EF8-F6F2-48C83041981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3795" y="442039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E7F247A5-8886-47E1-4B0C-5234D58F345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14F94729-78A9-5A3B-BBF1-5797BB28C3B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84476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</p:grpSp>
      <p:pic>
        <p:nvPicPr>
          <p:cNvPr id="60" name="Picture 59">
            <a:extLst>
              <a:ext uri="{FF2B5EF4-FFF2-40B4-BE49-F238E27FC236}">
                <a16:creationId xmlns:a16="http://schemas.microsoft.com/office/drawing/2014/main" id="{745F4F36-A63C-AFFF-C779-F040C6F6D4BD}"/>
              </a:ext>
            </a:extLst>
          </p:cNvPr>
          <p:cNvPicPr preferRelativeResize="0"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7518" y="2426060"/>
            <a:ext cx="731520" cy="731520"/>
          </a:xfrm>
          <a:prstGeom prst="rect">
            <a:avLst/>
          </a:prstGeom>
          <a:ln w="38100">
            <a:solidFill>
              <a:srgbClr val="00B0F0"/>
            </a:solidFill>
          </a:ln>
          <a:effectLst>
            <a:softEdge rad="0"/>
          </a:effectLst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4998C0F0-9A00-19EF-2855-A832E63A83A6}"/>
              </a:ext>
            </a:extLst>
          </p:cNvPr>
          <p:cNvPicPr preferRelativeResize="0">
            <a:picLocks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9817" y="2432590"/>
            <a:ext cx="731520" cy="731520"/>
          </a:xfrm>
          <a:prstGeom prst="rect">
            <a:avLst/>
          </a:prstGeom>
          <a:ln w="38100">
            <a:noFill/>
          </a:ln>
          <a:effectLst>
            <a:softEdge rad="0"/>
          </a:effectLst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821EF1E4-8EB4-1A09-D173-445CD1810079}"/>
              </a:ext>
            </a:extLst>
          </p:cNvPr>
          <p:cNvPicPr preferRelativeResize="0">
            <a:picLocks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2116" y="2439120"/>
            <a:ext cx="731520" cy="731520"/>
          </a:xfrm>
          <a:prstGeom prst="rect">
            <a:avLst/>
          </a:prstGeom>
          <a:ln w="38100">
            <a:noFill/>
          </a:ln>
          <a:effectLst>
            <a:softEdge rad="0"/>
          </a:effectLst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4FFDD5ED-C028-7FDE-04DA-C2D8FF682CDB}"/>
              </a:ext>
            </a:extLst>
          </p:cNvPr>
          <p:cNvPicPr preferRelativeResize="0">
            <a:picLocks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4415" y="2432590"/>
            <a:ext cx="731520" cy="731520"/>
          </a:xfrm>
          <a:prstGeom prst="rect">
            <a:avLst/>
          </a:prstGeom>
          <a:ln w="38100">
            <a:noFill/>
          </a:ln>
          <a:effectLst>
            <a:softEdge rad="0"/>
          </a:effectLst>
        </p:spPr>
      </p:pic>
      <p:sp>
        <p:nvSpPr>
          <p:cNvPr id="64" name="Subtitle 2">
            <a:extLst>
              <a:ext uri="{FF2B5EF4-FFF2-40B4-BE49-F238E27FC236}">
                <a16:creationId xmlns:a16="http://schemas.microsoft.com/office/drawing/2014/main" id="{249E4CFC-833A-F67A-4985-770AF545714B}"/>
              </a:ext>
            </a:extLst>
          </p:cNvPr>
          <p:cNvSpPr txBox="1">
            <a:spLocks/>
          </p:cNvSpPr>
          <p:nvPr/>
        </p:nvSpPr>
        <p:spPr>
          <a:xfrm>
            <a:off x="5042249" y="3482608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Direction:</a:t>
            </a:r>
          </a:p>
          <a:p>
            <a:endParaRPr lang="en-US" dirty="0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47E06D95-EC18-854E-2F20-E8874F12E921}"/>
              </a:ext>
            </a:extLst>
          </p:cNvPr>
          <p:cNvGrpSpPr/>
          <p:nvPr/>
        </p:nvGrpSpPr>
        <p:grpSpPr>
          <a:xfrm>
            <a:off x="5693810" y="4019527"/>
            <a:ext cx="3303079" cy="1198835"/>
            <a:chOff x="6159969" y="4368286"/>
            <a:chExt cx="3303079" cy="1198835"/>
          </a:xfrm>
        </p:grpSpPr>
        <p:pic>
          <p:nvPicPr>
            <p:cNvPr id="66" name="Graphic 65" descr="Arrow Up with solid fill">
              <a:extLst>
                <a:ext uri="{FF2B5EF4-FFF2-40B4-BE49-F238E27FC236}">
                  <a16:creationId xmlns:a16="http://schemas.microsoft.com/office/drawing/2014/main" id="{692958D8-ABCF-E795-FD2E-8C6D84312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 rot="2638818">
              <a:off x="6251409" y="4368286"/>
              <a:ext cx="548640" cy="548640"/>
            </a:xfrm>
            <a:prstGeom prst="rect">
              <a:avLst/>
            </a:prstGeom>
          </p:spPr>
        </p:pic>
        <p:pic>
          <p:nvPicPr>
            <p:cNvPr id="68" name="Graphic 67" descr="Arrow Down with solid fill">
              <a:extLst>
                <a:ext uri="{FF2B5EF4-FFF2-40B4-BE49-F238E27FC236}">
                  <a16:creationId xmlns:a16="http://schemas.microsoft.com/office/drawing/2014/main" id="{BD8198A4-94AE-17D7-431D-A0F90E67E43B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 rot="7907625">
              <a:off x="7103708" y="4376905"/>
              <a:ext cx="548640" cy="548640"/>
            </a:xfrm>
            <a:prstGeom prst="rect">
              <a:avLst/>
            </a:prstGeom>
          </p:spPr>
        </p:pic>
        <p:pic>
          <p:nvPicPr>
            <p:cNvPr id="70" name="Graphic 69" descr="Arrow Right with solid fill">
              <a:extLst>
                <a:ext uri="{FF2B5EF4-FFF2-40B4-BE49-F238E27FC236}">
                  <a16:creationId xmlns:a16="http://schemas.microsoft.com/office/drawing/2014/main" id="{B1CD1959-736C-4D11-761E-1103781114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 rot="2717419">
              <a:off x="7974128" y="4376905"/>
              <a:ext cx="548640" cy="548640"/>
            </a:xfrm>
            <a:prstGeom prst="rect">
              <a:avLst/>
            </a:prstGeom>
          </p:spPr>
        </p:pic>
        <p:pic>
          <p:nvPicPr>
            <p:cNvPr id="71" name="Graphic 70" descr="Arrow Right with solid fill">
              <a:extLst>
                <a:ext uri="{FF2B5EF4-FFF2-40B4-BE49-F238E27FC236}">
                  <a16:creationId xmlns:a16="http://schemas.microsoft.com/office/drawing/2014/main" id="{511FC6E8-2BDE-9D7E-19E8-87E256B034FF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 rot="8031615">
              <a:off x="8808306" y="4376905"/>
              <a:ext cx="548640" cy="548640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C474F7FA-2329-4393-5A52-903B990D812D}"/>
                </a:ext>
              </a:extLst>
            </p:cNvPr>
            <p:cNvSpPr txBox="1"/>
            <p:nvPr/>
          </p:nvSpPr>
          <p:spPr>
            <a:xfrm rot="16200000">
              <a:off x="6156397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Northeast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6F664941-5164-CBEC-B39F-4497D4C4134C}"/>
                </a:ext>
              </a:extLst>
            </p:cNvPr>
            <p:cNvSpPr txBox="1"/>
            <p:nvPr/>
          </p:nvSpPr>
          <p:spPr>
            <a:xfrm rot="16200000">
              <a:off x="7008696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Northwest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F93F07B2-969B-8414-ED43-8A246D1470DF}"/>
                </a:ext>
              </a:extLst>
            </p:cNvPr>
            <p:cNvSpPr txBox="1"/>
            <p:nvPr/>
          </p:nvSpPr>
          <p:spPr>
            <a:xfrm rot="16200000">
              <a:off x="7879116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Southeast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FDEA85CF-D592-301C-D8B2-95D98671D5A1}"/>
                </a:ext>
              </a:extLst>
            </p:cNvPr>
            <p:cNvSpPr txBox="1"/>
            <p:nvPr/>
          </p:nvSpPr>
          <p:spPr>
            <a:xfrm rot="16200000">
              <a:off x="8727956" y="4822606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Southwest</a:t>
              </a:r>
            </a:p>
          </p:txBody>
        </p:sp>
      </p:grpSp>
      <p:pic>
        <p:nvPicPr>
          <p:cNvPr id="2" name="Graphic 1" descr="Arrow Up with solid fill">
            <a:extLst>
              <a:ext uri="{FF2B5EF4-FFF2-40B4-BE49-F238E27FC236}">
                <a16:creationId xmlns:a16="http://schemas.microsoft.com/office/drawing/2014/main" id="{1C88AC24-17BA-052B-101C-8F0C47F5B44C}"/>
              </a:ext>
            </a:extLst>
          </p:cNvPr>
          <p:cNvPicPr>
            <a:picLocks noChangeAspect="1"/>
          </p:cNvPicPr>
          <p:nvPr/>
        </p:nvPicPr>
        <p:blipFill>
          <a:blip r:embed="rId33"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 rot="2638818">
            <a:off x="2416725" y="2918446"/>
            <a:ext cx="548640" cy="54864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4D0FF83-DBA6-1235-B2C3-47FA006B9E34}"/>
              </a:ext>
            </a:extLst>
          </p:cNvPr>
          <p:cNvSpPr txBox="1"/>
          <p:nvPr/>
        </p:nvSpPr>
        <p:spPr>
          <a:xfrm>
            <a:off x="2597474" y="1090804"/>
            <a:ext cx="12452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Step 1: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E29C7C-63E9-31A8-C460-967B9C766079}"/>
              </a:ext>
            </a:extLst>
          </p:cNvPr>
          <p:cNvSpPr txBox="1"/>
          <p:nvPr/>
        </p:nvSpPr>
        <p:spPr>
          <a:xfrm>
            <a:off x="2172774" y="3680516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FF"/>
                </a:highlight>
              </a:rPr>
              <a:t>*RP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CD25AC-B6FF-4E52-2B68-DD92F4B9F082}"/>
              </a:ext>
            </a:extLst>
          </p:cNvPr>
          <p:cNvSpPr txBox="1"/>
          <p:nvPr/>
        </p:nvSpPr>
        <p:spPr>
          <a:xfrm>
            <a:off x="2893040" y="2892793"/>
            <a:ext cx="628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FF"/>
                </a:highlight>
              </a:rPr>
              <a:t>*PW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30074642-70C0-14AD-F2EC-B0CA6F6EA21B}"/>
              </a:ext>
            </a:extLst>
          </p:cNvPr>
          <p:cNvSpPr txBox="1">
            <a:spLocks/>
          </p:cNvSpPr>
          <p:nvPr/>
        </p:nvSpPr>
        <p:spPr>
          <a:xfrm>
            <a:off x="5351756" y="1885354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Password (*RP):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28162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66FA1-F023-54CA-2818-8E3F957C6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86199EF-3E0A-704C-688E-F6F3E07AB5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3698" y="334802"/>
            <a:ext cx="9144000" cy="598257"/>
          </a:xfrm>
        </p:spPr>
        <p:txBody>
          <a:bodyPr/>
          <a:lstStyle/>
          <a:p>
            <a:r>
              <a:rPr lang="en-US" dirty="0"/>
              <a:t>Tutorial 2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E03F63C7-646B-FEA4-BFA1-723216B986D4}"/>
              </a:ext>
            </a:extLst>
          </p:cNvPr>
          <p:cNvGrpSpPr/>
          <p:nvPr/>
        </p:nvGrpSpPr>
        <p:grpSpPr>
          <a:xfrm>
            <a:off x="1144574" y="1688010"/>
            <a:ext cx="3868712" cy="3886690"/>
            <a:chOff x="3081528" y="1265223"/>
            <a:chExt cx="3868712" cy="388669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6D9F38B-A3D2-1989-8A5F-CA1816D26C0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40598" y="28473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462DB97-3C9A-CD04-7CB8-1E0DBFFF8A5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128742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F983DCE-60F4-CB39-3596-D1B67E3AA4A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207066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4E8527FB-523A-43D8-ECFD-B1BC29BB31C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0569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E4F5ECD5-5B8F-849D-0F31-2FC9B1FF415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205401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DCD023D2-B0BE-D637-0ECF-5E5789F565F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12848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EA49B7F8-4312-EE06-83FC-0A3FBD72FA3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126913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5D02118B-43D4-2B1E-98B7-ECC76557EBD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20133" y="285391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6CE52D31-0FB0-2B4F-C140-CDE4D59F627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126522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37E7633A-FE01-03A0-3BCD-5DD7FE7F7A2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206870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A6221325-3600-7D20-26EF-FD89A2B4319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1063" y="28428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3B1D1833-3B81-6B39-9932-2990DE23665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2060824"/>
              <a:ext cx="731520" cy="731520"/>
            </a:xfrm>
            <a:prstGeom prst="rect">
              <a:avLst/>
            </a:prstGeom>
            <a:noFill/>
            <a:ln w="38100">
              <a:solidFill>
                <a:srgbClr val="00B0F0"/>
              </a:solidFill>
            </a:ln>
            <a:effectLst>
              <a:softEdge rad="0"/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B93E977C-8CA3-6574-D393-BC8D5DEC718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363649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1B220B33-0FE4-1EF9-22C0-615A69C6C5E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422" y="363715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80F2B5D1-AB71-BE2B-B225-53E60DF7D77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0124" y="363387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79105ACF-DF89-7007-DE0A-CA561DCA9A2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9670" y="28526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976D373D-BE28-C57F-1556-17BD173ED8F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5826" y="363159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CD0D982F-D756-296A-A780-B3103E80013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3632577"/>
              <a:ext cx="731520" cy="731520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24E9B900-4D9F-D2B1-0532-3FC70A63188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988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85CDAE61-E01E-E79B-AE0B-63F6F0A1A7D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12743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FA7A717F-E061-1946-7004-4DDE6FFF093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257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2C16A356-814B-9A0B-FF97-ADCCC9FD5FA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7526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A4758714-CAD8-4C47-2CEF-2D37AA03F4F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3795" y="442039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8243FF49-CA97-10AD-EEEE-93BBDD1AD5E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61554E9D-9CDE-4301-FF55-CC8B2BE8693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84476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</p:grpSp>
      <p:pic>
        <p:nvPicPr>
          <p:cNvPr id="60" name="Picture 59">
            <a:extLst>
              <a:ext uri="{FF2B5EF4-FFF2-40B4-BE49-F238E27FC236}">
                <a16:creationId xmlns:a16="http://schemas.microsoft.com/office/drawing/2014/main" id="{951FBF9F-9AF9-713E-F4FF-4382DACA391A}"/>
              </a:ext>
            </a:extLst>
          </p:cNvPr>
          <p:cNvPicPr preferRelativeResize="0"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7518" y="1630459"/>
            <a:ext cx="731520" cy="731520"/>
          </a:xfrm>
          <a:prstGeom prst="rect">
            <a:avLst/>
          </a:prstGeom>
          <a:ln w="38100">
            <a:solidFill>
              <a:srgbClr val="00B0F0"/>
            </a:solidFill>
          </a:ln>
          <a:effectLst>
            <a:softEdge rad="0"/>
          </a:effectLst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788A9033-1617-A1CD-352D-022F0C5B276C}"/>
              </a:ext>
            </a:extLst>
          </p:cNvPr>
          <p:cNvPicPr preferRelativeResize="0">
            <a:picLocks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9817" y="1636989"/>
            <a:ext cx="731520" cy="731520"/>
          </a:xfrm>
          <a:prstGeom prst="rect">
            <a:avLst/>
          </a:prstGeom>
          <a:ln w="38100">
            <a:noFill/>
          </a:ln>
          <a:effectLst>
            <a:softEdge rad="0"/>
          </a:effectLst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8D54B441-ABC3-0302-3506-C0A194341746}"/>
              </a:ext>
            </a:extLst>
          </p:cNvPr>
          <p:cNvPicPr preferRelativeResize="0">
            <a:picLocks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2116" y="1643519"/>
            <a:ext cx="731520" cy="731520"/>
          </a:xfrm>
          <a:prstGeom prst="rect">
            <a:avLst/>
          </a:prstGeom>
          <a:ln w="38100">
            <a:noFill/>
          </a:ln>
          <a:effectLst>
            <a:softEdge rad="0"/>
          </a:effectLst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58F43675-7780-2C86-E390-5F6ADA77F04E}"/>
              </a:ext>
            </a:extLst>
          </p:cNvPr>
          <p:cNvPicPr preferRelativeResize="0">
            <a:picLocks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4415" y="1636989"/>
            <a:ext cx="731520" cy="731520"/>
          </a:xfrm>
          <a:prstGeom prst="rect">
            <a:avLst/>
          </a:prstGeom>
          <a:ln w="38100">
            <a:noFill/>
          </a:ln>
          <a:effectLst>
            <a:softEdge rad="0"/>
          </a:effectLst>
        </p:spPr>
      </p:pic>
      <p:sp>
        <p:nvSpPr>
          <p:cNvPr id="64" name="Subtitle 2">
            <a:extLst>
              <a:ext uri="{FF2B5EF4-FFF2-40B4-BE49-F238E27FC236}">
                <a16:creationId xmlns:a16="http://schemas.microsoft.com/office/drawing/2014/main" id="{C4111A2D-7A70-5D28-4DAF-B985F0634D1A}"/>
              </a:ext>
            </a:extLst>
          </p:cNvPr>
          <p:cNvSpPr txBox="1">
            <a:spLocks/>
          </p:cNvSpPr>
          <p:nvPr/>
        </p:nvSpPr>
        <p:spPr>
          <a:xfrm>
            <a:off x="5042249" y="2687007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Direction:</a:t>
            </a:r>
          </a:p>
          <a:p>
            <a:endParaRPr lang="en-US" dirty="0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B3DC819F-951C-EA2B-329C-DB092147978D}"/>
              </a:ext>
            </a:extLst>
          </p:cNvPr>
          <p:cNvGrpSpPr/>
          <p:nvPr/>
        </p:nvGrpSpPr>
        <p:grpSpPr>
          <a:xfrm>
            <a:off x="5693810" y="3223926"/>
            <a:ext cx="3303079" cy="1198835"/>
            <a:chOff x="6159969" y="4368286"/>
            <a:chExt cx="3303079" cy="1198835"/>
          </a:xfrm>
        </p:grpSpPr>
        <p:pic>
          <p:nvPicPr>
            <p:cNvPr id="66" name="Graphic 65" descr="Arrow Up with solid fill">
              <a:extLst>
                <a:ext uri="{FF2B5EF4-FFF2-40B4-BE49-F238E27FC236}">
                  <a16:creationId xmlns:a16="http://schemas.microsoft.com/office/drawing/2014/main" id="{5804585F-B4F3-D280-5481-3FA2FB9DA706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 rot="2638818">
              <a:off x="6251409" y="4368286"/>
              <a:ext cx="548640" cy="548640"/>
            </a:xfrm>
            <a:prstGeom prst="rect">
              <a:avLst/>
            </a:prstGeom>
          </p:spPr>
        </p:pic>
        <p:pic>
          <p:nvPicPr>
            <p:cNvPr id="68" name="Graphic 67" descr="Arrow Down with solid fill">
              <a:extLst>
                <a:ext uri="{FF2B5EF4-FFF2-40B4-BE49-F238E27FC236}">
                  <a16:creationId xmlns:a16="http://schemas.microsoft.com/office/drawing/2014/main" id="{D46FBA14-AB9A-F378-2876-2900E8AA1C1F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 rot="7907625">
              <a:off x="7103708" y="4376905"/>
              <a:ext cx="548640" cy="548640"/>
            </a:xfrm>
            <a:prstGeom prst="rect">
              <a:avLst/>
            </a:prstGeom>
          </p:spPr>
        </p:pic>
        <p:pic>
          <p:nvPicPr>
            <p:cNvPr id="70" name="Graphic 69" descr="Arrow Right with solid fill">
              <a:extLst>
                <a:ext uri="{FF2B5EF4-FFF2-40B4-BE49-F238E27FC236}">
                  <a16:creationId xmlns:a16="http://schemas.microsoft.com/office/drawing/2014/main" id="{99B71C1C-B62D-6B8F-4755-471A64F40AF0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 rot="2717419">
              <a:off x="7974128" y="4376905"/>
              <a:ext cx="548640" cy="548640"/>
            </a:xfrm>
            <a:prstGeom prst="rect">
              <a:avLst/>
            </a:prstGeom>
          </p:spPr>
        </p:pic>
        <p:pic>
          <p:nvPicPr>
            <p:cNvPr id="71" name="Graphic 70" descr="Arrow Right with solid fill">
              <a:extLst>
                <a:ext uri="{FF2B5EF4-FFF2-40B4-BE49-F238E27FC236}">
                  <a16:creationId xmlns:a16="http://schemas.microsoft.com/office/drawing/2014/main" id="{24125693-FE7A-3D19-2290-779C3DA97467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 rot="8031615">
              <a:off x="8808306" y="4376905"/>
              <a:ext cx="548640" cy="548640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F776772B-2ED0-2147-A750-AEB0E252D1F1}"/>
                </a:ext>
              </a:extLst>
            </p:cNvPr>
            <p:cNvSpPr txBox="1"/>
            <p:nvPr/>
          </p:nvSpPr>
          <p:spPr>
            <a:xfrm rot="16200000">
              <a:off x="6156397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Northeast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A717D378-6E41-AC60-8613-E05D90694B5C}"/>
                </a:ext>
              </a:extLst>
            </p:cNvPr>
            <p:cNvSpPr txBox="1"/>
            <p:nvPr/>
          </p:nvSpPr>
          <p:spPr>
            <a:xfrm rot="16200000">
              <a:off x="7008696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Northwest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F944920-71EA-4EFB-0E39-329C1283935E}"/>
                </a:ext>
              </a:extLst>
            </p:cNvPr>
            <p:cNvSpPr txBox="1"/>
            <p:nvPr/>
          </p:nvSpPr>
          <p:spPr>
            <a:xfrm rot="16200000">
              <a:off x="7879116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Southeast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33CB8A89-303C-779C-86EE-D0AC247F4AAF}"/>
                </a:ext>
              </a:extLst>
            </p:cNvPr>
            <p:cNvSpPr txBox="1"/>
            <p:nvPr/>
          </p:nvSpPr>
          <p:spPr>
            <a:xfrm rot="16200000">
              <a:off x="8727956" y="4822606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Southwest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14CB21C2-D5C7-21D5-FA4F-B6C4E24234CE}"/>
              </a:ext>
            </a:extLst>
          </p:cNvPr>
          <p:cNvSpPr txBox="1"/>
          <p:nvPr/>
        </p:nvSpPr>
        <p:spPr>
          <a:xfrm>
            <a:off x="2597474" y="1090804"/>
            <a:ext cx="12452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Step 1:</a:t>
            </a:r>
          </a:p>
        </p:txBody>
      </p:sp>
      <p:pic>
        <p:nvPicPr>
          <p:cNvPr id="14" name="Graphic 13" descr="Arrow Up with solid fill">
            <a:extLst>
              <a:ext uri="{FF2B5EF4-FFF2-40B4-BE49-F238E27FC236}">
                <a16:creationId xmlns:a16="http://schemas.microsoft.com/office/drawing/2014/main" id="{9A532614-C180-C301-BDBF-07BB43E41E90}"/>
              </a:ext>
            </a:extLst>
          </p:cNvPr>
          <p:cNvPicPr>
            <a:picLocks noChangeAspect="1"/>
          </p:cNvPicPr>
          <p:nvPr/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 rot="2638818">
            <a:off x="2416725" y="2918446"/>
            <a:ext cx="548640" cy="54864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1F7C520-0CFB-D184-75EF-F4C2C422E102}"/>
              </a:ext>
            </a:extLst>
          </p:cNvPr>
          <p:cNvPicPr preferRelativeResize="0">
            <a:picLocks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0240" y="5025533"/>
            <a:ext cx="731520" cy="731520"/>
          </a:xfrm>
          <a:prstGeom prst="rect">
            <a:avLst/>
          </a:prstGeom>
          <a:noFill/>
          <a:ln w="38100">
            <a:solidFill>
              <a:srgbClr val="00B0F0"/>
            </a:solidFill>
          </a:ln>
          <a:effectLst>
            <a:softEdge rad="0"/>
          </a:effec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9D68B8D-51A6-3CE7-DBB0-5A2ED41AAE6B}"/>
              </a:ext>
            </a:extLst>
          </p:cNvPr>
          <p:cNvSpPr txBox="1"/>
          <p:nvPr/>
        </p:nvSpPr>
        <p:spPr>
          <a:xfrm>
            <a:off x="2172774" y="3680516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FF"/>
                </a:highlight>
              </a:rPr>
              <a:t>*RP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56E4D95-7B30-AB3B-3872-2A550C39BAD6}"/>
              </a:ext>
            </a:extLst>
          </p:cNvPr>
          <p:cNvSpPr txBox="1"/>
          <p:nvPr/>
        </p:nvSpPr>
        <p:spPr>
          <a:xfrm>
            <a:off x="2893040" y="2892793"/>
            <a:ext cx="628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FF"/>
                </a:highlight>
              </a:rPr>
              <a:t>*PW</a:t>
            </a:r>
          </a:p>
        </p:txBody>
      </p:sp>
      <p:sp>
        <p:nvSpPr>
          <p:cNvPr id="24" name="Subtitle 2">
            <a:extLst>
              <a:ext uri="{FF2B5EF4-FFF2-40B4-BE49-F238E27FC236}">
                <a16:creationId xmlns:a16="http://schemas.microsoft.com/office/drawing/2014/main" id="{9E10AE30-4414-0FF7-7D49-3506AE8FDF7C}"/>
              </a:ext>
            </a:extLst>
          </p:cNvPr>
          <p:cNvSpPr txBox="1">
            <a:spLocks/>
          </p:cNvSpPr>
          <p:nvPr/>
        </p:nvSpPr>
        <p:spPr>
          <a:xfrm>
            <a:off x="5351756" y="1089753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Password (*RP):</a:t>
            </a:r>
          </a:p>
          <a:p>
            <a:endParaRPr lang="en-US" dirty="0"/>
          </a:p>
        </p:txBody>
      </p:sp>
      <p:sp>
        <p:nvSpPr>
          <p:cNvPr id="26" name="Subtitle 2">
            <a:extLst>
              <a:ext uri="{FF2B5EF4-FFF2-40B4-BE49-F238E27FC236}">
                <a16:creationId xmlns:a16="http://schemas.microsoft.com/office/drawing/2014/main" id="{2FB27CE8-FCFA-53DB-7C77-E17D01002F18}"/>
              </a:ext>
            </a:extLst>
          </p:cNvPr>
          <p:cNvSpPr txBox="1">
            <a:spLocks/>
          </p:cNvSpPr>
          <p:nvPr/>
        </p:nvSpPr>
        <p:spPr>
          <a:xfrm>
            <a:off x="5474655" y="4522464"/>
            <a:ext cx="4391829" cy="5982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Password Need To Click (*PW):</a:t>
            </a:r>
          </a:p>
        </p:txBody>
      </p:sp>
    </p:spTree>
    <p:extLst>
      <p:ext uri="{BB962C8B-B14F-4D97-AF65-F5344CB8AC3E}">
        <p14:creationId xmlns:p14="http://schemas.microsoft.com/office/powerpoint/2010/main" val="28728624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44A6B-E24E-49ED-BBE9-AD5934A44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B6784F3-33F7-E217-5C18-A0ED0C333A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3698" y="334802"/>
            <a:ext cx="9144000" cy="598257"/>
          </a:xfrm>
        </p:spPr>
        <p:txBody>
          <a:bodyPr/>
          <a:lstStyle/>
          <a:p>
            <a:r>
              <a:rPr lang="en-US" dirty="0"/>
              <a:t>Tutorial 2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7CBBFA10-4143-13B9-D476-FE144A443C8A}"/>
              </a:ext>
            </a:extLst>
          </p:cNvPr>
          <p:cNvGrpSpPr/>
          <p:nvPr/>
        </p:nvGrpSpPr>
        <p:grpSpPr>
          <a:xfrm>
            <a:off x="1144574" y="1688010"/>
            <a:ext cx="3868712" cy="3886690"/>
            <a:chOff x="3081528" y="1265223"/>
            <a:chExt cx="3868712" cy="388669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1B8E449-6387-D163-8526-B3B1834BF42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40598" y="28473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910239EF-2E58-E66F-F995-BCCF2E5BDDB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128742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E216417C-C759-7A5F-377C-119D98E3215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207066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0E2E6D5-AF3D-E9DC-7D67-3CAEA2252AA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0569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8C59B737-7ABA-5D98-C559-700DA3B1562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205401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79BF773D-EA89-9076-0552-92D2204EF95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12848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C8955326-FDE9-4CCC-734A-3D4F42D7258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126913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951BB596-0101-4E1D-8C6A-CD1882DE9D0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20133" y="285391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11341167-AD24-BDB1-5018-4EB4B0EEDFF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126522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DC9F73F5-D9B9-E2C8-C46C-EEDB070A0B1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206870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FF6DAD79-9F93-64FC-1ECF-4DB120056F5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1063" y="28428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8B735CA0-BF05-E8AC-1C3C-A92CAB2B0EA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2060824"/>
              <a:ext cx="731520" cy="731520"/>
            </a:xfrm>
            <a:prstGeom prst="rect">
              <a:avLst/>
            </a:prstGeom>
            <a:noFill/>
            <a:ln w="38100">
              <a:solidFill>
                <a:schemeClr val="accent5">
                  <a:lumMod val="60000"/>
                  <a:lumOff val="40000"/>
                </a:schemeClr>
              </a:solidFill>
            </a:ln>
            <a:effectLst>
              <a:softEdge rad="0"/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BEB52160-A0E5-0ACC-1E5D-54B151A2322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363649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55473B1D-1D34-B9DC-AD58-1A8D125D0B6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422" y="363715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8A975821-B61B-2C31-BEB9-C4133A78A98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0124" y="363387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A05B26E4-7DE0-94EA-4F1E-D746D671DD2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9670" y="28526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D39BB808-A378-8206-7C46-D2F19F16144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5826" y="363159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C245C2A7-FBE0-92B3-51AD-D735BFCD653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3632577"/>
              <a:ext cx="731520" cy="731520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5620A0A7-B240-6AC4-B9C6-66622292EE4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988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6E695819-BFA6-1268-B5DA-3F9FC1D7E9B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12743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E0481108-273E-04CA-13DA-B67847F395F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257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B8F2737E-E098-0B82-63C3-B9DB1B3D43B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7526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050A633A-1523-4591-0CE4-7B0856D1015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3795" y="442039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12053B2B-4B8C-8EC6-3524-43233A8C9D7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D9D01C21-E8C2-1F7B-5983-C541F66F93C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84476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</p:grpSp>
      <p:pic>
        <p:nvPicPr>
          <p:cNvPr id="60" name="Picture 59">
            <a:extLst>
              <a:ext uri="{FF2B5EF4-FFF2-40B4-BE49-F238E27FC236}">
                <a16:creationId xmlns:a16="http://schemas.microsoft.com/office/drawing/2014/main" id="{833807C7-E894-750E-4EAD-883361290913}"/>
              </a:ext>
            </a:extLst>
          </p:cNvPr>
          <p:cNvPicPr preferRelativeResize="0"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7518" y="1630459"/>
            <a:ext cx="731520" cy="731520"/>
          </a:xfrm>
          <a:prstGeom prst="rect">
            <a:avLst/>
          </a:prstGeom>
          <a:ln w="38100">
            <a:solidFill>
              <a:srgbClr val="00B0F0"/>
            </a:solidFill>
          </a:ln>
          <a:effectLst>
            <a:softEdge rad="0"/>
          </a:effectLst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D5AADCE9-39D5-B84D-FFE5-3B87BBE78401}"/>
              </a:ext>
            </a:extLst>
          </p:cNvPr>
          <p:cNvPicPr preferRelativeResize="0">
            <a:picLocks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9817" y="1636989"/>
            <a:ext cx="731520" cy="731520"/>
          </a:xfrm>
          <a:prstGeom prst="rect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  <a:effectLst>
            <a:softEdge rad="0"/>
          </a:effectLst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28E2F557-1265-2F5F-08A6-8336DD6518AE}"/>
              </a:ext>
            </a:extLst>
          </p:cNvPr>
          <p:cNvPicPr preferRelativeResize="0">
            <a:picLocks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2116" y="1643519"/>
            <a:ext cx="731520" cy="731520"/>
          </a:xfrm>
          <a:prstGeom prst="rect">
            <a:avLst/>
          </a:prstGeom>
          <a:ln w="38100">
            <a:noFill/>
          </a:ln>
          <a:effectLst>
            <a:softEdge rad="0"/>
          </a:effectLst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1BC2F4F2-83B6-72D9-451B-C20013581A8B}"/>
              </a:ext>
            </a:extLst>
          </p:cNvPr>
          <p:cNvPicPr preferRelativeResize="0">
            <a:picLocks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4415" y="1636989"/>
            <a:ext cx="731520" cy="731520"/>
          </a:xfrm>
          <a:prstGeom prst="rect">
            <a:avLst/>
          </a:prstGeom>
          <a:ln w="38100">
            <a:noFill/>
          </a:ln>
          <a:effectLst>
            <a:softEdge rad="0"/>
          </a:effectLst>
        </p:spPr>
      </p:pic>
      <p:sp>
        <p:nvSpPr>
          <p:cNvPr id="64" name="Subtitle 2">
            <a:extLst>
              <a:ext uri="{FF2B5EF4-FFF2-40B4-BE49-F238E27FC236}">
                <a16:creationId xmlns:a16="http://schemas.microsoft.com/office/drawing/2014/main" id="{4C73DE3C-0365-488E-1F46-A3594D9159C8}"/>
              </a:ext>
            </a:extLst>
          </p:cNvPr>
          <p:cNvSpPr txBox="1">
            <a:spLocks/>
          </p:cNvSpPr>
          <p:nvPr/>
        </p:nvSpPr>
        <p:spPr>
          <a:xfrm>
            <a:off x="5042249" y="2687007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Direction:</a:t>
            </a:r>
          </a:p>
          <a:p>
            <a:endParaRPr lang="en-US" dirty="0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73334DF4-AB10-2E53-BCEB-380813CEFDC8}"/>
              </a:ext>
            </a:extLst>
          </p:cNvPr>
          <p:cNvGrpSpPr/>
          <p:nvPr/>
        </p:nvGrpSpPr>
        <p:grpSpPr>
          <a:xfrm>
            <a:off x="5693810" y="3223926"/>
            <a:ext cx="3303079" cy="1198835"/>
            <a:chOff x="6159969" y="4368286"/>
            <a:chExt cx="3303079" cy="1198835"/>
          </a:xfrm>
        </p:grpSpPr>
        <p:pic>
          <p:nvPicPr>
            <p:cNvPr id="66" name="Graphic 65" descr="Arrow Up with solid fill">
              <a:extLst>
                <a:ext uri="{FF2B5EF4-FFF2-40B4-BE49-F238E27FC236}">
                  <a16:creationId xmlns:a16="http://schemas.microsoft.com/office/drawing/2014/main" id="{AC3F7F9A-7637-7E4E-59B3-4E98FDEC1FA9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 rot="2638818">
              <a:off x="6251409" y="4368286"/>
              <a:ext cx="548640" cy="548640"/>
            </a:xfrm>
            <a:prstGeom prst="rect">
              <a:avLst/>
            </a:prstGeom>
          </p:spPr>
        </p:pic>
        <p:pic>
          <p:nvPicPr>
            <p:cNvPr id="68" name="Graphic 67" descr="Arrow Down with solid fill">
              <a:extLst>
                <a:ext uri="{FF2B5EF4-FFF2-40B4-BE49-F238E27FC236}">
                  <a16:creationId xmlns:a16="http://schemas.microsoft.com/office/drawing/2014/main" id="{2665B2F7-A6C1-9C28-7EFC-38C31144C2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 rot="7907625">
              <a:off x="7103708" y="4376905"/>
              <a:ext cx="548640" cy="548640"/>
            </a:xfrm>
            <a:prstGeom prst="rect">
              <a:avLst/>
            </a:prstGeom>
          </p:spPr>
        </p:pic>
        <p:pic>
          <p:nvPicPr>
            <p:cNvPr id="70" name="Graphic 69" descr="Arrow Right with solid fill">
              <a:extLst>
                <a:ext uri="{FF2B5EF4-FFF2-40B4-BE49-F238E27FC236}">
                  <a16:creationId xmlns:a16="http://schemas.microsoft.com/office/drawing/2014/main" id="{1478885F-EAD4-710E-B999-D5BDCD77DD35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 rot="2717419">
              <a:off x="7974128" y="4376905"/>
              <a:ext cx="548640" cy="548640"/>
            </a:xfrm>
            <a:prstGeom prst="rect">
              <a:avLst/>
            </a:prstGeom>
          </p:spPr>
        </p:pic>
        <p:pic>
          <p:nvPicPr>
            <p:cNvPr id="71" name="Graphic 70" descr="Arrow Right with solid fill">
              <a:extLst>
                <a:ext uri="{FF2B5EF4-FFF2-40B4-BE49-F238E27FC236}">
                  <a16:creationId xmlns:a16="http://schemas.microsoft.com/office/drawing/2014/main" id="{8F0976A2-6417-9636-4796-44253D121CBC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 rot="8031615">
              <a:off x="8808306" y="4376905"/>
              <a:ext cx="548640" cy="548640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09708F6A-2794-8F35-F5AF-8674CC53C3B4}"/>
                </a:ext>
              </a:extLst>
            </p:cNvPr>
            <p:cNvSpPr txBox="1"/>
            <p:nvPr/>
          </p:nvSpPr>
          <p:spPr>
            <a:xfrm rot="16200000">
              <a:off x="6156397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Northeast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F8C02A1D-27EA-4E63-A071-3BE82FE62297}"/>
                </a:ext>
              </a:extLst>
            </p:cNvPr>
            <p:cNvSpPr txBox="1"/>
            <p:nvPr/>
          </p:nvSpPr>
          <p:spPr>
            <a:xfrm rot="16200000">
              <a:off x="7008696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Northwest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C3855D0-4A4C-2C70-42D6-4FE596A1B749}"/>
                </a:ext>
              </a:extLst>
            </p:cNvPr>
            <p:cNvSpPr txBox="1"/>
            <p:nvPr/>
          </p:nvSpPr>
          <p:spPr>
            <a:xfrm rot="16200000">
              <a:off x="7879116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Southeast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8A01197-00F9-9450-E55D-B47A9A5C7EB2}"/>
                </a:ext>
              </a:extLst>
            </p:cNvPr>
            <p:cNvSpPr txBox="1"/>
            <p:nvPr/>
          </p:nvSpPr>
          <p:spPr>
            <a:xfrm rot="16200000">
              <a:off x="8727956" y="4822606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Southwest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F52B7E96-B20F-F17E-F101-51FB08B7EBDC}"/>
              </a:ext>
            </a:extLst>
          </p:cNvPr>
          <p:cNvSpPr txBox="1"/>
          <p:nvPr/>
        </p:nvSpPr>
        <p:spPr>
          <a:xfrm>
            <a:off x="2597474" y="1090804"/>
            <a:ext cx="12452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Step 2:</a:t>
            </a:r>
          </a:p>
        </p:txBody>
      </p:sp>
      <p:pic>
        <p:nvPicPr>
          <p:cNvPr id="14" name="Graphic 13" descr="Arrow Up with solid fill">
            <a:extLst>
              <a:ext uri="{FF2B5EF4-FFF2-40B4-BE49-F238E27FC236}">
                <a16:creationId xmlns:a16="http://schemas.microsoft.com/office/drawing/2014/main" id="{DEC16686-62DA-F557-1A80-7748B9AD039C}"/>
              </a:ext>
            </a:extLst>
          </p:cNvPr>
          <p:cNvPicPr>
            <a:picLocks noChangeAspect="1"/>
          </p:cNvPicPr>
          <p:nvPr/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 rot="18794342">
            <a:off x="3174332" y="2940811"/>
            <a:ext cx="548640" cy="54864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E37ABED2-F703-3DD3-8A9C-7911F2542F62}"/>
              </a:ext>
            </a:extLst>
          </p:cNvPr>
          <p:cNvPicPr preferRelativeResize="0">
            <a:picLocks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0240" y="5025533"/>
            <a:ext cx="731520" cy="731520"/>
          </a:xfrm>
          <a:prstGeom prst="rect">
            <a:avLst/>
          </a:prstGeom>
          <a:noFill/>
          <a:ln w="38100">
            <a:solidFill>
              <a:srgbClr val="00B0F0"/>
            </a:solidFill>
          </a:ln>
          <a:effectLst>
            <a:softEdge rad="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DFDEA8D-A1F7-EC6D-C271-5FDDB949EBE5}"/>
              </a:ext>
            </a:extLst>
          </p:cNvPr>
          <p:cNvSpPr txBox="1"/>
          <p:nvPr/>
        </p:nvSpPr>
        <p:spPr>
          <a:xfrm>
            <a:off x="2597474" y="2892335"/>
            <a:ext cx="628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FF"/>
                </a:highlight>
              </a:rPr>
              <a:t>*PW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7D26C7-21A7-89F3-2F50-2D0A4ACDF5D0}"/>
              </a:ext>
            </a:extLst>
          </p:cNvPr>
          <p:cNvSpPr txBox="1"/>
          <p:nvPr/>
        </p:nvSpPr>
        <p:spPr>
          <a:xfrm>
            <a:off x="3400104" y="3691285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FF"/>
                </a:highlight>
              </a:rPr>
              <a:t>*RP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1983C23C-B414-40D9-D025-5C60927808D8}"/>
              </a:ext>
            </a:extLst>
          </p:cNvPr>
          <p:cNvSpPr txBox="1">
            <a:spLocks/>
          </p:cNvSpPr>
          <p:nvPr/>
        </p:nvSpPr>
        <p:spPr>
          <a:xfrm>
            <a:off x="5351756" y="1089753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Password (*RP):</a:t>
            </a:r>
          </a:p>
          <a:p>
            <a:endParaRPr lang="en-US" dirty="0"/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48AF389F-F297-4D3B-791A-BFB6C86DA043}"/>
              </a:ext>
            </a:extLst>
          </p:cNvPr>
          <p:cNvSpPr txBox="1">
            <a:spLocks/>
          </p:cNvSpPr>
          <p:nvPr/>
        </p:nvSpPr>
        <p:spPr>
          <a:xfrm>
            <a:off x="5474655" y="4522464"/>
            <a:ext cx="4391829" cy="5982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Password Need To Click (*PW):</a:t>
            </a:r>
          </a:p>
        </p:txBody>
      </p:sp>
    </p:spTree>
    <p:extLst>
      <p:ext uri="{BB962C8B-B14F-4D97-AF65-F5344CB8AC3E}">
        <p14:creationId xmlns:p14="http://schemas.microsoft.com/office/powerpoint/2010/main" val="28338569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0DC08-8FDF-AB96-AC53-935A60CE02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7C77FA1-DCCF-6813-4506-85BA38FA71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3698" y="334802"/>
            <a:ext cx="9144000" cy="598257"/>
          </a:xfrm>
        </p:spPr>
        <p:txBody>
          <a:bodyPr/>
          <a:lstStyle/>
          <a:p>
            <a:r>
              <a:rPr lang="en-US" dirty="0"/>
              <a:t>Tutorial 2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8C7F7CF7-5868-8233-661D-E9575B67EBC4}"/>
              </a:ext>
            </a:extLst>
          </p:cNvPr>
          <p:cNvGrpSpPr/>
          <p:nvPr/>
        </p:nvGrpSpPr>
        <p:grpSpPr>
          <a:xfrm>
            <a:off x="1144574" y="1688010"/>
            <a:ext cx="3868712" cy="3886690"/>
            <a:chOff x="3081528" y="1265223"/>
            <a:chExt cx="3868712" cy="388669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CF8C1D8-87E3-E050-115F-30E3DE0BEC9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40598" y="28473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7F3B767-7C89-EEA1-1E2A-8371CFA98AB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128742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77A2A945-6CB6-D5AB-A130-E11F345F634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207066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99A381B5-1611-35C2-B50E-12D1A60EC99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0569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2AFCB508-3F0F-2BEB-56FD-AD8BDFF6CBC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205401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3ECAA242-0964-185E-1C3A-D5F2EAED914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12848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6DB9D598-4E66-232F-AD75-904186E7E7B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126913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345E9A0B-FA72-40EC-35DC-2AA4B5A5FA4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20133" y="285391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762A777E-F3C4-3D16-6648-983A9BA5677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126522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865B7176-DDC7-0E76-4183-5151C9D0883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206870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560E9756-DACB-20C5-5AF8-AA5F1E0960E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1063" y="28428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C5DEE61C-BB60-C85B-CA0C-08D65C8BC46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2060824"/>
              <a:ext cx="731520" cy="731520"/>
            </a:xfrm>
            <a:prstGeom prst="rect">
              <a:avLst/>
            </a:prstGeom>
            <a:noFill/>
            <a:ln w="38100">
              <a:solidFill>
                <a:schemeClr val="accent5">
                  <a:lumMod val="60000"/>
                  <a:lumOff val="40000"/>
                </a:schemeClr>
              </a:solidFill>
            </a:ln>
            <a:effectLst>
              <a:softEdge rad="0"/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CF9BBEE7-F8A5-4022-79EF-86BA1FA07AC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363649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B964F09E-4BA2-ACC0-E9DC-CC22056AD44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422" y="363715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E3033547-736A-5720-12CB-73F4CD6C294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0124" y="363387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3CD8562A-F79E-2F1A-68C4-01D4BC9DCBA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9670" y="28526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548E5640-C44F-E403-3427-B53633D8AEA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5826" y="363159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F2686105-8DA0-E1B4-ED63-53647822BBF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3632577"/>
              <a:ext cx="731520" cy="731520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D859D08C-3EBE-7E90-A8AA-61E57D0F322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988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ED69E528-7368-467A-8C6F-EEE4C1A9116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12743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27BE168B-45DD-42A7-A159-0C36DE7613C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257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E5456A3C-01F0-26A8-211F-21CDA40B080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7526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BA1FD4E1-FD5C-3C06-4E9C-C27F6A58444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3795" y="442039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A217F374-9406-12C2-01AF-14B9EB7343D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6F1B259F-3632-15F0-1A99-2B84019B2E7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84476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</p:grpSp>
      <p:pic>
        <p:nvPicPr>
          <p:cNvPr id="60" name="Picture 59">
            <a:extLst>
              <a:ext uri="{FF2B5EF4-FFF2-40B4-BE49-F238E27FC236}">
                <a16:creationId xmlns:a16="http://schemas.microsoft.com/office/drawing/2014/main" id="{7942D740-DB91-EBEF-6180-75447FFDE404}"/>
              </a:ext>
            </a:extLst>
          </p:cNvPr>
          <p:cNvPicPr preferRelativeResize="0"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7518" y="1630459"/>
            <a:ext cx="731520" cy="731520"/>
          </a:xfrm>
          <a:prstGeom prst="rect">
            <a:avLst/>
          </a:prstGeom>
          <a:ln w="38100">
            <a:solidFill>
              <a:srgbClr val="00B0F0"/>
            </a:solidFill>
          </a:ln>
          <a:effectLst>
            <a:softEdge rad="0"/>
          </a:effectLst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3BC9B326-3582-6889-959A-8BE5EF4EC5FA}"/>
              </a:ext>
            </a:extLst>
          </p:cNvPr>
          <p:cNvPicPr preferRelativeResize="0">
            <a:picLocks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9817" y="1636989"/>
            <a:ext cx="731520" cy="731520"/>
          </a:xfrm>
          <a:prstGeom prst="rect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  <a:effectLst>
            <a:softEdge rad="0"/>
          </a:effectLst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B358DF10-0814-AAB8-F3CB-38198F0CDFA4}"/>
              </a:ext>
            </a:extLst>
          </p:cNvPr>
          <p:cNvPicPr preferRelativeResize="0">
            <a:picLocks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2116" y="1643519"/>
            <a:ext cx="731520" cy="731520"/>
          </a:xfrm>
          <a:prstGeom prst="rect">
            <a:avLst/>
          </a:prstGeom>
          <a:ln w="38100">
            <a:noFill/>
          </a:ln>
          <a:effectLst>
            <a:softEdge rad="0"/>
          </a:effectLst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D25BC88F-CA5B-551D-C799-5EE2199F1E66}"/>
              </a:ext>
            </a:extLst>
          </p:cNvPr>
          <p:cNvPicPr preferRelativeResize="0">
            <a:picLocks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4415" y="1636989"/>
            <a:ext cx="731520" cy="731520"/>
          </a:xfrm>
          <a:prstGeom prst="rect">
            <a:avLst/>
          </a:prstGeom>
          <a:ln w="38100">
            <a:noFill/>
          </a:ln>
          <a:effectLst>
            <a:softEdge rad="0"/>
          </a:effectLst>
        </p:spPr>
      </p:pic>
      <p:sp>
        <p:nvSpPr>
          <p:cNvPr id="64" name="Subtitle 2">
            <a:extLst>
              <a:ext uri="{FF2B5EF4-FFF2-40B4-BE49-F238E27FC236}">
                <a16:creationId xmlns:a16="http://schemas.microsoft.com/office/drawing/2014/main" id="{E61DDADF-2124-86C4-EBBE-889B81CDA3D2}"/>
              </a:ext>
            </a:extLst>
          </p:cNvPr>
          <p:cNvSpPr txBox="1">
            <a:spLocks/>
          </p:cNvSpPr>
          <p:nvPr/>
        </p:nvSpPr>
        <p:spPr>
          <a:xfrm>
            <a:off x="5042249" y="2687007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Direction:</a:t>
            </a:r>
          </a:p>
          <a:p>
            <a:endParaRPr lang="en-US" dirty="0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8A1D3B1C-60EA-D6A2-9D6A-8C0F2792BA7F}"/>
              </a:ext>
            </a:extLst>
          </p:cNvPr>
          <p:cNvGrpSpPr/>
          <p:nvPr/>
        </p:nvGrpSpPr>
        <p:grpSpPr>
          <a:xfrm>
            <a:off x="5693810" y="3223926"/>
            <a:ext cx="3303079" cy="1198835"/>
            <a:chOff x="6159969" y="4368286"/>
            <a:chExt cx="3303079" cy="1198835"/>
          </a:xfrm>
        </p:grpSpPr>
        <p:pic>
          <p:nvPicPr>
            <p:cNvPr id="66" name="Graphic 65" descr="Arrow Up with solid fill">
              <a:extLst>
                <a:ext uri="{FF2B5EF4-FFF2-40B4-BE49-F238E27FC236}">
                  <a16:creationId xmlns:a16="http://schemas.microsoft.com/office/drawing/2014/main" id="{84FFA162-EA68-2D84-18D8-075A77CA493E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 rot="2638818">
              <a:off x="6251409" y="4368286"/>
              <a:ext cx="548640" cy="548640"/>
            </a:xfrm>
            <a:prstGeom prst="rect">
              <a:avLst/>
            </a:prstGeom>
          </p:spPr>
        </p:pic>
        <p:pic>
          <p:nvPicPr>
            <p:cNvPr id="68" name="Graphic 67" descr="Arrow Down with solid fill">
              <a:extLst>
                <a:ext uri="{FF2B5EF4-FFF2-40B4-BE49-F238E27FC236}">
                  <a16:creationId xmlns:a16="http://schemas.microsoft.com/office/drawing/2014/main" id="{6B589BD1-7B65-DB4D-4835-31592A9CBE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 rot="7907625">
              <a:off x="7103708" y="4376905"/>
              <a:ext cx="548640" cy="548640"/>
            </a:xfrm>
            <a:prstGeom prst="rect">
              <a:avLst/>
            </a:prstGeom>
          </p:spPr>
        </p:pic>
        <p:pic>
          <p:nvPicPr>
            <p:cNvPr id="70" name="Graphic 69" descr="Arrow Right with solid fill">
              <a:extLst>
                <a:ext uri="{FF2B5EF4-FFF2-40B4-BE49-F238E27FC236}">
                  <a16:creationId xmlns:a16="http://schemas.microsoft.com/office/drawing/2014/main" id="{6FEAA9A4-AC1A-D4EF-861B-E50B6B4C334E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 rot="2717419">
              <a:off x="7974128" y="4376905"/>
              <a:ext cx="548640" cy="548640"/>
            </a:xfrm>
            <a:prstGeom prst="rect">
              <a:avLst/>
            </a:prstGeom>
          </p:spPr>
        </p:pic>
        <p:pic>
          <p:nvPicPr>
            <p:cNvPr id="71" name="Graphic 70" descr="Arrow Right with solid fill">
              <a:extLst>
                <a:ext uri="{FF2B5EF4-FFF2-40B4-BE49-F238E27FC236}">
                  <a16:creationId xmlns:a16="http://schemas.microsoft.com/office/drawing/2014/main" id="{449CA6B4-577D-67C2-AC5E-B8B3BA86AA62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 rot="8031615">
              <a:off x="8808306" y="4376905"/>
              <a:ext cx="548640" cy="548640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793911B7-6F70-0D82-D99B-7FD9CA84CF52}"/>
                </a:ext>
              </a:extLst>
            </p:cNvPr>
            <p:cNvSpPr txBox="1"/>
            <p:nvPr/>
          </p:nvSpPr>
          <p:spPr>
            <a:xfrm rot="16200000">
              <a:off x="6156397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Northeast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CA80AA99-9554-043A-4F9F-A4107006D572}"/>
                </a:ext>
              </a:extLst>
            </p:cNvPr>
            <p:cNvSpPr txBox="1"/>
            <p:nvPr/>
          </p:nvSpPr>
          <p:spPr>
            <a:xfrm rot="16200000">
              <a:off x="7008696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Northwest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F530C576-73BE-B36B-880C-DEE6DAC2BA46}"/>
                </a:ext>
              </a:extLst>
            </p:cNvPr>
            <p:cNvSpPr txBox="1"/>
            <p:nvPr/>
          </p:nvSpPr>
          <p:spPr>
            <a:xfrm rot="16200000">
              <a:off x="7879116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Southeast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F6EF802D-6036-08EC-42D4-A71BB6777818}"/>
                </a:ext>
              </a:extLst>
            </p:cNvPr>
            <p:cNvSpPr txBox="1"/>
            <p:nvPr/>
          </p:nvSpPr>
          <p:spPr>
            <a:xfrm rot="16200000">
              <a:off x="8727956" y="4822606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Southwest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9605E5CE-5757-35E8-7C87-58E0784BBBF8}"/>
              </a:ext>
            </a:extLst>
          </p:cNvPr>
          <p:cNvSpPr txBox="1"/>
          <p:nvPr/>
        </p:nvSpPr>
        <p:spPr>
          <a:xfrm>
            <a:off x="2597474" y="1090804"/>
            <a:ext cx="12452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Step 2:</a:t>
            </a:r>
          </a:p>
        </p:txBody>
      </p:sp>
      <p:pic>
        <p:nvPicPr>
          <p:cNvPr id="14" name="Graphic 13" descr="Arrow Up with solid fill">
            <a:extLst>
              <a:ext uri="{FF2B5EF4-FFF2-40B4-BE49-F238E27FC236}">
                <a16:creationId xmlns:a16="http://schemas.microsoft.com/office/drawing/2014/main" id="{37E4E09C-DEF4-A30B-D466-C96445F7606B}"/>
              </a:ext>
            </a:extLst>
          </p:cNvPr>
          <p:cNvPicPr>
            <a:picLocks noChangeAspect="1"/>
          </p:cNvPicPr>
          <p:nvPr/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 rot="18794342">
            <a:off x="3174332" y="2940811"/>
            <a:ext cx="548640" cy="54864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35FE1F9-2BAA-D60B-5FF5-8DD29698FEBB}"/>
              </a:ext>
            </a:extLst>
          </p:cNvPr>
          <p:cNvPicPr preferRelativeResize="0">
            <a:picLocks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0240" y="5025533"/>
            <a:ext cx="731520" cy="731520"/>
          </a:xfrm>
          <a:prstGeom prst="rect">
            <a:avLst/>
          </a:prstGeom>
          <a:noFill/>
          <a:ln w="38100">
            <a:solidFill>
              <a:srgbClr val="00B0F0"/>
            </a:solidFill>
          </a:ln>
          <a:effectLst>
            <a:softEdge rad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7347CCD-A963-3AEF-68A9-634C33411629}"/>
              </a:ext>
            </a:extLst>
          </p:cNvPr>
          <p:cNvPicPr preferRelativeResize="0">
            <a:picLocks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6182" y="5025533"/>
            <a:ext cx="731520" cy="731520"/>
          </a:xfrm>
          <a:prstGeom prst="rect">
            <a:avLst/>
          </a:prstGeom>
          <a:noFill/>
          <a:ln w="38100">
            <a:solidFill>
              <a:schemeClr val="accent5">
                <a:lumMod val="60000"/>
                <a:lumOff val="40000"/>
              </a:schemeClr>
            </a:solidFill>
          </a:ln>
          <a:effectLst>
            <a:softEdge rad="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ABE2D83-60B6-F7FD-5790-AFADE611EC56}"/>
              </a:ext>
            </a:extLst>
          </p:cNvPr>
          <p:cNvSpPr txBox="1"/>
          <p:nvPr/>
        </p:nvSpPr>
        <p:spPr>
          <a:xfrm>
            <a:off x="2597474" y="2892335"/>
            <a:ext cx="628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FF"/>
                </a:highlight>
              </a:rPr>
              <a:t>*PW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DA0D41-E193-DCD0-DED2-143C30BFD76A}"/>
              </a:ext>
            </a:extLst>
          </p:cNvPr>
          <p:cNvSpPr txBox="1"/>
          <p:nvPr/>
        </p:nvSpPr>
        <p:spPr>
          <a:xfrm>
            <a:off x="3400104" y="3691285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FF"/>
                </a:highlight>
              </a:rPr>
              <a:t>*RP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F7B8D3F-5BA4-DE61-D7F8-01CA1CC08CFB}"/>
              </a:ext>
            </a:extLst>
          </p:cNvPr>
          <p:cNvSpPr txBox="1">
            <a:spLocks/>
          </p:cNvSpPr>
          <p:nvPr/>
        </p:nvSpPr>
        <p:spPr>
          <a:xfrm>
            <a:off x="5351756" y="1089753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Password (*RP):</a:t>
            </a:r>
          </a:p>
          <a:p>
            <a:endParaRPr lang="en-US" dirty="0"/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D4DCF546-1BA8-B07F-5D55-C7B00CF13335}"/>
              </a:ext>
            </a:extLst>
          </p:cNvPr>
          <p:cNvSpPr txBox="1">
            <a:spLocks/>
          </p:cNvSpPr>
          <p:nvPr/>
        </p:nvSpPr>
        <p:spPr>
          <a:xfrm>
            <a:off x="5474655" y="4522464"/>
            <a:ext cx="4391829" cy="5982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Password Need To Click (*PW):</a:t>
            </a:r>
          </a:p>
        </p:txBody>
      </p:sp>
    </p:spTree>
    <p:extLst>
      <p:ext uri="{BB962C8B-B14F-4D97-AF65-F5344CB8AC3E}">
        <p14:creationId xmlns:p14="http://schemas.microsoft.com/office/powerpoint/2010/main" val="30097916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A78B46-28F5-9FBA-F1B7-B014E9BA24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7F4CA2F-F21B-B3F3-3A7A-3A431FE398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3698" y="334802"/>
            <a:ext cx="9144000" cy="598257"/>
          </a:xfrm>
        </p:spPr>
        <p:txBody>
          <a:bodyPr/>
          <a:lstStyle/>
          <a:p>
            <a:r>
              <a:rPr lang="en-US" dirty="0"/>
              <a:t>Tutorial 2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596B4871-4508-C833-14B2-F17EDCA55E89}"/>
              </a:ext>
            </a:extLst>
          </p:cNvPr>
          <p:cNvGrpSpPr/>
          <p:nvPr/>
        </p:nvGrpSpPr>
        <p:grpSpPr>
          <a:xfrm>
            <a:off x="1144574" y="1688010"/>
            <a:ext cx="3868712" cy="3886690"/>
            <a:chOff x="3081528" y="1265223"/>
            <a:chExt cx="3868712" cy="388669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CF671BA-D6D5-680D-011E-3329A45AA0B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40598" y="28473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5015075D-4DBE-7D2D-83F4-DECBBBBD9A0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128742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1232562-1108-0203-264C-9E95115D141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207066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618647BD-A4C4-669E-77EE-B6B77A5BC53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0569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F5A12469-A24F-3601-5B29-F39B941EF70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205401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1035DEFA-6181-20F0-4F29-B45E4923B8F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12848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CBAA17DE-07F0-F734-7651-3FDD990A17F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126913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AECBADAF-413C-6121-4E4F-F3FEFC2F4FE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20133" y="285391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E9494864-F942-C9EB-5913-2281612CC78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126522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8D7D4D37-A846-03DC-36C5-48FCF89C765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206870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E3B7375C-8B0F-8126-6759-92AD0A5EBBC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1063" y="28428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B0F01514-4599-E6B5-772F-98D1E2FE215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2060824"/>
              <a:ext cx="731520" cy="731520"/>
            </a:xfrm>
            <a:prstGeom prst="rect">
              <a:avLst/>
            </a:prstGeom>
            <a:noFill/>
            <a:ln w="38100">
              <a:noFill/>
            </a:ln>
            <a:effectLst>
              <a:softEdge rad="0"/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A672BA52-394E-995D-D2B7-B3234A893E0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363649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B8D88B13-521F-8CF4-7353-A59A520C6B6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422" y="363715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97512892-A595-2B15-944B-5DC1AB3255E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0124" y="363387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AEF989D6-B343-9FFA-DB2F-812AD43FEFF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9670" y="28526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36A2B4C7-D667-7961-AD65-D1647E6AB2D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5826" y="363159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35B8210B-5732-E5CD-74F6-1486A281E32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3632577"/>
              <a:ext cx="731520" cy="731520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4711302B-8899-8454-4DFF-527FAE0EBE2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988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8ACBCBD4-3ABD-5F53-CC35-D9B42524313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12743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B9E60D0F-DDBC-617F-C7F3-8AB957E1984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257" y="4420392"/>
              <a:ext cx="731520" cy="731520"/>
            </a:xfrm>
            <a:prstGeom prst="rect">
              <a:avLst/>
            </a:prstGeom>
            <a:ln w="38100">
              <a:solidFill>
                <a:srgbClr val="7030A0"/>
              </a:solidFill>
            </a:ln>
            <a:effectLst>
              <a:softEdge rad="0"/>
            </a:effectLst>
          </p:spPr>
        </p:pic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468892AB-3CC2-0070-C4F5-93DFD46F8D7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7526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B2C782F7-684C-135F-109A-20ABB11D798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3795" y="442039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4530EE33-409C-2350-44C4-3560E3D3BE1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24F191D9-C130-92CF-EAED-98DDDE09623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84476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</p:grpSp>
      <p:pic>
        <p:nvPicPr>
          <p:cNvPr id="60" name="Picture 59">
            <a:extLst>
              <a:ext uri="{FF2B5EF4-FFF2-40B4-BE49-F238E27FC236}">
                <a16:creationId xmlns:a16="http://schemas.microsoft.com/office/drawing/2014/main" id="{8DA93A25-77F1-E235-BCC0-460B2582843A}"/>
              </a:ext>
            </a:extLst>
          </p:cNvPr>
          <p:cNvPicPr preferRelativeResize="0"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7518" y="1630459"/>
            <a:ext cx="731520" cy="731520"/>
          </a:xfrm>
          <a:prstGeom prst="rect">
            <a:avLst/>
          </a:prstGeom>
          <a:ln w="38100">
            <a:solidFill>
              <a:srgbClr val="00B0F0"/>
            </a:solidFill>
          </a:ln>
          <a:effectLst>
            <a:softEdge rad="0"/>
          </a:effectLst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E2966D2A-185D-8712-FA41-F6A52C013EAF}"/>
              </a:ext>
            </a:extLst>
          </p:cNvPr>
          <p:cNvPicPr preferRelativeResize="0">
            <a:picLocks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9817" y="1636989"/>
            <a:ext cx="731520" cy="731520"/>
          </a:xfrm>
          <a:prstGeom prst="rect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  <a:effectLst>
            <a:softEdge rad="0"/>
          </a:effectLst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E764CE4E-740B-3A13-0D1E-07A4C69E812C}"/>
              </a:ext>
            </a:extLst>
          </p:cNvPr>
          <p:cNvPicPr preferRelativeResize="0">
            <a:picLocks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2116" y="1643519"/>
            <a:ext cx="731520" cy="731520"/>
          </a:xfrm>
          <a:prstGeom prst="rect">
            <a:avLst/>
          </a:prstGeom>
          <a:ln w="38100">
            <a:solidFill>
              <a:srgbClr val="7030A0"/>
            </a:solidFill>
          </a:ln>
          <a:effectLst>
            <a:softEdge rad="0"/>
          </a:effectLst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9C62E715-046B-F673-726F-AC24707D8042}"/>
              </a:ext>
            </a:extLst>
          </p:cNvPr>
          <p:cNvPicPr preferRelativeResize="0">
            <a:picLocks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4415" y="1636989"/>
            <a:ext cx="731520" cy="731520"/>
          </a:xfrm>
          <a:prstGeom prst="rect">
            <a:avLst/>
          </a:prstGeom>
          <a:ln w="38100">
            <a:noFill/>
          </a:ln>
          <a:effectLst>
            <a:softEdge rad="0"/>
          </a:effectLst>
        </p:spPr>
      </p:pic>
      <p:sp>
        <p:nvSpPr>
          <p:cNvPr id="64" name="Subtitle 2">
            <a:extLst>
              <a:ext uri="{FF2B5EF4-FFF2-40B4-BE49-F238E27FC236}">
                <a16:creationId xmlns:a16="http://schemas.microsoft.com/office/drawing/2014/main" id="{FBD2F4F5-A930-213F-582A-CCBE88902008}"/>
              </a:ext>
            </a:extLst>
          </p:cNvPr>
          <p:cNvSpPr txBox="1">
            <a:spLocks/>
          </p:cNvSpPr>
          <p:nvPr/>
        </p:nvSpPr>
        <p:spPr>
          <a:xfrm>
            <a:off x="5042249" y="2687007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Direction:</a:t>
            </a:r>
          </a:p>
          <a:p>
            <a:endParaRPr lang="en-US" dirty="0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698EBA0A-E070-C33F-235F-5A2470E48032}"/>
              </a:ext>
            </a:extLst>
          </p:cNvPr>
          <p:cNvGrpSpPr/>
          <p:nvPr/>
        </p:nvGrpSpPr>
        <p:grpSpPr>
          <a:xfrm>
            <a:off x="5693810" y="3223926"/>
            <a:ext cx="3303079" cy="1198835"/>
            <a:chOff x="6159969" y="4368286"/>
            <a:chExt cx="3303079" cy="1198835"/>
          </a:xfrm>
        </p:grpSpPr>
        <p:pic>
          <p:nvPicPr>
            <p:cNvPr id="66" name="Graphic 65" descr="Arrow Up with solid fill">
              <a:extLst>
                <a:ext uri="{FF2B5EF4-FFF2-40B4-BE49-F238E27FC236}">
                  <a16:creationId xmlns:a16="http://schemas.microsoft.com/office/drawing/2014/main" id="{46677695-460D-C3B9-F28F-C2AD127F15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 rot="2638818">
              <a:off x="6251409" y="4368286"/>
              <a:ext cx="548640" cy="548640"/>
            </a:xfrm>
            <a:prstGeom prst="rect">
              <a:avLst/>
            </a:prstGeom>
          </p:spPr>
        </p:pic>
        <p:pic>
          <p:nvPicPr>
            <p:cNvPr id="68" name="Graphic 67" descr="Arrow Down with solid fill">
              <a:extLst>
                <a:ext uri="{FF2B5EF4-FFF2-40B4-BE49-F238E27FC236}">
                  <a16:creationId xmlns:a16="http://schemas.microsoft.com/office/drawing/2014/main" id="{7FF75F86-103C-41B6-98CD-E597E26684A0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 rot="7907625">
              <a:off x="7103708" y="4376905"/>
              <a:ext cx="548640" cy="548640"/>
            </a:xfrm>
            <a:prstGeom prst="rect">
              <a:avLst/>
            </a:prstGeom>
          </p:spPr>
        </p:pic>
        <p:pic>
          <p:nvPicPr>
            <p:cNvPr id="70" name="Graphic 69" descr="Arrow Right with solid fill">
              <a:extLst>
                <a:ext uri="{FF2B5EF4-FFF2-40B4-BE49-F238E27FC236}">
                  <a16:creationId xmlns:a16="http://schemas.microsoft.com/office/drawing/2014/main" id="{42CFCA4A-7346-1F0A-4A17-CA2D3AB8BD9E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 rot="2717419">
              <a:off x="7974128" y="4376905"/>
              <a:ext cx="548640" cy="548640"/>
            </a:xfrm>
            <a:prstGeom prst="rect">
              <a:avLst/>
            </a:prstGeom>
          </p:spPr>
        </p:pic>
        <p:pic>
          <p:nvPicPr>
            <p:cNvPr id="71" name="Graphic 70" descr="Arrow Right with solid fill">
              <a:extLst>
                <a:ext uri="{FF2B5EF4-FFF2-40B4-BE49-F238E27FC236}">
                  <a16:creationId xmlns:a16="http://schemas.microsoft.com/office/drawing/2014/main" id="{4A79F21D-0083-0B99-05F0-C2B35B1D1B43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 rot="8031615">
              <a:off x="8808306" y="4376905"/>
              <a:ext cx="548640" cy="548640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50C41423-87F3-5C49-6CF1-65491B788EB1}"/>
                </a:ext>
              </a:extLst>
            </p:cNvPr>
            <p:cNvSpPr txBox="1"/>
            <p:nvPr/>
          </p:nvSpPr>
          <p:spPr>
            <a:xfrm rot="16200000">
              <a:off x="6156397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Northeast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623FC14F-FC8F-362E-85F7-5B1DFC518CAA}"/>
                </a:ext>
              </a:extLst>
            </p:cNvPr>
            <p:cNvSpPr txBox="1"/>
            <p:nvPr/>
          </p:nvSpPr>
          <p:spPr>
            <a:xfrm rot="16200000">
              <a:off x="7008696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Northwest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1DE59F91-E513-0AE8-6CA3-B520D500FDA3}"/>
                </a:ext>
              </a:extLst>
            </p:cNvPr>
            <p:cNvSpPr txBox="1"/>
            <p:nvPr/>
          </p:nvSpPr>
          <p:spPr>
            <a:xfrm rot="16200000">
              <a:off x="7879116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Southeast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6F508938-B1C3-1EFA-70F0-952C209AC68D}"/>
                </a:ext>
              </a:extLst>
            </p:cNvPr>
            <p:cNvSpPr txBox="1"/>
            <p:nvPr/>
          </p:nvSpPr>
          <p:spPr>
            <a:xfrm rot="16200000">
              <a:off x="8727956" y="4822606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Southwest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32782E90-4FD3-6489-3526-9E75D0B81A85}"/>
              </a:ext>
            </a:extLst>
          </p:cNvPr>
          <p:cNvSpPr txBox="1"/>
          <p:nvPr/>
        </p:nvSpPr>
        <p:spPr>
          <a:xfrm>
            <a:off x="2597474" y="1090804"/>
            <a:ext cx="12452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Step 3:</a:t>
            </a:r>
          </a:p>
        </p:txBody>
      </p:sp>
      <p:pic>
        <p:nvPicPr>
          <p:cNvPr id="14" name="Graphic 13" descr="Arrow Up with solid fill">
            <a:extLst>
              <a:ext uri="{FF2B5EF4-FFF2-40B4-BE49-F238E27FC236}">
                <a16:creationId xmlns:a16="http://schemas.microsoft.com/office/drawing/2014/main" id="{3C5FC84B-57AC-8791-41C7-2C9BD7B1ABFC}"/>
              </a:ext>
            </a:extLst>
          </p:cNvPr>
          <p:cNvPicPr>
            <a:picLocks noChangeAspect="1"/>
          </p:cNvPicPr>
          <p:nvPr/>
        </p:nvPicPr>
        <p:blipFill>
          <a:blip r:embed="rId35"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 rot="8048343">
            <a:off x="2438283" y="4552054"/>
            <a:ext cx="548640" cy="54864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7CA3CD3-352F-07CC-D353-9AF86472B6AA}"/>
              </a:ext>
            </a:extLst>
          </p:cNvPr>
          <p:cNvPicPr preferRelativeResize="0">
            <a:picLocks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0240" y="5025533"/>
            <a:ext cx="731520" cy="731520"/>
          </a:xfrm>
          <a:prstGeom prst="rect">
            <a:avLst/>
          </a:prstGeom>
          <a:noFill/>
          <a:ln w="38100">
            <a:solidFill>
              <a:srgbClr val="00B0F0"/>
            </a:solidFill>
          </a:ln>
          <a:effectLst>
            <a:softEdge rad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B21AD15-253F-0B1F-660A-C984443D1D3D}"/>
              </a:ext>
            </a:extLst>
          </p:cNvPr>
          <p:cNvPicPr preferRelativeResize="0">
            <a:picLocks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6182" y="5025533"/>
            <a:ext cx="731520" cy="731520"/>
          </a:xfrm>
          <a:prstGeom prst="rect">
            <a:avLst/>
          </a:prstGeom>
          <a:noFill/>
          <a:ln w="38100">
            <a:solidFill>
              <a:schemeClr val="accent5">
                <a:lumMod val="60000"/>
                <a:lumOff val="40000"/>
              </a:schemeClr>
            </a:solidFill>
          </a:ln>
          <a:effectLst>
            <a:softEdge rad="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3900801-0B88-28D7-193E-051BB7BD85BE}"/>
              </a:ext>
            </a:extLst>
          </p:cNvPr>
          <p:cNvSpPr txBox="1"/>
          <p:nvPr/>
        </p:nvSpPr>
        <p:spPr>
          <a:xfrm>
            <a:off x="1844731" y="4467348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800080"/>
                </a:highlight>
              </a:rPr>
              <a:t>*RP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CEDC79-F388-2E4C-A8D5-0FE38A2C4647}"/>
              </a:ext>
            </a:extLst>
          </p:cNvPr>
          <p:cNvSpPr txBox="1"/>
          <p:nvPr/>
        </p:nvSpPr>
        <p:spPr>
          <a:xfrm>
            <a:off x="2606725" y="5281762"/>
            <a:ext cx="628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800080"/>
                </a:highlight>
              </a:rPr>
              <a:t>*PW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A4EE8FC-3252-14E0-6258-4B143D41C7EA}"/>
              </a:ext>
            </a:extLst>
          </p:cNvPr>
          <p:cNvSpPr txBox="1">
            <a:spLocks/>
          </p:cNvSpPr>
          <p:nvPr/>
        </p:nvSpPr>
        <p:spPr>
          <a:xfrm>
            <a:off x="5351756" y="1089753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Password (*RP):</a:t>
            </a:r>
          </a:p>
          <a:p>
            <a:endParaRPr lang="en-US" dirty="0"/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118E8500-5676-32BF-236C-3DF0AEBF3238}"/>
              </a:ext>
            </a:extLst>
          </p:cNvPr>
          <p:cNvSpPr txBox="1">
            <a:spLocks/>
          </p:cNvSpPr>
          <p:nvPr/>
        </p:nvSpPr>
        <p:spPr>
          <a:xfrm>
            <a:off x="5474655" y="4522464"/>
            <a:ext cx="4391829" cy="5982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Password Need To Click (*PW):</a:t>
            </a:r>
          </a:p>
        </p:txBody>
      </p:sp>
    </p:spTree>
    <p:extLst>
      <p:ext uri="{BB962C8B-B14F-4D97-AF65-F5344CB8AC3E}">
        <p14:creationId xmlns:p14="http://schemas.microsoft.com/office/powerpoint/2010/main" val="3024167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4B8E9B-23A9-3D63-A71B-9F7E984278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0A9C892-A749-A70E-2D18-382FF23F0B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3698" y="334802"/>
            <a:ext cx="9144000" cy="598257"/>
          </a:xfrm>
        </p:spPr>
        <p:txBody>
          <a:bodyPr/>
          <a:lstStyle/>
          <a:p>
            <a:r>
              <a:rPr lang="en-US" dirty="0"/>
              <a:t>Tutorial 2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8C87D2B5-8391-E3E4-083B-9940FD3D3736}"/>
              </a:ext>
            </a:extLst>
          </p:cNvPr>
          <p:cNvGrpSpPr/>
          <p:nvPr/>
        </p:nvGrpSpPr>
        <p:grpSpPr>
          <a:xfrm>
            <a:off x="1144574" y="1688010"/>
            <a:ext cx="3868712" cy="3886690"/>
            <a:chOff x="3081528" y="1265223"/>
            <a:chExt cx="3868712" cy="388669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C737872-0F41-D772-E327-39CBB17B31F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40598" y="28473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CBBF70CF-8114-973A-7818-597C88689B2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128742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EC3D031-2FC8-B611-D039-918ABC62382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207066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F693FAF9-AA94-910B-11D0-F1D72D7CFA3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0569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3F504A5A-B2B2-DC52-662C-59B3EEE9AE9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205401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1A1002C0-590F-5E63-27FA-D0DF7335E7C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12848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20F3F1F7-D989-A6E8-71CA-2295C709338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126913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71E371F2-284D-3AFE-FFA3-977D0FAA662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20133" y="285391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B8824684-EC60-89D8-D78A-5D1DC7BD8C0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126522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4758CD10-C035-AFD6-3106-E368C3934D7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206870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8ED25922-7307-7DCB-5538-2F70966972D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1063" y="28428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779CE223-7AD3-249E-F882-6B1CA71006C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2060824"/>
              <a:ext cx="731520" cy="731520"/>
            </a:xfrm>
            <a:prstGeom prst="rect">
              <a:avLst/>
            </a:prstGeom>
            <a:noFill/>
            <a:ln w="38100">
              <a:noFill/>
            </a:ln>
            <a:effectLst>
              <a:softEdge rad="0"/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EAE1B2F5-DFA4-6CB9-2241-F2DB67828E7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363649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5B00AA37-5E83-6241-DE5C-9265B440E76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422" y="363715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2C890E01-7C8A-F801-B98C-F8007F48C40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0124" y="363387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A4E6F294-1F7B-EE84-8F13-8C76B054EF4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9670" y="28526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808FCB9D-224F-5625-0816-33012DAA144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5826" y="363159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D4B6C7A4-FA22-C709-D289-7C739152302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3632577"/>
              <a:ext cx="731520" cy="731520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FE5BD97F-B38B-84EE-0E0A-3864CB80129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988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30E91688-B8E2-B8ED-5130-6EEB8E81C7B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12743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ACBE100E-5F68-89AF-78EC-9BEA0ACA1AE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257" y="4420392"/>
              <a:ext cx="731520" cy="731520"/>
            </a:xfrm>
            <a:prstGeom prst="rect">
              <a:avLst/>
            </a:prstGeom>
            <a:ln w="38100">
              <a:solidFill>
                <a:srgbClr val="7030A0"/>
              </a:solidFill>
            </a:ln>
            <a:effectLst>
              <a:softEdge rad="0"/>
            </a:effectLst>
          </p:spPr>
        </p:pic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48BE1962-01D0-BB89-106C-91BC5395872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7526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B9BCE37C-85A7-84E8-C88D-F9E96AABDEC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3795" y="442039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5FEB6DD9-F5AB-05D2-8500-872F008F701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87425B1B-6762-9896-C050-7B07C13DB20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84476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</p:grpSp>
      <p:pic>
        <p:nvPicPr>
          <p:cNvPr id="60" name="Picture 59">
            <a:extLst>
              <a:ext uri="{FF2B5EF4-FFF2-40B4-BE49-F238E27FC236}">
                <a16:creationId xmlns:a16="http://schemas.microsoft.com/office/drawing/2014/main" id="{1F666C14-6474-F069-45EA-8064B17E99BA}"/>
              </a:ext>
            </a:extLst>
          </p:cNvPr>
          <p:cNvPicPr preferRelativeResize="0"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7518" y="1630459"/>
            <a:ext cx="731520" cy="731520"/>
          </a:xfrm>
          <a:prstGeom prst="rect">
            <a:avLst/>
          </a:prstGeom>
          <a:ln w="38100">
            <a:solidFill>
              <a:srgbClr val="00B0F0"/>
            </a:solidFill>
          </a:ln>
          <a:effectLst>
            <a:softEdge rad="0"/>
          </a:effectLst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97B19B70-1D2F-5085-515E-0AD6BFF73D4C}"/>
              </a:ext>
            </a:extLst>
          </p:cNvPr>
          <p:cNvPicPr preferRelativeResize="0">
            <a:picLocks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9817" y="1636989"/>
            <a:ext cx="731520" cy="731520"/>
          </a:xfrm>
          <a:prstGeom prst="rect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  <a:effectLst>
            <a:softEdge rad="0"/>
          </a:effectLst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511DA4A5-71A4-6E1A-EF00-24258A9BC9F3}"/>
              </a:ext>
            </a:extLst>
          </p:cNvPr>
          <p:cNvPicPr preferRelativeResize="0">
            <a:picLocks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2116" y="1643519"/>
            <a:ext cx="731520" cy="731520"/>
          </a:xfrm>
          <a:prstGeom prst="rect">
            <a:avLst/>
          </a:prstGeom>
          <a:ln w="38100">
            <a:solidFill>
              <a:srgbClr val="7030A0"/>
            </a:solidFill>
          </a:ln>
          <a:effectLst>
            <a:softEdge rad="0"/>
          </a:effectLst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9F0D9A89-5038-6F18-A6F1-B4D40BB6BC7F}"/>
              </a:ext>
            </a:extLst>
          </p:cNvPr>
          <p:cNvPicPr preferRelativeResize="0">
            <a:picLocks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4415" y="1636989"/>
            <a:ext cx="731520" cy="731520"/>
          </a:xfrm>
          <a:prstGeom prst="rect">
            <a:avLst/>
          </a:prstGeom>
          <a:ln w="38100">
            <a:noFill/>
          </a:ln>
          <a:effectLst>
            <a:softEdge rad="0"/>
          </a:effectLst>
        </p:spPr>
      </p:pic>
      <p:sp>
        <p:nvSpPr>
          <p:cNvPr id="64" name="Subtitle 2">
            <a:extLst>
              <a:ext uri="{FF2B5EF4-FFF2-40B4-BE49-F238E27FC236}">
                <a16:creationId xmlns:a16="http://schemas.microsoft.com/office/drawing/2014/main" id="{DCA97EF2-4772-0D15-583E-0EA633555E74}"/>
              </a:ext>
            </a:extLst>
          </p:cNvPr>
          <p:cNvSpPr txBox="1">
            <a:spLocks/>
          </p:cNvSpPr>
          <p:nvPr/>
        </p:nvSpPr>
        <p:spPr>
          <a:xfrm>
            <a:off x="5042249" y="2687007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Direction:</a:t>
            </a:r>
          </a:p>
          <a:p>
            <a:endParaRPr lang="en-US" dirty="0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89B17E36-BB23-3755-5094-3E589A278B18}"/>
              </a:ext>
            </a:extLst>
          </p:cNvPr>
          <p:cNvGrpSpPr/>
          <p:nvPr/>
        </p:nvGrpSpPr>
        <p:grpSpPr>
          <a:xfrm>
            <a:off x="5693810" y="3223926"/>
            <a:ext cx="3303079" cy="1198835"/>
            <a:chOff x="6159969" y="4368286"/>
            <a:chExt cx="3303079" cy="1198835"/>
          </a:xfrm>
        </p:grpSpPr>
        <p:pic>
          <p:nvPicPr>
            <p:cNvPr id="66" name="Graphic 65" descr="Arrow Up with solid fill">
              <a:extLst>
                <a:ext uri="{FF2B5EF4-FFF2-40B4-BE49-F238E27FC236}">
                  <a16:creationId xmlns:a16="http://schemas.microsoft.com/office/drawing/2014/main" id="{E4CCFBCC-E550-22C6-7C7F-2BB459FDE2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 rot="2638818">
              <a:off x="6251409" y="4368286"/>
              <a:ext cx="548640" cy="548640"/>
            </a:xfrm>
            <a:prstGeom prst="rect">
              <a:avLst/>
            </a:prstGeom>
          </p:spPr>
        </p:pic>
        <p:pic>
          <p:nvPicPr>
            <p:cNvPr id="68" name="Graphic 67" descr="Arrow Down with solid fill">
              <a:extLst>
                <a:ext uri="{FF2B5EF4-FFF2-40B4-BE49-F238E27FC236}">
                  <a16:creationId xmlns:a16="http://schemas.microsoft.com/office/drawing/2014/main" id="{B14CBB14-5172-BF88-4FFC-04D25460A9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 rot="7907625">
              <a:off x="7103708" y="4376905"/>
              <a:ext cx="548640" cy="548640"/>
            </a:xfrm>
            <a:prstGeom prst="rect">
              <a:avLst/>
            </a:prstGeom>
          </p:spPr>
        </p:pic>
        <p:pic>
          <p:nvPicPr>
            <p:cNvPr id="70" name="Graphic 69" descr="Arrow Right with solid fill">
              <a:extLst>
                <a:ext uri="{FF2B5EF4-FFF2-40B4-BE49-F238E27FC236}">
                  <a16:creationId xmlns:a16="http://schemas.microsoft.com/office/drawing/2014/main" id="{C6F7B8B5-8B9E-664D-09E2-3C6B8DCBA604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 rot="2717419">
              <a:off x="7974128" y="4376905"/>
              <a:ext cx="548640" cy="548640"/>
            </a:xfrm>
            <a:prstGeom prst="rect">
              <a:avLst/>
            </a:prstGeom>
          </p:spPr>
        </p:pic>
        <p:pic>
          <p:nvPicPr>
            <p:cNvPr id="71" name="Graphic 70" descr="Arrow Right with solid fill">
              <a:extLst>
                <a:ext uri="{FF2B5EF4-FFF2-40B4-BE49-F238E27FC236}">
                  <a16:creationId xmlns:a16="http://schemas.microsoft.com/office/drawing/2014/main" id="{E0027A66-35DF-2E0A-12A1-0FB9610FE867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 rot="8031615">
              <a:off x="8808306" y="4376905"/>
              <a:ext cx="548640" cy="548640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D316A80A-94A2-5C92-3B7A-7AC9E1AA7645}"/>
                </a:ext>
              </a:extLst>
            </p:cNvPr>
            <p:cNvSpPr txBox="1"/>
            <p:nvPr/>
          </p:nvSpPr>
          <p:spPr>
            <a:xfrm rot="16200000">
              <a:off x="6156397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Northeast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8A66CDD1-BC4B-B855-F5DF-AA9B31539DE0}"/>
                </a:ext>
              </a:extLst>
            </p:cNvPr>
            <p:cNvSpPr txBox="1"/>
            <p:nvPr/>
          </p:nvSpPr>
          <p:spPr>
            <a:xfrm rot="16200000">
              <a:off x="7008696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Northwest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7EAB027-5802-94A4-1C83-FC3002878AC3}"/>
                </a:ext>
              </a:extLst>
            </p:cNvPr>
            <p:cNvSpPr txBox="1"/>
            <p:nvPr/>
          </p:nvSpPr>
          <p:spPr>
            <a:xfrm rot="16200000">
              <a:off x="7879116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Southeast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7A3DF2C1-3498-5A12-1F6E-FDD2F781F3FE}"/>
                </a:ext>
              </a:extLst>
            </p:cNvPr>
            <p:cNvSpPr txBox="1"/>
            <p:nvPr/>
          </p:nvSpPr>
          <p:spPr>
            <a:xfrm rot="16200000">
              <a:off x="8727956" y="4822606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Southwest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BE639CC5-9CD2-7D3A-D5B1-0AC9432C6DAE}"/>
              </a:ext>
            </a:extLst>
          </p:cNvPr>
          <p:cNvSpPr txBox="1"/>
          <p:nvPr/>
        </p:nvSpPr>
        <p:spPr>
          <a:xfrm>
            <a:off x="2597474" y="1090804"/>
            <a:ext cx="12452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Step 3:</a:t>
            </a:r>
          </a:p>
        </p:txBody>
      </p:sp>
      <p:pic>
        <p:nvPicPr>
          <p:cNvPr id="14" name="Graphic 13" descr="Arrow Up with solid fill">
            <a:extLst>
              <a:ext uri="{FF2B5EF4-FFF2-40B4-BE49-F238E27FC236}">
                <a16:creationId xmlns:a16="http://schemas.microsoft.com/office/drawing/2014/main" id="{B87DB154-4945-02B0-0FB1-83CB0D7A1ED4}"/>
              </a:ext>
            </a:extLst>
          </p:cNvPr>
          <p:cNvPicPr>
            <a:picLocks noChangeAspect="1"/>
          </p:cNvPicPr>
          <p:nvPr/>
        </p:nvPicPr>
        <p:blipFill>
          <a:blip r:embed="rId35"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 rot="8048343">
            <a:off x="2438283" y="4552054"/>
            <a:ext cx="548640" cy="54864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2795CD1-F439-8404-EC0D-70093D3E8167}"/>
              </a:ext>
            </a:extLst>
          </p:cNvPr>
          <p:cNvPicPr preferRelativeResize="0">
            <a:picLocks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0240" y="5025533"/>
            <a:ext cx="731520" cy="731520"/>
          </a:xfrm>
          <a:prstGeom prst="rect">
            <a:avLst/>
          </a:prstGeom>
          <a:noFill/>
          <a:ln w="38100">
            <a:solidFill>
              <a:srgbClr val="00B0F0"/>
            </a:solidFill>
          </a:ln>
          <a:effectLst>
            <a:softEdge rad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A5B697B-6441-0B00-0D37-13BD08B53C0A}"/>
              </a:ext>
            </a:extLst>
          </p:cNvPr>
          <p:cNvPicPr preferRelativeResize="0">
            <a:picLocks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6182" y="5025533"/>
            <a:ext cx="731520" cy="731520"/>
          </a:xfrm>
          <a:prstGeom prst="rect">
            <a:avLst/>
          </a:prstGeom>
          <a:noFill/>
          <a:ln w="38100">
            <a:solidFill>
              <a:schemeClr val="accent5">
                <a:lumMod val="60000"/>
                <a:lumOff val="40000"/>
              </a:schemeClr>
            </a:solidFill>
          </a:ln>
          <a:effectLst>
            <a:softEdge rad="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DEF70BF-1CF7-C32B-52F4-1D88BEE1317A}"/>
              </a:ext>
            </a:extLst>
          </p:cNvPr>
          <p:cNvPicPr preferRelativeResize="0">
            <a:picLocks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4215" y="5016857"/>
            <a:ext cx="731520" cy="731520"/>
          </a:xfrm>
          <a:prstGeom prst="rect">
            <a:avLst/>
          </a:prstGeom>
          <a:ln w="38100">
            <a:solidFill>
              <a:srgbClr val="7030A0"/>
            </a:solidFill>
          </a:ln>
          <a:effectLst>
            <a:softEdge rad="0"/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7B29BAF-D079-BF09-C77C-42CD44CDBEC1}"/>
              </a:ext>
            </a:extLst>
          </p:cNvPr>
          <p:cNvSpPr txBox="1"/>
          <p:nvPr/>
        </p:nvSpPr>
        <p:spPr>
          <a:xfrm>
            <a:off x="1844731" y="4467348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800080"/>
                </a:highlight>
              </a:rPr>
              <a:t>*RP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DF689B-76A8-6F6B-1FCD-755E17603E59}"/>
              </a:ext>
            </a:extLst>
          </p:cNvPr>
          <p:cNvSpPr txBox="1"/>
          <p:nvPr/>
        </p:nvSpPr>
        <p:spPr>
          <a:xfrm>
            <a:off x="2606725" y="5281762"/>
            <a:ext cx="628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800080"/>
                </a:highlight>
              </a:rPr>
              <a:t>*PW</a:t>
            </a:r>
          </a:p>
        </p:txBody>
      </p:sp>
      <p:sp>
        <p:nvSpPr>
          <p:cNvPr id="22" name="Subtitle 2">
            <a:extLst>
              <a:ext uri="{FF2B5EF4-FFF2-40B4-BE49-F238E27FC236}">
                <a16:creationId xmlns:a16="http://schemas.microsoft.com/office/drawing/2014/main" id="{E1F188F9-B251-A5C6-3258-6625FA35EB0E}"/>
              </a:ext>
            </a:extLst>
          </p:cNvPr>
          <p:cNvSpPr txBox="1">
            <a:spLocks/>
          </p:cNvSpPr>
          <p:nvPr/>
        </p:nvSpPr>
        <p:spPr>
          <a:xfrm>
            <a:off x="5351756" y="1089753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Password (*RP):</a:t>
            </a:r>
          </a:p>
          <a:p>
            <a:endParaRPr lang="en-US" dirty="0"/>
          </a:p>
        </p:txBody>
      </p:sp>
      <p:sp>
        <p:nvSpPr>
          <p:cNvPr id="24" name="Subtitle 2">
            <a:extLst>
              <a:ext uri="{FF2B5EF4-FFF2-40B4-BE49-F238E27FC236}">
                <a16:creationId xmlns:a16="http://schemas.microsoft.com/office/drawing/2014/main" id="{CB8FF91E-B677-70E1-BFAA-651D9C0E47DF}"/>
              </a:ext>
            </a:extLst>
          </p:cNvPr>
          <p:cNvSpPr txBox="1">
            <a:spLocks/>
          </p:cNvSpPr>
          <p:nvPr/>
        </p:nvSpPr>
        <p:spPr>
          <a:xfrm>
            <a:off x="5474655" y="4522464"/>
            <a:ext cx="4391829" cy="5982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Password Need To Click (*PW):</a:t>
            </a:r>
          </a:p>
        </p:txBody>
      </p:sp>
    </p:spTree>
    <p:extLst>
      <p:ext uri="{BB962C8B-B14F-4D97-AF65-F5344CB8AC3E}">
        <p14:creationId xmlns:p14="http://schemas.microsoft.com/office/powerpoint/2010/main" val="11770908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8C1B1-1BCF-760B-751B-0EF64DBBC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5B31A84-11C1-1C44-9B14-BC11EE0186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3698" y="334802"/>
            <a:ext cx="9144000" cy="598257"/>
          </a:xfrm>
        </p:spPr>
        <p:txBody>
          <a:bodyPr/>
          <a:lstStyle/>
          <a:p>
            <a:r>
              <a:rPr lang="en-US" dirty="0"/>
              <a:t>Tutorial 2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98D82968-335F-BB8F-B8B7-D68835C6B0F8}"/>
              </a:ext>
            </a:extLst>
          </p:cNvPr>
          <p:cNvGrpSpPr/>
          <p:nvPr/>
        </p:nvGrpSpPr>
        <p:grpSpPr>
          <a:xfrm>
            <a:off x="1144574" y="1688010"/>
            <a:ext cx="3868712" cy="3886690"/>
            <a:chOff x="3081528" y="1265223"/>
            <a:chExt cx="3868712" cy="388669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422493C-0DAC-0FFB-5676-CA584C9E123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40598" y="28473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E54BC57-6151-4944-82C6-F7F26EAA7E1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128742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14DB7FC-1FE2-31FD-8ACF-803B1E237D0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207066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60864E8F-42C6-06E2-EB12-8D596C1828D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0569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66C6D61E-FFC6-062F-24C9-E922F9D9430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205401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7CB373CE-BF6F-85C7-BBCF-5DB08D39F83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12848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F65E305B-E9EE-B419-0087-852CC9A0CB9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126913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F91FC32A-C424-4D5A-4F5E-9E95DC11F44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20133" y="285391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1A08F727-AB60-477F-4EC7-9B1285690A9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126522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F851CE4D-D2A5-702B-9C7C-8D2830358DC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206870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0ABE8B22-E25E-09E3-26F3-4A887B8A126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1063" y="28428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15E1E63B-307D-1292-A635-F9CD7E34192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2060824"/>
              <a:ext cx="731520" cy="731520"/>
            </a:xfrm>
            <a:prstGeom prst="rect">
              <a:avLst/>
            </a:prstGeom>
            <a:noFill/>
            <a:ln w="38100">
              <a:noFill/>
            </a:ln>
            <a:effectLst>
              <a:softEdge rad="0"/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ADEACC3C-6511-EF7B-C223-AF7BB097589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363649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66783299-74C8-0A43-463E-77BE0BA2146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422" y="363715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9F226E5D-5F84-44B3-984D-52F2396C09E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0124" y="363387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08A585F5-77B4-6FC9-8DC3-4C20DA90386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9670" y="28526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EBE7D9DD-69FD-1465-94B9-546320D87AB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5826" y="363159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FC11CCED-A73F-C376-9FE3-EAC179CEF82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3632577"/>
              <a:ext cx="731520" cy="731520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2C4935C0-F81D-8FEC-3364-1314DBCC6EB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988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01F74971-0EE7-5396-293E-3C97CF54236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12743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8DB9F34D-A0D8-3C40-98D0-110561F881D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257" y="4420392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5BCB377D-3910-8FF9-C531-50963989149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7526" y="4420392"/>
              <a:ext cx="731520" cy="731520"/>
            </a:xfrm>
            <a:prstGeom prst="rect">
              <a:avLst/>
            </a:prstGeom>
            <a:ln w="38100">
              <a:solidFill>
                <a:schemeClr val="accent2">
                  <a:lumMod val="60000"/>
                  <a:lumOff val="40000"/>
                </a:schemeClr>
              </a:solidFill>
            </a:ln>
            <a:effectLst>
              <a:softEdge rad="0"/>
            </a:effec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BA6C8F9F-9812-D66C-25FE-68106B9CCC6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3795" y="442039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A26D44B8-8EFE-AE94-64E0-DB43D44A090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46B99B83-9083-02ED-B2C9-C4DBDEABDC0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84476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</p:grpSp>
      <p:pic>
        <p:nvPicPr>
          <p:cNvPr id="60" name="Picture 59">
            <a:extLst>
              <a:ext uri="{FF2B5EF4-FFF2-40B4-BE49-F238E27FC236}">
                <a16:creationId xmlns:a16="http://schemas.microsoft.com/office/drawing/2014/main" id="{E51B4AA4-1923-5B39-77B5-3E606E957108}"/>
              </a:ext>
            </a:extLst>
          </p:cNvPr>
          <p:cNvPicPr preferRelativeResize="0"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7518" y="1630459"/>
            <a:ext cx="731520" cy="731520"/>
          </a:xfrm>
          <a:prstGeom prst="rect">
            <a:avLst/>
          </a:prstGeom>
          <a:ln w="38100">
            <a:solidFill>
              <a:srgbClr val="00B0F0"/>
            </a:solidFill>
          </a:ln>
          <a:effectLst>
            <a:softEdge rad="0"/>
          </a:effectLst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7C71EEB9-682F-EAF0-8AD2-348252A6D7D9}"/>
              </a:ext>
            </a:extLst>
          </p:cNvPr>
          <p:cNvPicPr preferRelativeResize="0">
            <a:picLocks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9817" y="1636989"/>
            <a:ext cx="731520" cy="731520"/>
          </a:xfrm>
          <a:prstGeom prst="rect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  <a:effectLst>
            <a:softEdge rad="0"/>
          </a:effectLst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A9512DB8-AF33-875C-E6B4-6AA99437B879}"/>
              </a:ext>
            </a:extLst>
          </p:cNvPr>
          <p:cNvPicPr preferRelativeResize="0">
            <a:picLocks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2116" y="1643519"/>
            <a:ext cx="731520" cy="731520"/>
          </a:xfrm>
          <a:prstGeom prst="rect">
            <a:avLst/>
          </a:prstGeom>
          <a:ln w="38100">
            <a:solidFill>
              <a:srgbClr val="7030A0"/>
            </a:solidFill>
          </a:ln>
          <a:effectLst>
            <a:softEdge rad="0"/>
          </a:effectLst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044E615A-FA10-D74C-5571-CD02F9FAC48F}"/>
              </a:ext>
            </a:extLst>
          </p:cNvPr>
          <p:cNvPicPr preferRelativeResize="0">
            <a:picLocks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4415" y="1636989"/>
            <a:ext cx="731520" cy="731520"/>
          </a:xfrm>
          <a:prstGeom prst="rect">
            <a:avLst/>
          </a:prstGeom>
          <a:ln w="38100">
            <a:solidFill>
              <a:schemeClr val="accent2">
                <a:lumMod val="60000"/>
                <a:lumOff val="40000"/>
              </a:schemeClr>
            </a:solidFill>
          </a:ln>
          <a:effectLst>
            <a:softEdge rad="0"/>
          </a:effectLst>
        </p:spPr>
      </p:pic>
      <p:sp>
        <p:nvSpPr>
          <p:cNvPr id="64" name="Subtitle 2">
            <a:extLst>
              <a:ext uri="{FF2B5EF4-FFF2-40B4-BE49-F238E27FC236}">
                <a16:creationId xmlns:a16="http://schemas.microsoft.com/office/drawing/2014/main" id="{60FACF18-ECFE-E56E-2D44-3C404F608819}"/>
              </a:ext>
            </a:extLst>
          </p:cNvPr>
          <p:cNvSpPr txBox="1">
            <a:spLocks/>
          </p:cNvSpPr>
          <p:nvPr/>
        </p:nvSpPr>
        <p:spPr>
          <a:xfrm>
            <a:off x="5042249" y="2687007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Direction:</a:t>
            </a:r>
          </a:p>
          <a:p>
            <a:endParaRPr lang="en-US" dirty="0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97ECFA4E-BA0C-0462-D44B-7BE25318DC36}"/>
              </a:ext>
            </a:extLst>
          </p:cNvPr>
          <p:cNvGrpSpPr/>
          <p:nvPr/>
        </p:nvGrpSpPr>
        <p:grpSpPr>
          <a:xfrm>
            <a:off x="5693810" y="3223926"/>
            <a:ext cx="3303079" cy="1198835"/>
            <a:chOff x="6159969" y="4368286"/>
            <a:chExt cx="3303079" cy="1198835"/>
          </a:xfrm>
        </p:grpSpPr>
        <p:pic>
          <p:nvPicPr>
            <p:cNvPr id="66" name="Graphic 65" descr="Arrow Up with solid fill">
              <a:extLst>
                <a:ext uri="{FF2B5EF4-FFF2-40B4-BE49-F238E27FC236}">
                  <a16:creationId xmlns:a16="http://schemas.microsoft.com/office/drawing/2014/main" id="{657FF183-4F4A-4971-E8F8-0E4D2CB98435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 rot="2638818">
              <a:off x="6251409" y="4368286"/>
              <a:ext cx="548640" cy="548640"/>
            </a:xfrm>
            <a:prstGeom prst="rect">
              <a:avLst/>
            </a:prstGeom>
          </p:spPr>
        </p:pic>
        <p:pic>
          <p:nvPicPr>
            <p:cNvPr id="68" name="Graphic 67" descr="Arrow Down with solid fill">
              <a:extLst>
                <a:ext uri="{FF2B5EF4-FFF2-40B4-BE49-F238E27FC236}">
                  <a16:creationId xmlns:a16="http://schemas.microsoft.com/office/drawing/2014/main" id="{149CE9CD-23B3-8A70-B39F-9F0A84F0BC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 rot="7907625">
              <a:off x="7103708" y="4376905"/>
              <a:ext cx="548640" cy="548640"/>
            </a:xfrm>
            <a:prstGeom prst="rect">
              <a:avLst/>
            </a:prstGeom>
          </p:spPr>
        </p:pic>
        <p:pic>
          <p:nvPicPr>
            <p:cNvPr id="70" name="Graphic 69" descr="Arrow Right with solid fill">
              <a:extLst>
                <a:ext uri="{FF2B5EF4-FFF2-40B4-BE49-F238E27FC236}">
                  <a16:creationId xmlns:a16="http://schemas.microsoft.com/office/drawing/2014/main" id="{6E16DF73-100A-F616-DFBE-FF3BD7BBE5FB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 rot="2717419">
              <a:off x="7974128" y="4376905"/>
              <a:ext cx="548640" cy="548640"/>
            </a:xfrm>
            <a:prstGeom prst="rect">
              <a:avLst/>
            </a:prstGeom>
          </p:spPr>
        </p:pic>
        <p:pic>
          <p:nvPicPr>
            <p:cNvPr id="71" name="Graphic 70" descr="Arrow Right with solid fill">
              <a:extLst>
                <a:ext uri="{FF2B5EF4-FFF2-40B4-BE49-F238E27FC236}">
                  <a16:creationId xmlns:a16="http://schemas.microsoft.com/office/drawing/2014/main" id="{AE3DA9F5-3D1F-7396-195D-F0FA3DDAC7EB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 rot="8031615">
              <a:off x="8808306" y="4376905"/>
              <a:ext cx="548640" cy="548640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07FF10D1-2D7E-0A31-625B-FEDD0F8268D4}"/>
                </a:ext>
              </a:extLst>
            </p:cNvPr>
            <p:cNvSpPr txBox="1"/>
            <p:nvPr/>
          </p:nvSpPr>
          <p:spPr>
            <a:xfrm rot="16200000">
              <a:off x="6156397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Northeast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FBF7012A-8F26-801A-83D2-66FB4A9364CA}"/>
                </a:ext>
              </a:extLst>
            </p:cNvPr>
            <p:cNvSpPr txBox="1"/>
            <p:nvPr/>
          </p:nvSpPr>
          <p:spPr>
            <a:xfrm rot="16200000">
              <a:off x="7008696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Northwest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7062810E-5A7F-E606-E5EA-1547B675B589}"/>
                </a:ext>
              </a:extLst>
            </p:cNvPr>
            <p:cNvSpPr txBox="1"/>
            <p:nvPr/>
          </p:nvSpPr>
          <p:spPr>
            <a:xfrm rot="16200000">
              <a:off x="7879116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Southeast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1FE3708E-7C9B-DCD8-3A89-CAF39DAFF8D7}"/>
                </a:ext>
              </a:extLst>
            </p:cNvPr>
            <p:cNvSpPr txBox="1"/>
            <p:nvPr/>
          </p:nvSpPr>
          <p:spPr>
            <a:xfrm rot="16200000">
              <a:off x="8727956" y="4822606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Southwest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61B5C070-41A0-B89E-F197-C225DAE16C85}"/>
              </a:ext>
            </a:extLst>
          </p:cNvPr>
          <p:cNvSpPr txBox="1"/>
          <p:nvPr/>
        </p:nvSpPr>
        <p:spPr>
          <a:xfrm>
            <a:off x="2597474" y="1090804"/>
            <a:ext cx="12452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Step 4:</a:t>
            </a:r>
          </a:p>
        </p:txBody>
      </p:sp>
      <p:pic>
        <p:nvPicPr>
          <p:cNvPr id="14" name="Graphic 13" descr="Arrow Up with solid fill">
            <a:extLst>
              <a:ext uri="{FF2B5EF4-FFF2-40B4-BE49-F238E27FC236}">
                <a16:creationId xmlns:a16="http://schemas.microsoft.com/office/drawing/2014/main" id="{097499DE-873D-CBD6-BC17-3AE0D2389E94}"/>
              </a:ext>
            </a:extLst>
          </p:cNvPr>
          <p:cNvPicPr>
            <a:picLocks noChangeAspect="1"/>
          </p:cNvPicPr>
          <p:nvPr/>
        </p:nvPicPr>
        <p:blipFill>
          <a:blip r:embed="rId35"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 rot="13271051">
            <a:off x="2438283" y="4552054"/>
            <a:ext cx="548640" cy="54864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91B06FA-DD50-7342-C600-BB0E485F1F07}"/>
              </a:ext>
            </a:extLst>
          </p:cNvPr>
          <p:cNvPicPr preferRelativeResize="0">
            <a:picLocks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0240" y="5025533"/>
            <a:ext cx="731520" cy="731520"/>
          </a:xfrm>
          <a:prstGeom prst="rect">
            <a:avLst/>
          </a:prstGeom>
          <a:noFill/>
          <a:ln w="38100">
            <a:solidFill>
              <a:srgbClr val="00B0F0"/>
            </a:solidFill>
          </a:ln>
          <a:effectLst>
            <a:softEdge rad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DE20386E-2FFE-F971-2573-60F8A5514D0C}"/>
              </a:ext>
            </a:extLst>
          </p:cNvPr>
          <p:cNvPicPr preferRelativeResize="0">
            <a:picLocks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6182" y="5025533"/>
            <a:ext cx="731520" cy="731520"/>
          </a:xfrm>
          <a:prstGeom prst="rect">
            <a:avLst/>
          </a:prstGeom>
          <a:noFill/>
          <a:ln w="38100">
            <a:solidFill>
              <a:schemeClr val="accent5">
                <a:lumMod val="60000"/>
                <a:lumOff val="40000"/>
              </a:schemeClr>
            </a:solidFill>
          </a:ln>
          <a:effectLst>
            <a:softEdge rad="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1669BB1-846D-A75B-BEE6-7A3CFC7577BC}"/>
              </a:ext>
            </a:extLst>
          </p:cNvPr>
          <p:cNvPicPr preferRelativeResize="0">
            <a:picLocks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4215" y="5016857"/>
            <a:ext cx="731520" cy="731520"/>
          </a:xfrm>
          <a:prstGeom prst="rect">
            <a:avLst/>
          </a:prstGeom>
          <a:ln w="38100">
            <a:solidFill>
              <a:srgbClr val="7030A0"/>
            </a:solidFill>
          </a:ln>
          <a:effectLst>
            <a:softEdge rad="0"/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785179D-6011-C26A-E5AB-57E7ED0255B4}"/>
              </a:ext>
            </a:extLst>
          </p:cNvPr>
          <p:cNvSpPr txBox="1"/>
          <p:nvPr/>
        </p:nvSpPr>
        <p:spPr>
          <a:xfrm>
            <a:off x="2947887" y="4467607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/>
                </a:highlight>
              </a:rPr>
              <a:t>*RP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EF262A-30D7-7069-AC70-D5911C786550}"/>
              </a:ext>
            </a:extLst>
          </p:cNvPr>
          <p:cNvSpPr txBox="1"/>
          <p:nvPr/>
        </p:nvSpPr>
        <p:spPr>
          <a:xfrm>
            <a:off x="2137400" y="5262638"/>
            <a:ext cx="628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/>
                </a:highlight>
              </a:rPr>
              <a:t>*PW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038104D-EF6D-C621-1C58-8AAEE233A76E}"/>
              </a:ext>
            </a:extLst>
          </p:cNvPr>
          <p:cNvSpPr txBox="1">
            <a:spLocks/>
          </p:cNvSpPr>
          <p:nvPr/>
        </p:nvSpPr>
        <p:spPr>
          <a:xfrm>
            <a:off x="5474655" y="4522464"/>
            <a:ext cx="4391829" cy="5982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Password Need To Click (*PW):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BE6496ED-FE54-2DB0-CDBA-5B6EC20F3AFE}"/>
              </a:ext>
            </a:extLst>
          </p:cNvPr>
          <p:cNvSpPr txBox="1">
            <a:spLocks/>
          </p:cNvSpPr>
          <p:nvPr/>
        </p:nvSpPr>
        <p:spPr>
          <a:xfrm>
            <a:off x="5351756" y="1089753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Password (*RP):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50851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E0636-CF06-A7BB-CB32-F3D0E5152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AE59095-E1BC-CDF3-B64F-1FE224DAF5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3698" y="334802"/>
            <a:ext cx="9144000" cy="598257"/>
          </a:xfrm>
        </p:spPr>
        <p:txBody>
          <a:bodyPr/>
          <a:lstStyle/>
          <a:p>
            <a:r>
              <a:rPr lang="en-US" dirty="0"/>
              <a:t>Tutorial 2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2F51A80A-1999-7A2F-01F7-E21E494EB69E}"/>
              </a:ext>
            </a:extLst>
          </p:cNvPr>
          <p:cNvGrpSpPr/>
          <p:nvPr/>
        </p:nvGrpSpPr>
        <p:grpSpPr>
          <a:xfrm>
            <a:off x="1144574" y="1688010"/>
            <a:ext cx="3868712" cy="3886690"/>
            <a:chOff x="3081528" y="1265223"/>
            <a:chExt cx="3868712" cy="388669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75C886D-71BB-81AC-176A-F77186396C4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40598" y="28473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C4B8561-4802-AEDD-38BD-A5BE828D21B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128742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1FF70E91-E77C-03EC-264E-A0A4C015CAC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207066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4E5D798B-2448-C5B7-D718-45F47162C0D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0569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2D17AB60-73FC-2870-4AAE-1769F95808A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205401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3FA534A1-6B6C-2C35-19C3-126E5ADB162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12848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BB2A9205-4CB1-AE3C-A33D-83585347475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126913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D6520C98-0BAD-C731-C16B-596BBAFB032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20133" y="285391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7FAE4C75-4A72-125C-BE1B-4BA400FDD28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126522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90CA6B07-B708-D4D4-5C38-12FB144D246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206870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F51DF7EB-50F8-CA2F-9AAA-223001CCD37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1063" y="28428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1FAAEDE9-B02D-68EA-A42B-BE5B95E6298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2060824"/>
              <a:ext cx="731520" cy="731520"/>
            </a:xfrm>
            <a:prstGeom prst="rect">
              <a:avLst/>
            </a:prstGeom>
            <a:noFill/>
            <a:ln w="38100">
              <a:noFill/>
            </a:ln>
            <a:effectLst>
              <a:softEdge rad="0"/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B9AD21AE-E3F1-3126-98F9-E11D479CE19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363649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1F95311F-FC3B-DBB5-CCD2-260EBB324CC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422" y="363715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F7050F1E-30A7-6361-5C74-DCC5A6EBD7F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0124" y="363387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1D7DC632-451D-C647-74BB-2FB90C7728A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9670" y="28526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485F9C7C-98F8-599E-8E6A-3C6A67C677A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5826" y="363159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90E71961-C512-8F4B-FAD5-89470B97C97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3632577"/>
              <a:ext cx="731520" cy="731520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D9482BED-A1D0-50E8-15B8-6F38FE60E22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988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EF822056-B3D5-461A-6D34-D9658919CAC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12743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CFA7684B-8311-0C0A-EFA7-A843BC5F078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257" y="4420392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AA99CD1B-11AB-3EC6-0D2E-2C267229C1C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7526" y="4420392"/>
              <a:ext cx="731520" cy="731520"/>
            </a:xfrm>
            <a:prstGeom prst="rect">
              <a:avLst/>
            </a:prstGeom>
            <a:ln w="38100">
              <a:solidFill>
                <a:schemeClr val="accent2">
                  <a:lumMod val="60000"/>
                  <a:lumOff val="40000"/>
                </a:schemeClr>
              </a:solidFill>
            </a:ln>
            <a:effectLst>
              <a:softEdge rad="0"/>
            </a:effec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93008CA8-7A57-9BDC-6ACD-357F2058F4C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3795" y="442039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C2C73CE9-AF0A-0E6C-CB0E-95AF85C32DF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C5596E04-C46E-D30F-3C0B-112E7DAA622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84476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</p:grpSp>
      <p:pic>
        <p:nvPicPr>
          <p:cNvPr id="60" name="Picture 59">
            <a:extLst>
              <a:ext uri="{FF2B5EF4-FFF2-40B4-BE49-F238E27FC236}">
                <a16:creationId xmlns:a16="http://schemas.microsoft.com/office/drawing/2014/main" id="{7C8AB537-E57A-719E-C530-CF9BC070D43C}"/>
              </a:ext>
            </a:extLst>
          </p:cNvPr>
          <p:cNvPicPr preferRelativeResize="0"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7518" y="1630459"/>
            <a:ext cx="731520" cy="731520"/>
          </a:xfrm>
          <a:prstGeom prst="rect">
            <a:avLst/>
          </a:prstGeom>
          <a:ln w="38100">
            <a:solidFill>
              <a:srgbClr val="00B0F0"/>
            </a:solidFill>
          </a:ln>
          <a:effectLst>
            <a:softEdge rad="0"/>
          </a:effectLst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B682E2D8-8DA8-61CC-56C1-CD5A388D4A09}"/>
              </a:ext>
            </a:extLst>
          </p:cNvPr>
          <p:cNvPicPr preferRelativeResize="0">
            <a:picLocks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9817" y="1636989"/>
            <a:ext cx="731520" cy="731520"/>
          </a:xfrm>
          <a:prstGeom prst="rect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  <a:effectLst>
            <a:softEdge rad="0"/>
          </a:effectLst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42F71FA9-252C-F3B4-220F-4B92C5575D3A}"/>
              </a:ext>
            </a:extLst>
          </p:cNvPr>
          <p:cNvPicPr preferRelativeResize="0">
            <a:picLocks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2116" y="1643519"/>
            <a:ext cx="731520" cy="731520"/>
          </a:xfrm>
          <a:prstGeom prst="rect">
            <a:avLst/>
          </a:prstGeom>
          <a:ln w="38100">
            <a:solidFill>
              <a:srgbClr val="7030A0"/>
            </a:solidFill>
          </a:ln>
          <a:effectLst>
            <a:softEdge rad="0"/>
          </a:effectLst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34E60A86-FAA3-1DA2-30A7-420C426CA1BD}"/>
              </a:ext>
            </a:extLst>
          </p:cNvPr>
          <p:cNvPicPr preferRelativeResize="0">
            <a:picLocks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4415" y="1636989"/>
            <a:ext cx="731520" cy="731520"/>
          </a:xfrm>
          <a:prstGeom prst="rect">
            <a:avLst/>
          </a:prstGeom>
          <a:ln w="38100">
            <a:solidFill>
              <a:schemeClr val="accent2">
                <a:lumMod val="60000"/>
                <a:lumOff val="40000"/>
              </a:schemeClr>
            </a:solidFill>
          </a:ln>
          <a:effectLst>
            <a:softEdge rad="0"/>
          </a:effectLst>
        </p:spPr>
      </p:pic>
      <p:sp>
        <p:nvSpPr>
          <p:cNvPr id="64" name="Subtitle 2">
            <a:extLst>
              <a:ext uri="{FF2B5EF4-FFF2-40B4-BE49-F238E27FC236}">
                <a16:creationId xmlns:a16="http://schemas.microsoft.com/office/drawing/2014/main" id="{29BD3048-EBA4-F1A2-87BB-3B830A805523}"/>
              </a:ext>
            </a:extLst>
          </p:cNvPr>
          <p:cNvSpPr txBox="1">
            <a:spLocks/>
          </p:cNvSpPr>
          <p:nvPr/>
        </p:nvSpPr>
        <p:spPr>
          <a:xfrm>
            <a:off x="5042249" y="2687007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Direction:</a:t>
            </a:r>
          </a:p>
          <a:p>
            <a:endParaRPr lang="en-US" dirty="0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80521471-81AF-0ADB-C350-A19CAE54F296}"/>
              </a:ext>
            </a:extLst>
          </p:cNvPr>
          <p:cNvGrpSpPr/>
          <p:nvPr/>
        </p:nvGrpSpPr>
        <p:grpSpPr>
          <a:xfrm>
            <a:off x="5693810" y="3223926"/>
            <a:ext cx="3303079" cy="1198835"/>
            <a:chOff x="6159969" y="4368286"/>
            <a:chExt cx="3303079" cy="1198835"/>
          </a:xfrm>
        </p:grpSpPr>
        <p:pic>
          <p:nvPicPr>
            <p:cNvPr id="66" name="Graphic 65" descr="Arrow Up with solid fill">
              <a:extLst>
                <a:ext uri="{FF2B5EF4-FFF2-40B4-BE49-F238E27FC236}">
                  <a16:creationId xmlns:a16="http://schemas.microsoft.com/office/drawing/2014/main" id="{D7513170-07A2-9C94-FBBB-0A54C12285BB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 rot="2638818">
              <a:off x="6251409" y="4368286"/>
              <a:ext cx="548640" cy="548640"/>
            </a:xfrm>
            <a:prstGeom prst="rect">
              <a:avLst/>
            </a:prstGeom>
          </p:spPr>
        </p:pic>
        <p:pic>
          <p:nvPicPr>
            <p:cNvPr id="68" name="Graphic 67" descr="Arrow Down with solid fill">
              <a:extLst>
                <a:ext uri="{FF2B5EF4-FFF2-40B4-BE49-F238E27FC236}">
                  <a16:creationId xmlns:a16="http://schemas.microsoft.com/office/drawing/2014/main" id="{72E918C9-81EC-4BC8-DB77-1E1A6E9AF0A0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 rot="7907625">
              <a:off x="7103708" y="4376905"/>
              <a:ext cx="548640" cy="548640"/>
            </a:xfrm>
            <a:prstGeom prst="rect">
              <a:avLst/>
            </a:prstGeom>
          </p:spPr>
        </p:pic>
        <p:pic>
          <p:nvPicPr>
            <p:cNvPr id="70" name="Graphic 69" descr="Arrow Right with solid fill">
              <a:extLst>
                <a:ext uri="{FF2B5EF4-FFF2-40B4-BE49-F238E27FC236}">
                  <a16:creationId xmlns:a16="http://schemas.microsoft.com/office/drawing/2014/main" id="{16AE103A-AF0C-9877-147C-3820865F7E36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 rot="2717419">
              <a:off x="7974128" y="4376905"/>
              <a:ext cx="548640" cy="548640"/>
            </a:xfrm>
            <a:prstGeom prst="rect">
              <a:avLst/>
            </a:prstGeom>
          </p:spPr>
        </p:pic>
        <p:pic>
          <p:nvPicPr>
            <p:cNvPr id="71" name="Graphic 70" descr="Arrow Right with solid fill">
              <a:extLst>
                <a:ext uri="{FF2B5EF4-FFF2-40B4-BE49-F238E27FC236}">
                  <a16:creationId xmlns:a16="http://schemas.microsoft.com/office/drawing/2014/main" id="{47810802-45F6-567E-B63D-BB8C4B1E1F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 rot="8031615">
              <a:off x="8808306" y="4376905"/>
              <a:ext cx="548640" cy="548640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AEAE7286-C865-D634-7FC2-36263B8DD58D}"/>
                </a:ext>
              </a:extLst>
            </p:cNvPr>
            <p:cNvSpPr txBox="1"/>
            <p:nvPr/>
          </p:nvSpPr>
          <p:spPr>
            <a:xfrm rot="16200000">
              <a:off x="6156397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Northeast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49E3A5A4-3753-5A3A-1C00-D66D4A265600}"/>
                </a:ext>
              </a:extLst>
            </p:cNvPr>
            <p:cNvSpPr txBox="1"/>
            <p:nvPr/>
          </p:nvSpPr>
          <p:spPr>
            <a:xfrm rot="16200000">
              <a:off x="7008696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Northwest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001920F2-034A-BF89-2620-92D1365C46DE}"/>
                </a:ext>
              </a:extLst>
            </p:cNvPr>
            <p:cNvSpPr txBox="1"/>
            <p:nvPr/>
          </p:nvSpPr>
          <p:spPr>
            <a:xfrm rot="16200000">
              <a:off x="7879116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Southeast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A20FCB69-889C-1381-D19C-C91C3E3E79B0}"/>
                </a:ext>
              </a:extLst>
            </p:cNvPr>
            <p:cNvSpPr txBox="1"/>
            <p:nvPr/>
          </p:nvSpPr>
          <p:spPr>
            <a:xfrm rot="16200000">
              <a:off x="8727956" y="4822606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Southwest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D2A606B3-3954-7BC4-6FB7-9405833808AA}"/>
              </a:ext>
            </a:extLst>
          </p:cNvPr>
          <p:cNvSpPr txBox="1"/>
          <p:nvPr/>
        </p:nvSpPr>
        <p:spPr>
          <a:xfrm>
            <a:off x="2597474" y="1090804"/>
            <a:ext cx="12452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Step 4:</a:t>
            </a:r>
          </a:p>
        </p:txBody>
      </p:sp>
      <p:pic>
        <p:nvPicPr>
          <p:cNvPr id="14" name="Graphic 13" descr="Arrow Up with solid fill">
            <a:extLst>
              <a:ext uri="{FF2B5EF4-FFF2-40B4-BE49-F238E27FC236}">
                <a16:creationId xmlns:a16="http://schemas.microsoft.com/office/drawing/2014/main" id="{98EDE4D4-8302-DE3E-E564-83BDE6435F6E}"/>
              </a:ext>
            </a:extLst>
          </p:cNvPr>
          <p:cNvPicPr>
            <a:picLocks noChangeAspect="1"/>
          </p:cNvPicPr>
          <p:nvPr/>
        </p:nvPicPr>
        <p:blipFill>
          <a:blip r:embed="rId35"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 rot="13271051">
            <a:off x="2438283" y="4552054"/>
            <a:ext cx="548640" cy="54864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481F7CF-49F1-03D2-1E88-292A5CB3D9DB}"/>
              </a:ext>
            </a:extLst>
          </p:cNvPr>
          <p:cNvPicPr preferRelativeResize="0">
            <a:picLocks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0240" y="5025533"/>
            <a:ext cx="731520" cy="731520"/>
          </a:xfrm>
          <a:prstGeom prst="rect">
            <a:avLst/>
          </a:prstGeom>
          <a:noFill/>
          <a:ln w="38100">
            <a:solidFill>
              <a:srgbClr val="00B0F0"/>
            </a:solidFill>
          </a:ln>
          <a:effectLst>
            <a:softEdge rad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B739491-5C6E-55C9-F260-5E0C0E1AEF6A}"/>
              </a:ext>
            </a:extLst>
          </p:cNvPr>
          <p:cNvPicPr preferRelativeResize="0">
            <a:picLocks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6182" y="5025533"/>
            <a:ext cx="731520" cy="731520"/>
          </a:xfrm>
          <a:prstGeom prst="rect">
            <a:avLst/>
          </a:prstGeom>
          <a:noFill/>
          <a:ln w="38100">
            <a:solidFill>
              <a:schemeClr val="accent5">
                <a:lumMod val="60000"/>
                <a:lumOff val="40000"/>
              </a:schemeClr>
            </a:solidFill>
          </a:ln>
          <a:effectLst>
            <a:softEdge rad="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1D03D16-3AC1-581B-2036-5CBFA2D65EEB}"/>
              </a:ext>
            </a:extLst>
          </p:cNvPr>
          <p:cNvPicPr preferRelativeResize="0">
            <a:picLocks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4215" y="5016857"/>
            <a:ext cx="731520" cy="731520"/>
          </a:xfrm>
          <a:prstGeom prst="rect">
            <a:avLst/>
          </a:prstGeom>
          <a:ln w="38100">
            <a:solidFill>
              <a:srgbClr val="7030A0"/>
            </a:solidFill>
          </a:ln>
          <a:effectLst>
            <a:softEdge rad="0"/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782850A-D823-22DA-E60C-88A88D5539BD}"/>
              </a:ext>
            </a:extLst>
          </p:cNvPr>
          <p:cNvSpPr txBox="1"/>
          <p:nvPr/>
        </p:nvSpPr>
        <p:spPr>
          <a:xfrm>
            <a:off x="2947887" y="4467607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/>
                </a:highlight>
              </a:rPr>
              <a:t>*RP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B080CA-6CC4-D4D4-AD0E-84A3763E0C7F}"/>
              </a:ext>
            </a:extLst>
          </p:cNvPr>
          <p:cNvSpPr txBox="1"/>
          <p:nvPr/>
        </p:nvSpPr>
        <p:spPr>
          <a:xfrm>
            <a:off x="2137400" y="5262638"/>
            <a:ext cx="628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/>
                </a:highlight>
              </a:rPr>
              <a:t>*PW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536EFEE-3057-9896-7FCC-3E49EAF458FE}"/>
              </a:ext>
            </a:extLst>
          </p:cNvPr>
          <p:cNvPicPr preferRelativeResize="0">
            <a:picLocks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0157" y="5016857"/>
            <a:ext cx="731520" cy="731520"/>
          </a:xfrm>
          <a:prstGeom prst="rect">
            <a:avLst/>
          </a:prstGeom>
          <a:ln w="38100">
            <a:solidFill>
              <a:schemeClr val="accent2">
                <a:lumMod val="60000"/>
                <a:lumOff val="40000"/>
              </a:schemeClr>
            </a:solidFill>
          </a:ln>
          <a:effectLst>
            <a:softEdge rad="0"/>
          </a:effectLst>
        </p:spPr>
      </p:pic>
      <p:sp>
        <p:nvSpPr>
          <p:cNvPr id="20" name="Subtitle 2">
            <a:extLst>
              <a:ext uri="{FF2B5EF4-FFF2-40B4-BE49-F238E27FC236}">
                <a16:creationId xmlns:a16="http://schemas.microsoft.com/office/drawing/2014/main" id="{EE2518AE-F211-1E6A-A977-6615E845F822}"/>
              </a:ext>
            </a:extLst>
          </p:cNvPr>
          <p:cNvSpPr txBox="1">
            <a:spLocks/>
          </p:cNvSpPr>
          <p:nvPr/>
        </p:nvSpPr>
        <p:spPr>
          <a:xfrm>
            <a:off x="5474655" y="4522464"/>
            <a:ext cx="4391829" cy="5982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Password Need To Click (*PW):</a:t>
            </a:r>
          </a:p>
        </p:txBody>
      </p:sp>
      <p:sp>
        <p:nvSpPr>
          <p:cNvPr id="22" name="Subtitle 2">
            <a:extLst>
              <a:ext uri="{FF2B5EF4-FFF2-40B4-BE49-F238E27FC236}">
                <a16:creationId xmlns:a16="http://schemas.microsoft.com/office/drawing/2014/main" id="{E37FBD78-4D78-10D1-5C04-F909EDA86FC5}"/>
              </a:ext>
            </a:extLst>
          </p:cNvPr>
          <p:cNvSpPr txBox="1">
            <a:spLocks/>
          </p:cNvSpPr>
          <p:nvPr/>
        </p:nvSpPr>
        <p:spPr>
          <a:xfrm>
            <a:off x="5351756" y="1089753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Password (*RP):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76832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5CCAB-8D7C-AF48-B118-0D051CE23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59D8754-BAA2-60F6-A883-6C2FFFD899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3698" y="334802"/>
            <a:ext cx="9144000" cy="598257"/>
          </a:xfrm>
        </p:spPr>
        <p:txBody>
          <a:bodyPr/>
          <a:lstStyle/>
          <a:p>
            <a:r>
              <a:rPr lang="en-US" dirty="0"/>
              <a:t>Tutorial 2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EB112BD1-264B-9BED-948C-13F949BF93C7}"/>
              </a:ext>
            </a:extLst>
          </p:cNvPr>
          <p:cNvGrpSpPr/>
          <p:nvPr/>
        </p:nvGrpSpPr>
        <p:grpSpPr>
          <a:xfrm>
            <a:off x="1144574" y="1688010"/>
            <a:ext cx="3868712" cy="3886690"/>
            <a:chOff x="3081528" y="1265223"/>
            <a:chExt cx="3868712" cy="388669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D477B20-CE83-913D-386A-E76A799EA2D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40598" y="28473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3892D38-9CEF-85EA-A6A9-36B81069A9B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128742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045810D-9655-0CD0-79C4-238352E5F5C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207066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C6C6A8A6-FD9F-DD7D-9019-554D87B771A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0569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65D3EA86-B8C7-A657-BCE0-0BEC4C251C8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205401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7396378E-02F9-04A6-8A92-1E43369E5B9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12848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39AEA3DF-A8A1-7809-340D-FD0C7ACD5BE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126913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05A34ABB-20BF-7968-595C-EF5534CDC71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20133" y="285391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93549E5-BFDA-D74F-EF27-5348A4D198F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126522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E8ED118B-03B4-C9D8-F405-B1F98C3A247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206870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ECC6AAAE-1041-510C-6B07-52A56A14019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1063" y="28428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84999DCA-1F87-1F08-9B81-DE284101709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2060824"/>
              <a:ext cx="731520" cy="731520"/>
            </a:xfrm>
            <a:prstGeom prst="rect">
              <a:avLst/>
            </a:prstGeom>
            <a:noFill/>
            <a:ln w="38100">
              <a:noFill/>
            </a:ln>
            <a:effectLst>
              <a:softEdge rad="0"/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646D4F68-E329-3283-E8F1-D2FAEAD4780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363649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1D9CCB93-E2D1-E128-AF4B-09FE632B65F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422" y="363715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2D8E8292-9F42-130D-EE53-4CCAC25F247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0124" y="363387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588F0782-2B8C-3E20-E027-302A14FB0B1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9670" y="28526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EA4CEFF0-0561-EDF5-A0FD-ED27A7E12D3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5826" y="363159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AACEFE27-67C9-D343-761E-6AD667F4BB1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3632577"/>
              <a:ext cx="731520" cy="731520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EE0619C6-3047-8534-D511-AF5D6C20015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988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1209F37E-EF53-D04D-29E6-27B49AFBC42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12743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B93BF2AB-3EFF-435E-D938-0BC7C68F1DA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257" y="4420392"/>
              <a:ext cx="731520" cy="731520"/>
            </a:xfrm>
            <a:prstGeom prst="rect">
              <a:avLst/>
            </a:prstGeom>
            <a:ln w="38100">
              <a:solidFill>
                <a:srgbClr val="7030A0"/>
              </a:solidFill>
            </a:ln>
            <a:effectLst>
              <a:softEdge rad="0"/>
            </a:effectLst>
          </p:spPr>
        </p:pic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9A2F037D-3108-7044-7985-4536C543932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7526" y="4420392"/>
              <a:ext cx="731520" cy="731520"/>
            </a:xfrm>
            <a:prstGeom prst="rect">
              <a:avLst/>
            </a:prstGeom>
            <a:ln w="38100">
              <a:solidFill>
                <a:schemeClr val="accent2">
                  <a:lumMod val="60000"/>
                  <a:lumOff val="40000"/>
                </a:schemeClr>
              </a:solidFill>
            </a:ln>
            <a:effectLst>
              <a:softEdge rad="0"/>
            </a:effec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D4503FAE-66D8-ED85-5FFA-5D0BDD64F59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3795" y="442039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5C5682E7-D2E7-2A8B-07B0-AE4F3848B40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644846A2-DB97-DC91-7ABE-F42E17183FC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84476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</p:grpSp>
      <p:pic>
        <p:nvPicPr>
          <p:cNvPr id="60" name="Picture 59">
            <a:extLst>
              <a:ext uri="{FF2B5EF4-FFF2-40B4-BE49-F238E27FC236}">
                <a16:creationId xmlns:a16="http://schemas.microsoft.com/office/drawing/2014/main" id="{DE233948-1D9C-DD48-781A-CBE8D643BB91}"/>
              </a:ext>
            </a:extLst>
          </p:cNvPr>
          <p:cNvPicPr preferRelativeResize="0"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7518" y="1630459"/>
            <a:ext cx="731520" cy="731520"/>
          </a:xfrm>
          <a:prstGeom prst="rect">
            <a:avLst/>
          </a:prstGeom>
          <a:ln w="38100">
            <a:solidFill>
              <a:srgbClr val="00B0F0"/>
            </a:solidFill>
          </a:ln>
          <a:effectLst>
            <a:softEdge rad="0"/>
          </a:effectLst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6FFAFB41-C0AB-2EC1-32EE-F4A575A0C7D6}"/>
              </a:ext>
            </a:extLst>
          </p:cNvPr>
          <p:cNvPicPr preferRelativeResize="0">
            <a:picLocks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9817" y="1636989"/>
            <a:ext cx="731520" cy="731520"/>
          </a:xfrm>
          <a:prstGeom prst="rect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  <a:effectLst>
            <a:softEdge rad="0"/>
          </a:effectLst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2F582B82-CB46-7B79-253C-86C2B4AB35D3}"/>
              </a:ext>
            </a:extLst>
          </p:cNvPr>
          <p:cNvPicPr preferRelativeResize="0">
            <a:picLocks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2116" y="1643519"/>
            <a:ext cx="731520" cy="731520"/>
          </a:xfrm>
          <a:prstGeom prst="rect">
            <a:avLst/>
          </a:prstGeom>
          <a:ln w="38100">
            <a:solidFill>
              <a:srgbClr val="7030A0"/>
            </a:solidFill>
          </a:ln>
          <a:effectLst>
            <a:softEdge rad="0"/>
          </a:effectLst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16234146-024C-B43A-8F96-2B81058475DB}"/>
              </a:ext>
            </a:extLst>
          </p:cNvPr>
          <p:cNvPicPr preferRelativeResize="0">
            <a:picLocks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4415" y="1636989"/>
            <a:ext cx="731520" cy="731520"/>
          </a:xfrm>
          <a:prstGeom prst="rect">
            <a:avLst/>
          </a:prstGeom>
          <a:ln w="38100">
            <a:solidFill>
              <a:schemeClr val="accent2">
                <a:lumMod val="60000"/>
                <a:lumOff val="40000"/>
              </a:schemeClr>
            </a:solidFill>
          </a:ln>
          <a:effectLst>
            <a:softEdge rad="0"/>
          </a:effectLst>
        </p:spPr>
      </p:pic>
      <p:sp>
        <p:nvSpPr>
          <p:cNvPr id="64" name="Subtitle 2">
            <a:extLst>
              <a:ext uri="{FF2B5EF4-FFF2-40B4-BE49-F238E27FC236}">
                <a16:creationId xmlns:a16="http://schemas.microsoft.com/office/drawing/2014/main" id="{E4973DE8-0352-0373-3F51-479064EABCF6}"/>
              </a:ext>
            </a:extLst>
          </p:cNvPr>
          <p:cNvSpPr txBox="1">
            <a:spLocks/>
          </p:cNvSpPr>
          <p:nvPr/>
        </p:nvSpPr>
        <p:spPr>
          <a:xfrm>
            <a:off x="5042249" y="2687007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Direction:</a:t>
            </a:r>
          </a:p>
          <a:p>
            <a:endParaRPr lang="en-US" dirty="0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242C4579-BDF7-5C22-2A80-198425089928}"/>
              </a:ext>
            </a:extLst>
          </p:cNvPr>
          <p:cNvGrpSpPr/>
          <p:nvPr/>
        </p:nvGrpSpPr>
        <p:grpSpPr>
          <a:xfrm>
            <a:off x="5693810" y="3223926"/>
            <a:ext cx="3303079" cy="1198835"/>
            <a:chOff x="6159969" y="4368286"/>
            <a:chExt cx="3303079" cy="1198835"/>
          </a:xfrm>
        </p:grpSpPr>
        <p:pic>
          <p:nvPicPr>
            <p:cNvPr id="66" name="Graphic 65" descr="Arrow Up with solid fill">
              <a:extLst>
                <a:ext uri="{FF2B5EF4-FFF2-40B4-BE49-F238E27FC236}">
                  <a16:creationId xmlns:a16="http://schemas.microsoft.com/office/drawing/2014/main" id="{42D75C23-DD41-402F-CE71-397EFCDDFB29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 rot="2638818">
              <a:off x="6251409" y="4368286"/>
              <a:ext cx="548640" cy="548640"/>
            </a:xfrm>
            <a:prstGeom prst="rect">
              <a:avLst/>
            </a:prstGeom>
          </p:spPr>
        </p:pic>
        <p:pic>
          <p:nvPicPr>
            <p:cNvPr id="68" name="Graphic 67" descr="Arrow Down with solid fill">
              <a:extLst>
                <a:ext uri="{FF2B5EF4-FFF2-40B4-BE49-F238E27FC236}">
                  <a16:creationId xmlns:a16="http://schemas.microsoft.com/office/drawing/2014/main" id="{82445794-B72A-5793-9EEE-BBE6D8A824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 rot="7907625">
              <a:off x="7103708" y="4376905"/>
              <a:ext cx="548640" cy="548640"/>
            </a:xfrm>
            <a:prstGeom prst="rect">
              <a:avLst/>
            </a:prstGeom>
          </p:spPr>
        </p:pic>
        <p:pic>
          <p:nvPicPr>
            <p:cNvPr id="70" name="Graphic 69" descr="Arrow Right with solid fill">
              <a:extLst>
                <a:ext uri="{FF2B5EF4-FFF2-40B4-BE49-F238E27FC236}">
                  <a16:creationId xmlns:a16="http://schemas.microsoft.com/office/drawing/2014/main" id="{99C22220-188A-CB2B-E4B2-A16F4593CB76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 rot="2717419">
              <a:off x="7974128" y="4376905"/>
              <a:ext cx="548640" cy="548640"/>
            </a:xfrm>
            <a:prstGeom prst="rect">
              <a:avLst/>
            </a:prstGeom>
          </p:spPr>
        </p:pic>
        <p:pic>
          <p:nvPicPr>
            <p:cNvPr id="71" name="Graphic 70" descr="Arrow Right with solid fill">
              <a:extLst>
                <a:ext uri="{FF2B5EF4-FFF2-40B4-BE49-F238E27FC236}">
                  <a16:creationId xmlns:a16="http://schemas.microsoft.com/office/drawing/2014/main" id="{F2AEF51A-24F3-D891-2EEE-EBB5C3F06D4C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 rot="8031615">
              <a:off x="8808306" y="4376905"/>
              <a:ext cx="548640" cy="548640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E7FDB505-72EF-4C14-0AB7-AF67AFBE775B}"/>
                </a:ext>
              </a:extLst>
            </p:cNvPr>
            <p:cNvSpPr txBox="1"/>
            <p:nvPr/>
          </p:nvSpPr>
          <p:spPr>
            <a:xfrm rot="16200000">
              <a:off x="6156397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Northeast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93735EF3-CEDA-7BAB-68F2-27EF1F897B4F}"/>
                </a:ext>
              </a:extLst>
            </p:cNvPr>
            <p:cNvSpPr txBox="1"/>
            <p:nvPr/>
          </p:nvSpPr>
          <p:spPr>
            <a:xfrm rot="16200000">
              <a:off x="7008696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Northwest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DAF01A73-2CF6-9E2C-D951-B5C2F3B83D5A}"/>
                </a:ext>
              </a:extLst>
            </p:cNvPr>
            <p:cNvSpPr txBox="1"/>
            <p:nvPr/>
          </p:nvSpPr>
          <p:spPr>
            <a:xfrm rot="16200000">
              <a:off x="7879116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Southeast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95F30F49-A520-A090-40D1-1C0EE073E55D}"/>
                </a:ext>
              </a:extLst>
            </p:cNvPr>
            <p:cNvSpPr txBox="1"/>
            <p:nvPr/>
          </p:nvSpPr>
          <p:spPr>
            <a:xfrm rot="16200000">
              <a:off x="8727956" y="4822606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Southwest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D1BF6DA9-ECE9-9BA7-10CF-86B6E5D4F1CA}"/>
              </a:ext>
            </a:extLst>
          </p:cNvPr>
          <p:cNvSpPr txBox="1"/>
          <p:nvPr/>
        </p:nvSpPr>
        <p:spPr>
          <a:xfrm>
            <a:off x="2597474" y="1090804"/>
            <a:ext cx="12452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Overall</a:t>
            </a:r>
          </a:p>
        </p:txBody>
      </p:sp>
      <p:pic>
        <p:nvPicPr>
          <p:cNvPr id="14" name="Graphic 13" descr="Arrow Up with solid fill">
            <a:extLst>
              <a:ext uri="{FF2B5EF4-FFF2-40B4-BE49-F238E27FC236}">
                <a16:creationId xmlns:a16="http://schemas.microsoft.com/office/drawing/2014/main" id="{DD4E83AF-2032-A493-4CF4-AC79079A7DA0}"/>
              </a:ext>
            </a:extLst>
          </p:cNvPr>
          <p:cNvPicPr>
            <a:picLocks noChangeAspect="1"/>
          </p:cNvPicPr>
          <p:nvPr/>
        </p:nvPicPr>
        <p:blipFill>
          <a:blip r:embed="rId35"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 rot="13271051">
            <a:off x="2438283" y="4552054"/>
            <a:ext cx="548640" cy="54864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2EAAC02-D5FF-5926-3F90-C3506E9D6D70}"/>
              </a:ext>
            </a:extLst>
          </p:cNvPr>
          <p:cNvPicPr preferRelativeResize="0">
            <a:picLocks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0240" y="5025533"/>
            <a:ext cx="731520" cy="731520"/>
          </a:xfrm>
          <a:prstGeom prst="rect">
            <a:avLst/>
          </a:prstGeom>
          <a:noFill/>
          <a:ln w="38100">
            <a:solidFill>
              <a:srgbClr val="00B0F0"/>
            </a:solidFill>
          </a:ln>
          <a:effectLst>
            <a:softEdge rad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25482A6-A589-9145-0437-A82C31E3FDAB}"/>
              </a:ext>
            </a:extLst>
          </p:cNvPr>
          <p:cNvPicPr preferRelativeResize="0">
            <a:picLocks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6182" y="5025533"/>
            <a:ext cx="731520" cy="731520"/>
          </a:xfrm>
          <a:prstGeom prst="rect">
            <a:avLst/>
          </a:prstGeom>
          <a:noFill/>
          <a:ln w="38100">
            <a:solidFill>
              <a:schemeClr val="accent5">
                <a:lumMod val="60000"/>
                <a:lumOff val="40000"/>
              </a:schemeClr>
            </a:solidFill>
          </a:ln>
          <a:effectLst>
            <a:softEdge rad="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6BBC5C7-68B0-860F-2117-DC4C16C5FEDB}"/>
              </a:ext>
            </a:extLst>
          </p:cNvPr>
          <p:cNvPicPr preferRelativeResize="0">
            <a:picLocks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4215" y="5016857"/>
            <a:ext cx="731520" cy="731520"/>
          </a:xfrm>
          <a:prstGeom prst="rect">
            <a:avLst/>
          </a:prstGeom>
          <a:ln w="38100">
            <a:solidFill>
              <a:srgbClr val="7030A0"/>
            </a:solidFill>
          </a:ln>
          <a:effectLst>
            <a:softEdge rad="0"/>
          </a:effec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441F058-BA9A-6CFF-280A-5B9D0C95A462}"/>
              </a:ext>
            </a:extLst>
          </p:cNvPr>
          <p:cNvSpPr txBox="1"/>
          <p:nvPr/>
        </p:nvSpPr>
        <p:spPr>
          <a:xfrm>
            <a:off x="2258147" y="5367169"/>
            <a:ext cx="50045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/>
                </a:highlight>
              </a:rPr>
              <a:t>*PW4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B51869A-0613-ACBB-2A10-B726E8298FB4}"/>
              </a:ext>
            </a:extLst>
          </p:cNvPr>
          <p:cNvPicPr preferRelativeResize="0">
            <a:picLocks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0157" y="5016857"/>
            <a:ext cx="731520" cy="731520"/>
          </a:xfrm>
          <a:prstGeom prst="rect">
            <a:avLst/>
          </a:prstGeom>
          <a:ln w="38100">
            <a:solidFill>
              <a:schemeClr val="accent2">
                <a:lumMod val="60000"/>
                <a:lumOff val="40000"/>
              </a:schemeClr>
            </a:solidFill>
          </a:ln>
          <a:effectLst>
            <a:softEdge rad="0"/>
          </a:effectLst>
        </p:spPr>
      </p:pic>
      <p:sp>
        <p:nvSpPr>
          <p:cNvPr id="20" name="Subtitle 2">
            <a:extLst>
              <a:ext uri="{FF2B5EF4-FFF2-40B4-BE49-F238E27FC236}">
                <a16:creationId xmlns:a16="http://schemas.microsoft.com/office/drawing/2014/main" id="{6FF008F2-9163-80FB-2D07-7A6901998958}"/>
              </a:ext>
            </a:extLst>
          </p:cNvPr>
          <p:cNvSpPr txBox="1">
            <a:spLocks/>
          </p:cNvSpPr>
          <p:nvPr/>
        </p:nvSpPr>
        <p:spPr>
          <a:xfrm>
            <a:off x="5474655" y="4522464"/>
            <a:ext cx="4391829" cy="5982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Password Need To Click (*PW):</a:t>
            </a:r>
          </a:p>
        </p:txBody>
      </p:sp>
      <p:sp>
        <p:nvSpPr>
          <p:cNvPr id="22" name="Subtitle 2">
            <a:extLst>
              <a:ext uri="{FF2B5EF4-FFF2-40B4-BE49-F238E27FC236}">
                <a16:creationId xmlns:a16="http://schemas.microsoft.com/office/drawing/2014/main" id="{89462E9B-C791-530E-4813-200A21A66C41}"/>
              </a:ext>
            </a:extLst>
          </p:cNvPr>
          <p:cNvSpPr txBox="1">
            <a:spLocks/>
          </p:cNvSpPr>
          <p:nvPr/>
        </p:nvSpPr>
        <p:spPr>
          <a:xfrm>
            <a:off x="5351756" y="1089753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Password (*RP):</a:t>
            </a:r>
          </a:p>
          <a:p>
            <a:endParaRPr lang="en-US" dirty="0"/>
          </a:p>
        </p:txBody>
      </p:sp>
      <p:pic>
        <p:nvPicPr>
          <p:cNvPr id="80" name="Graphic 79" descr="Arrow Up with solid fill">
            <a:extLst>
              <a:ext uri="{FF2B5EF4-FFF2-40B4-BE49-F238E27FC236}">
                <a16:creationId xmlns:a16="http://schemas.microsoft.com/office/drawing/2014/main" id="{5640BCCA-7754-9D03-47D4-91BC31FE092C}"/>
              </a:ext>
            </a:extLst>
          </p:cNvPr>
          <p:cNvPicPr>
            <a:picLocks noChangeAspect="1"/>
          </p:cNvPicPr>
          <p:nvPr/>
        </p:nvPicPr>
        <p:blipFill>
          <a:blip r:embed="rId37"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 rot="8048343">
            <a:off x="2443954" y="4547273"/>
            <a:ext cx="548640" cy="548640"/>
          </a:xfrm>
          <a:prstGeom prst="rect">
            <a:avLst/>
          </a:prstGeom>
        </p:spPr>
      </p:pic>
      <p:pic>
        <p:nvPicPr>
          <p:cNvPr id="81" name="Graphic 80" descr="Arrow Up with solid fill">
            <a:extLst>
              <a:ext uri="{FF2B5EF4-FFF2-40B4-BE49-F238E27FC236}">
                <a16:creationId xmlns:a16="http://schemas.microsoft.com/office/drawing/2014/main" id="{4540EBD0-657E-1F80-C8B2-EB54A42C6ADE}"/>
              </a:ext>
            </a:extLst>
          </p:cNvPr>
          <p:cNvPicPr>
            <a:picLocks noChangeAspect="1"/>
          </p:cNvPicPr>
          <p:nvPr/>
        </p:nvPicPr>
        <p:blipFill>
          <a:blip r:embed="rId39">
            <a:extLst>
              <a:ext uri="{96DAC541-7B7A-43D3-8B79-37D633B846F1}">
                <asvg:svgBlip xmlns:asvg="http://schemas.microsoft.com/office/drawing/2016/SVG/main" r:embed="rId40"/>
              </a:ext>
            </a:extLst>
          </a:blip>
          <a:stretch>
            <a:fillRect/>
          </a:stretch>
        </p:blipFill>
        <p:spPr>
          <a:xfrm rot="18794342">
            <a:off x="3174332" y="2940811"/>
            <a:ext cx="548640" cy="548640"/>
          </a:xfrm>
          <a:prstGeom prst="rect">
            <a:avLst/>
          </a:prstGeom>
        </p:spPr>
      </p:pic>
      <p:pic>
        <p:nvPicPr>
          <p:cNvPr id="82" name="Graphic 81" descr="Arrow Up with solid fill">
            <a:extLst>
              <a:ext uri="{FF2B5EF4-FFF2-40B4-BE49-F238E27FC236}">
                <a16:creationId xmlns:a16="http://schemas.microsoft.com/office/drawing/2014/main" id="{C623D660-76A6-DEBF-A059-60F097331A48}"/>
              </a:ext>
            </a:extLst>
          </p:cNvPr>
          <p:cNvPicPr>
            <a:picLocks noChangeAspect="1"/>
          </p:cNvPicPr>
          <p:nvPr/>
        </p:nvPicPr>
        <p:blipFill>
          <a:blip r:embed="rId41">
            <a:extLst>
              <a:ext uri="{96DAC541-7B7A-43D3-8B79-37D633B846F1}">
                <asvg:svgBlip xmlns:asvg="http://schemas.microsoft.com/office/drawing/2016/SVG/main" r:embed="rId42"/>
              </a:ext>
            </a:extLst>
          </a:blip>
          <a:stretch>
            <a:fillRect/>
          </a:stretch>
        </p:blipFill>
        <p:spPr>
          <a:xfrm rot="2638818">
            <a:off x="2416725" y="2918446"/>
            <a:ext cx="548640" cy="548640"/>
          </a:xfrm>
          <a:prstGeom prst="rect">
            <a:avLst/>
          </a:prstGeom>
        </p:spPr>
      </p:pic>
      <p:sp>
        <p:nvSpPr>
          <p:cNvPr id="83" name="TextBox 82">
            <a:extLst>
              <a:ext uri="{FF2B5EF4-FFF2-40B4-BE49-F238E27FC236}">
                <a16:creationId xmlns:a16="http://schemas.microsoft.com/office/drawing/2014/main" id="{7085A4C5-CD6A-91CC-1078-CF747B90CD84}"/>
              </a:ext>
            </a:extLst>
          </p:cNvPr>
          <p:cNvSpPr txBox="1"/>
          <p:nvPr/>
        </p:nvSpPr>
        <p:spPr>
          <a:xfrm>
            <a:off x="2628611" y="2441038"/>
            <a:ext cx="50045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FF"/>
                </a:highlight>
              </a:rPr>
              <a:t>*PW1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2C99A92-CDDD-B6F2-8668-A8D7D31690B7}"/>
              </a:ext>
            </a:extLst>
          </p:cNvPr>
          <p:cNvSpPr txBox="1"/>
          <p:nvPr/>
        </p:nvSpPr>
        <p:spPr>
          <a:xfrm>
            <a:off x="3037237" y="2441038"/>
            <a:ext cx="62844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FF"/>
                </a:highlight>
              </a:rPr>
              <a:t>*PW2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ED8C3A2-0FF4-D917-DFEC-AB29A5BB3000}"/>
              </a:ext>
            </a:extLst>
          </p:cNvPr>
          <p:cNvSpPr txBox="1"/>
          <p:nvPr/>
        </p:nvSpPr>
        <p:spPr>
          <a:xfrm>
            <a:off x="3049787" y="5382617"/>
            <a:ext cx="50045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800080"/>
                </a:highlight>
              </a:rPr>
              <a:t>*PW3</a:t>
            </a:r>
          </a:p>
        </p:txBody>
      </p: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E3A7514C-0040-89C3-7B14-659C41230ED0}"/>
              </a:ext>
            </a:extLst>
          </p:cNvPr>
          <p:cNvCxnSpPr>
            <a:cxnSpLocks/>
          </p:cNvCxnSpPr>
          <p:nvPr/>
        </p:nvCxnSpPr>
        <p:spPr>
          <a:xfrm rot="16200000" flipH="1">
            <a:off x="2712297" y="2855952"/>
            <a:ext cx="731520" cy="12700"/>
          </a:xfrm>
          <a:prstGeom prst="bentConnector5">
            <a:avLst>
              <a:gd name="adj1" fmla="val -4368"/>
              <a:gd name="adj2" fmla="val 2976772"/>
              <a:gd name="adj3" fmla="val 97648"/>
            </a:avLst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: Elbow 101">
            <a:extLst>
              <a:ext uri="{FF2B5EF4-FFF2-40B4-BE49-F238E27FC236}">
                <a16:creationId xmlns:a16="http://schemas.microsoft.com/office/drawing/2014/main" id="{1C8DC44E-8B23-0E95-C418-4731FB492F50}"/>
              </a:ext>
            </a:extLst>
          </p:cNvPr>
          <p:cNvCxnSpPr>
            <a:cxnSpLocks/>
          </p:cNvCxnSpPr>
          <p:nvPr/>
        </p:nvCxnSpPr>
        <p:spPr>
          <a:xfrm rot="16200000" flipH="1">
            <a:off x="2677827" y="2855952"/>
            <a:ext cx="731520" cy="12700"/>
          </a:xfrm>
          <a:prstGeom prst="bentConnector5">
            <a:avLst>
              <a:gd name="adj1" fmla="val -4368"/>
              <a:gd name="adj2" fmla="val -2597425"/>
              <a:gd name="adj3" fmla="val 97648"/>
            </a:avLst>
          </a:prstGeom>
          <a:ln w="38100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05073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69DE9B-8293-F8DD-0492-5416474BD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73C8314-5445-ACDF-63E1-8E11B45E3B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09430" y="2491495"/>
            <a:ext cx="4834667" cy="598257"/>
          </a:xfrm>
        </p:spPr>
        <p:txBody>
          <a:bodyPr>
            <a:noAutofit/>
          </a:bodyPr>
          <a:lstStyle/>
          <a:p>
            <a:r>
              <a:rPr lang="en-US" sz="6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Tutorial 2 – Special Case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A8425F44-604C-3736-CDBB-007C8275F0C8}"/>
              </a:ext>
            </a:extLst>
          </p:cNvPr>
          <p:cNvGrpSpPr/>
          <p:nvPr/>
        </p:nvGrpSpPr>
        <p:grpSpPr>
          <a:xfrm>
            <a:off x="1144574" y="1688010"/>
            <a:ext cx="3868712" cy="3886690"/>
            <a:chOff x="3081528" y="1265223"/>
            <a:chExt cx="3868712" cy="3886690"/>
          </a:xfrm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DA73A9D-263F-E943-96D8-67F7F4AB588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40598" y="28473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F5AEC75-B683-3DB3-E795-B8937FB6BCD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128742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3746B0D-F9B2-4F17-4404-6ED5E0AC77E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207066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988CB087-3C37-535B-AAD8-CE94C48C5AD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0569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AC21E542-E3DA-AF56-90EC-33425F60C53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205401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0B733FE4-193E-2AEB-A972-FE5025BC379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12848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C89DF538-7D6E-04C2-4F56-9934139525E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126913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E73AAD2D-8E16-E1DE-2D74-D1757917BC5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20133" y="285391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3CAE6B88-B603-8E10-CE09-883AAD263B0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126522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CA69ED06-75A3-7B6B-B8D1-77705F45F8D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206870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471CCC2F-9A07-7227-D3F2-830F7255E39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1063" y="28428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5D2C3637-62DC-3E0F-3308-C467B6E0395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206082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C245D03D-19C0-9E09-40CC-1BC00157364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363649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EB2FAD69-8BC7-815D-3E7B-1AC89C1CE05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422" y="363715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AE463197-69BF-127C-847E-E49757E645D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0124" y="363387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F695A7B1-A973-B404-B6FE-CE9BB29CCED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9670" y="28526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F27BFE55-DA5D-5516-4941-D97725D5D75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5826" y="363159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924C4B19-A80E-4CF1-04E8-A0E03346DE7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3632577"/>
              <a:ext cx="731520" cy="731520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EDDB3EB2-DBB3-B9FD-555A-A481FD6E8C4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988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DC8B9568-C333-F3CF-CA2E-1FAE6273BA7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12743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5B92E7DF-8F0C-7BF9-B166-3BF3C5C4E38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257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028DEC6C-3C7B-788B-8A62-D765AEBB34B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7526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E37968E7-935A-574C-7723-4EAA7D2CA90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3795" y="442039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6BE61E64-705A-B12C-20B3-4DE9F4F5966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15729A82-EC5F-A2A9-0BA3-EABCD22EB63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84476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</p:grpSp>
    </p:spTree>
    <p:extLst>
      <p:ext uri="{BB962C8B-B14F-4D97-AF65-F5344CB8AC3E}">
        <p14:creationId xmlns:p14="http://schemas.microsoft.com/office/powerpoint/2010/main" val="28540067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34FC1B-B3F0-EDD0-D804-E4FED5622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F27F7B9-131E-1CEE-BF7D-E194C1577C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3698" y="334802"/>
            <a:ext cx="9144000" cy="598257"/>
          </a:xfrm>
        </p:spPr>
        <p:txBody>
          <a:bodyPr/>
          <a:lstStyle/>
          <a:p>
            <a:r>
              <a:rPr lang="en-US" dirty="0"/>
              <a:t>Tutorial 2 – Special Case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DC6F0A9B-30E1-6FA0-141E-D2F77F90D9D9}"/>
              </a:ext>
            </a:extLst>
          </p:cNvPr>
          <p:cNvGrpSpPr/>
          <p:nvPr/>
        </p:nvGrpSpPr>
        <p:grpSpPr>
          <a:xfrm>
            <a:off x="1144574" y="1688010"/>
            <a:ext cx="3868712" cy="3886690"/>
            <a:chOff x="3081528" y="1265223"/>
            <a:chExt cx="3868712" cy="388669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E8DC518-B892-E2E3-7DA7-3D4867308BE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40598" y="28473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35391A8-6AE7-5F16-33E3-D7B1B3E1DAB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128742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C19B7BC-4EE5-1723-84AF-F417C48A88D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207066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4EC5F63-020B-3DF9-E032-B6BB735857A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0569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F7564224-66EB-562E-2AD1-C448CEEE6CE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205401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FA21FB63-C09C-4A90-C6F1-B91515F1FD5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12848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F571494C-C9EB-1E16-92F7-CF205B86856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126913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37E78FEF-89C4-EF79-C739-B3BEA9D6338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20133" y="285391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A1D56DF9-495C-AC2C-A310-082A55376E1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126522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983FE9C4-7D2F-870F-10E7-CD33107A684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206870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2BAA2A77-A870-9CC0-14C6-5A5FD82375C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1063" y="28428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6814B0B3-7E46-1346-D0D3-A9C04442A47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2060824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A5B3FABE-81A4-2F7C-6938-8F21CE4B106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363649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BE82D2FA-2363-AD63-E306-500D0FF48FA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422" y="363715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1764ED00-DCE4-9C29-2A4B-45961F4FD5C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0124" y="363387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5A6144F1-F0F8-9C81-1EA2-D5EC91D0C26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9670" y="28526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C527F6DF-E759-4344-B54C-9D73D4A77A8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5826" y="363159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BD9ED305-8108-E516-5687-7C84B2715B3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3632577"/>
              <a:ext cx="731520" cy="731520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6F47814B-125D-8879-671B-14863A67A2C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988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3AB51EEC-C1DB-01C1-EEC5-39DACFFAF84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12743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826CC594-FB38-F8EF-95AA-9CB148C22F4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257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E9DC6BA4-D839-6AF5-A87F-5BFD2E2B914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7526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51655458-502D-6580-100F-588A64B67BD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3795" y="4420393"/>
              <a:ext cx="731520" cy="731520"/>
            </a:xfrm>
            <a:prstGeom prst="rect">
              <a:avLst/>
            </a:prstGeom>
            <a:ln w="38100">
              <a:solidFill>
                <a:srgbClr val="00B0F0"/>
              </a:solidFill>
            </a:ln>
            <a:effectLst>
              <a:softEdge rad="0"/>
            </a:effectLst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0F5955F2-FAF1-2AB7-37B5-A4896DCEF17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E837CA2E-2925-3078-7FE9-B4AB702BE52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84476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</p:grpSp>
      <p:sp>
        <p:nvSpPr>
          <p:cNvPr id="64" name="Subtitle 2">
            <a:extLst>
              <a:ext uri="{FF2B5EF4-FFF2-40B4-BE49-F238E27FC236}">
                <a16:creationId xmlns:a16="http://schemas.microsoft.com/office/drawing/2014/main" id="{9562F000-7D94-9FCD-E5E1-1BA44E0F7640}"/>
              </a:ext>
            </a:extLst>
          </p:cNvPr>
          <p:cNvSpPr txBox="1">
            <a:spLocks/>
          </p:cNvSpPr>
          <p:nvPr/>
        </p:nvSpPr>
        <p:spPr>
          <a:xfrm>
            <a:off x="5042249" y="3482608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Direction:</a:t>
            </a:r>
          </a:p>
          <a:p>
            <a:endParaRPr lang="en-US" dirty="0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BB7E969F-72AC-3B2B-BF6F-8A707B1EDC0C}"/>
              </a:ext>
            </a:extLst>
          </p:cNvPr>
          <p:cNvGrpSpPr/>
          <p:nvPr/>
        </p:nvGrpSpPr>
        <p:grpSpPr>
          <a:xfrm>
            <a:off x="5693810" y="4019527"/>
            <a:ext cx="3303079" cy="1198835"/>
            <a:chOff x="6159969" y="4368286"/>
            <a:chExt cx="3303079" cy="1198835"/>
          </a:xfrm>
        </p:grpSpPr>
        <p:pic>
          <p:nvPicPr>
            <p:cNvPr id="66" name="Graphic 65" descr="Arrow Up with solid fill">
              <a:extLst>
                <a:ext uri="{FF2B5EF4-FFF2-40B4-BE49-F238E27FC236}">
                  <a16:creationId xmlns:a16="http://schemas.microsoft.com/office/drawing/2014/main" id="{99FE079F-E3EA-BAFE-E615-DF519DE4A8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 rot="2638818">
              <a:off x="6251409" y="4368286"/>
              <a:ext cx="548640" cy="548640"/>
            </a:xfrm>
            <a:prstGeom prst="rect">
              <a:avLst/>
            </a:prstGeom>
          </p:spPr>
        </p:pic>
        <p:pic>
          <p:nvPicPr>
            <p:cNvPr id="68" name="Graphic 67" descr="Arrow Down with solid fill">
              <a:extLst>
                <a:ext uri="{FF2B5EF4-FFF2-40B4-BE49-F238E27FC236}">
                  <a16:creationId xmlns:a16="http://schemas.microsoft.com/office/drawing/2014/main" id="{45983E32-0191-239E-07B6-8606B57C95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 rot="7907625">
              <a:off x="7103708" y="4376905"/>
              <a:ext cx="548640" cy="548640"/>
            </a:xfrm>
            <a:prstGeom prst="rect">
              <a:avLst/>
            </a:prstGeom>
          </p:spPr>
        </p:pic>
        <p:pic>
          <p:nvPicPr>
            <p:cNvPr id="70" name="Graphic 69" descr="Arrow Right with solid fill">
              <a:extLst>
                <a:ext uri="{FF2B5EF4-FFF2-40B4-BE49-F238E27FC236}">
                  <a16:creationId xmlns:a16="http://schemas.microsoft.com/office/drawing/2014/main" id="{DCCE9E85-CF4F-C1C7-19E4-2C794F7C49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 rot="2717419">
              <a:off x="7974128" y="4376905"/>
              <a:ext cx="548640" cy="548640"/>
            </a:xfrm>
            <a:prstGeom prst="rect">
              <a:avLst/>
            </a:prstGeom>
          </p:spPr>
        </p:pic>
        <p:pic>
          <p:nvPicPr>
            <p:cNvPr id="71" name="Graphic 70" descr="Arrow Right with solid fill">
              <a:extLst>
                <a:ext uri="{FF2B5EF4-FFF2-40B4-BE49-F238E27FC236}">
                  <a16:creationId xmlns:a16="http://schemas.microsoft.com/office/drawing/2014/main" id="{7956B107-E56B-1BAB-6942-1B8B18CC01DA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 rot="8031615">
              <a:off x="8808306" y="4376905"/>
              <a:ext cx="548640" cy="548640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313D8FC3-5610-C82E-CF67-DCA56F899457}"/>
                </a:ext>
              </a:extLst>
            </p:cNvPr>
            <p:cNvSpPr txBox="1"/>
            <p:nvPr/>
          </p:nvSpPr>
          <p:spPr>
            <a:xfrm rot="16200000">
              <a:off x="6156397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Northeast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34EC91F5-E3C1-007C-713F-9A1C62056932}"/>
                </a:ext>
              </a:extLst>
            </p:cNvPr>
            <p:cNvSpPr txBox="1"/>
            <p:nvPr/>
          </p:nvSpPr>
          <p:spPr>
            <a:xfrm rot="16200000">
              <a:off x="7008696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Northwest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7CC97BF9-C18A-71E8-B594-85D347E81DB8}"/>
                </a:ext>
              </a:extLst>
            </p:cNvPr>
            <p:cNvSpPr txBox="1"/>
            <p:nvPr/>
          </p:nvSpPr>
          <p:spPr>
            <a:xfrm rot="16200000">
              <a:off x="7879116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Southeast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C512197-7FE1-8D62-A386-9DF1BFE98500}"/>
                </a:ext>
              </a:extLst>
            </p:cNvPr>
            <p:cNvSpPr txBox="1"/>
            <p:nvPr/>
          </p:nvSpPr>
          <p:spPr>
            <a:xfrm rot="16200000">
              <a:off x="8727956" y="4822606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Southwest</a:t>
              </a:r>
            </a:p>
          </p:txBody>
        </p:sp>
      </p:grpSp>
      <p:pic>
        <p:nvPicPr>
          <p:cNvPr id="2" name="Graphic 1" descr="Arrow Up with solid fill">
            <a:extLst>
              <a:ext uri="{FF2B5EF4-FFF2-40B4-BE49-F238E27FC236}">
                <a16:creationId xmlns:a16="http://schemas.microsoft.com/office/drawing/2014/main" id="{3746832F-A714-95CD-9833-13E9F7636CF6}"/>
              </a:ext>
            </a:extLst>
          </p:cNvPr>
          <p:cNvPicPr>
            <a:picLocks noChangeAspect="1"/>
          </p:cNvPicPr>
          <p:nvPr/>
        </p:nvPicPr>
        <p:blipFill>
          <a:blip r:embed="rId33"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 rot="2638818">
            <a:off x="4711678" y="1461187"/>
            <a:ext cx="548640" cy="54864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D827D9E-7585-19BE-AFFC-9456F601C0C6}"/>
              </a:ext>
            </a:extLst>
          </p:cNvPr>
          <p:cNvSpPr txBox="1"/>
          <p:nvPr/>
        </p:nvSpPr>
        <p:spPr>
          <a:xfrm>
            <a:off x="2597474" y="1090804"/>
            <a:ext cx="12452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Step 1: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66F4B2A0-65E2-E27A-19DD-45EAD9A32110}"/>
              </a:ext>
            </a:extLst>
          </p:cNvPr>
          <p:cNvSpPr txBox="1">
            <a:spLocks/>
          </p:cNvSpPr>
          <p:nvPr/>
        </p:nvSpPr>
        <p:spPr>
          <a:xfrm>
            <a:off x="5351756" y="1885354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Password (*RP):</a:t>
            </a:r>
          </a:p>
          <a:p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8DEC3FA-A61E-6D4D-7EE3-890CCB8E1053}"/>
              </a:ext>
            </a:extLst>
          </p:cNvPr>
          <p:cNvPicPr preferRelativeResize="0">
            <a:picLocks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7518" y="2439120"/>
            <a:ext cx="731520" cy="731520"/>
          </a:xfrm>
          <a:prstGeom prst="rect">
            <a:avLst/>
          </a:prstGeom>
          <a:ln w="38100">
            <a:solidFill>
              <a:srgbClr val="00B0F0"/>
            </a:solidFill>
          </a:ln>
          <a:effectLst>
            <a:softEdge rad="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421ECD3-39E8-B019-FC1A-833F3C10B419}"/>
              </a:ext>
            </a:extLst>
          </p:cNvPr>
          <p:cNvPicPr preferRelativeResize="0">
            <a:picLocks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9817" y="2436349"/>
            <a:ext cx="731520" cy="731520"/>
          </a:xfrm>
          <a:prstGeom prst="rect">
            <a:avLst/>
          </a:prstGeom>
          <a:effectLst>
            <a:softEdge rad="0"/>
          </a:effec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B7EB41D-D4D6-0142-6544-C7AC8F773E01}"/>
              </a:ext>
            </a:extLst>
          </p:cNvPr>
          <p:cNvPicPr preferRelativeResize="0">
            <a:picLocks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6529" y="2438827"/>
            <a:ext cx="731520" cy="731520"/>
          </a:xfrm>
          <a:prstGeom prst="rect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  <a:effectLst>
            <a:softEdge rad="0"/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726AAA6-6181-CDFE-9315-4EBF18B44B5C}"/>
              </a:ext>
            </a:extLst>
          </p:cNvPr>
          <p:cNvPicPr preferRelativeResize="0">
            <a:picLocks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65369" y="2436349"/>
            <a:ext cx="731520" cy="731520"/>
          </a:xfrm>
          <a:prstGeom prst="rect">
            <a:avLst/>
          </a:prstGeom>
          <a:effectLst>
            <a:softEdge rad="0"/>
          </a:effectLst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87C45296-0456-338F-D8B7-9751DC011334}"/>
              </a:ext>
            </a:extLst>
          </p:cNvPr>
          <p:cNvSpPr txBox="1"/>
          <p:nvPr/>
        </p:nvSpPr>
        <p:spPr>
          <a:xfrm>
            <a:off x="1049211" y="5261663"/>
            <a:ext cx="628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FF"/>
                </a:highlight>
              </a:rPr>
              <a:t>*PW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18E413C-E663-7AFD-6490-A5B704B27B6E}"/>
              </a:ext>
            </a:extLst>
          </p:cNvPr>
          <p:cNvSpPr txBox="1"/>
          <p:nvPr/>
        </p:nvSpPr>
        <p:spPr>
          <a:xfrm>
            <a:off x="4166979" y="2114040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FF"/>
                </a:highlight>
              </a:rPr>
              <a:t>*RP</a:t>
            </a:r>
          </a:p>
        </p:txBody>
      </p:sp>
    </p:spTree>
    <p:extLst>
      <p:ext uri="{BB962C8B-B14F-4D97-AF65-F5344CB8AC3E}">
        <p14:creationId xmlns:p14="http://schemas.microsoft.com/office/powerpoint/2010/main" val="41542223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F9057-2D5D-A546-DC90-A00432926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9EDC77C-E237-9F9E-C2AE-AF1B61403D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3698" y="334802"/>
            <a:ext cx="9144000" cy="598257"/>
          </a:xfrm>
        </p:spPr>
        <p:txBody>
          <a:bodyPr/>
          <a:lstStyle/>
          <a:p>
            <a:r>
              <a:rPr lang="en-US" dirty="0"/>
              <a:t>Tutorial 2 – Special Case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5AE813E1-7D64-27B9-4FEB-A6EED8F3C2BC}"/>
              </a:ext>
            </a:extLst>
          </p:cNvPr>
          <p:cNvGrpSpPr/>
          <p:nvPr/>
        </p:nvGrpSpPr>
        <p:grpSpPr>
          <a:xfrm>
            <a:off x="1144574" y="1688010"/>
            <a:ext cx="3868712" cy="3886690"/>
            <a:chOff x="3081528" y="1265223"/>
            <a:chExt cx="3868712" cy="388669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C6FC798-5EED-481A-E5B9-1F96165778F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40598" y="28473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9FF8D21-236A-31A5-23CB-3F6C3445BAA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128742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7ED4448-88CB-42D5-9C4F-7D01404943F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207066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1370B091-6A9D-C9EC-6A60-31B390896BE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0569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8C03A429-21C9-05EA-B7C3-B842F942862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205401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54FB9806-6C87-A0F8-4B72-CEA2848AD51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12848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6D492441-14AE-FE9A-D909-67FF50028F3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126913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40B49745-4ED0-E548-F7DF-116A9B4B017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20133" y="285391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454DA2EE-8E5C-DFA9-D22D-001303EE244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126522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A0BAA546-95B2-A194-3EA8-3C3BC3941EF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206870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1F713DB6-A6E2-449A-7676-1EB921D8CC8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1063" y="28428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DA02CA05-480D-73FD-6800-5070DC663B2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2060824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E7ED925C-5B23-A7C4-A83B-5CA1097EAE4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363649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FA243BB3-E139-A117-52C8-62010AF793A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422" y="363715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D94BE438-BBED-5E91-1538-98C1B108202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0124" y="363387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016E708F-DAF3-F926-C9FF-E19BC1F1375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9670" y="28526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966BDC3E-053C-589A-9B3E-C3BC3D261FE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5826" y="363159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2B67A8F8-3DF0-32C2-D123-94EB0D6FF8C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3632577"/>
              <a:ext cx="731520" cy="731520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ADB66ADE-B100-FA1F-6BAF-30D0C6C2C18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988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DD9F99E3-1E22-5BFF-025C-197A853EB97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12743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19A54A63-2D43-E8F9-373C-BFD1B10B5B1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257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3ADA4F03-8586-B3F1-061C-FB7B0429865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7526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0A0E564C-8455-398D-39F1-50A78CCCFDF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3795" y="4420393"/>
              <a:ext cx="731520" cy="731520"/>
            </a:xfrm>
            <a:prstGeom prst="rect">
              <a:avLst/>
            </a:prstGeom>
            <a:ln w="38100">
              <a:solidFill>
                <a:srgbClr val="00B0F0"/>
              </a:solidFill>
            </a:ln>
            <a:effectLst>
              <a:softEdge rad="0"/>
            </a:effectLst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088FD572-05F4-F74E-B5BF-D50B8EB1DA0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10C27C7F-77AC-4EF8-3B8C-BA328EBDE37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84476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</p:grpSp>
      <p:sp>
        <p:nvSpPr>
          <p:cNvPr id="64" name="Subtitle 2">
            <a:extLst>
              <a:ext uri="{FF2B5EF4-FFF2-40B4-BE49-F238E27FC236}">
                <a16:creationId xmlns:a16="http://schemas.microsoft.com/office/drawing/2014/main" id="{E72F2A0C-CF99-7CCF-DB34-FEB3BAB54382}"/>
              </a:ext>
            </a:extLst>
          </p:cNvPr>
          <p:cNvSpPr txBox="1">
            <a:spLocks/>
          </p:cNvSpPr>
          <p:nvPr/>
        </p:nvSpPr>
        <p:spPr>
          <a:xfrm>
            <a:off x="4938560" y="2696085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Direction:</a:t>
            </a:r>
          </a:p>
          <a:p>
            <a:endParaRPr lang="en-US" dirty="0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9B6040AB-3877-9994-51AB-A2E1B740250B}"/>
              </a:ext>
            </a:extLst>
          </p:cNvPr>
          <p:cNvGrpSpPr/>
          <p:nvPr/>
        </p:nvGrpSpPr>
        <p:grpSpPr>
          <a:xfrm>
            <a:off x="5590121" y="3233004"/>
            <a:ext cx="3303079" cy="1198835"/>
            <a:chOff x="6159969" y="4368286"/>
            <a:chExt cx="3303079" cy="1198835"/>
          </a:xfrm>
        </p:grpSpPr>
        <p:pic>
          <p:nvPicPr>
            <p:cNvPr id="66" name="Graphic 65" descr="Arrow Up with solid fill">
              <a:extLst>
                <a:ext uri="{FF2B5EF4-FFF2-40B4-BE49-F238E27FC236}">
                  <a16:creationId xmlns:a16="http://schemas.microsoft.com/office/drawing/2014/main" id="{CC4031FD-5AED-2F84-5490-C3CD3F23898E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 rot="2638818">
              <a:off x="6251409" y="4368286"/>
              <a:ext cx="548640" cy="548640"/>
            </a:xfrm>
            <a:prstGeom prst="rect">
              <a:avLst/>
            </a:prstGeom>
          </p:spPr>
        </p:pic>
        <p:pic>
          <p:nvPicPr>
            <p:cNvPr id="68" name="Graphic 67" descr="Arrow Down with solid fill">
              <a:extLst>
                <a:ext uri="{FF2B5EF4-FFF2-40B4-BE49-F238E27FC236}">
                  <a16:creationId xmlns:a16="http://schemas.microsoft.com/office/drawing/2014/main" id="{51A58B91-ACB3-E7CD-BCF8-BF5EB66AB4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 rot="7907625">
              <a:off x="7103708" y="4376905"/>
              <a:ext cx="548640" cy="548640"/>
            </a:xfrm>
            <a:prstGeom prst="rect">
              <a:avLst/>
            </a:prstGeom>
          </p:spPr>
        </p:pic>
        <p:pic>
          <p:nvPicPr>
            <p:cNvPr id="70" name="Graphic 69" descr="Arrow Right with solid fill">
              <a:extLst>
                <a:ext uri="{FF2B5EF4-FFF2-40B4-BE49-F238E27FC236}">
                  <a16:creationId xmlns:a16="http://schemas.microsoft.com/office/drawing/2014/main" id="{C2582587-6991-67C4-9223-2DE5B1B62C4C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 rot="2717419">
              <a:off x="7974128" y="4376905"/>
              <a:ext cx="548640" cy="548640"/>
            </a:xfrm>
            <a:prstGeom prst="rect">
              <a:avLst/>
            </a:prstGeom>
          </p:spPr>
        </p:pic>
        <p:pic>
          <p:nvPicPr>
            <p:cNvPr id="71" name="Graphic 70" descr="Arrow Right with solid fill">
              <a:extLst>
                <a:ext uri="{FF2B5EF4-FFF2-40B4-BE49-F238E27FC236}">
                  <a16:creationId xmlns:a16="http://schemas.microsoft.com/office/drawing/2014/main" id="{39B9D02C-0E43-F644-DDAA-B1266D69A904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 rot="8031615">
              <a:off x="8808306" y="4376905"/>
              <a:ext cx="548640" cy="548640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1705EC72-3EAD-F954-DBE6-7E11526D6BF9}"/>
                </a:ext>
              </a:extLst>
            </p:cNvPr>
            <p:cNvSpPr txBox="1"/>
            <p:nvPr/>
          </p:nvSpPr>
          <p:spPr>
            <a:xfrm rot="16200000">
              <a:off x="6156397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Northeast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9CBB3917-1764-5E22-2E77-E1465746A7BB}"/>
                </a:ext>
              </a:extLst>
            </p:cNvPr>
            <p:cNvSpPr txBox="1"/>
            <p:nvPr/>
          </p:nvSpPr>
          <p:spPr>
            <a:xfrm rot="16200000">
              <a:off x="7008696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Northwest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A0BCD577-D442-816A-BA4A-2F911C7386C5}"/>
                </a:ext>
              </a:extLst>
            </p:cNvPr>
            <p:cNvSpPr txBox="1"/>
            <p:nvPr/>
          </p:nvSpPr>
          <p:spPr>
            <a:xfrm rot="16200000">
              <a:off x="7879116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Southeast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4FD1E329-7B89-C20D-AC14-1B6B1FA85D6D}"/>
                </a:ext>
              </a:extLst>
            </p:cNvPr>
            <p:cNvSpPr txBox="1"/>
            <p:nvPr/>
          </p:nvSpPr>
          <p:spPr>
            <a:xfrm rot="16200000">
              <a:off x="8727956" y="4822606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Southwest</a:t>
              </a:r>
            </a:p>
          </p:txBody>
        </p:sp>
      </p:grpSp>
      <p:pic>
        <p:nvPicPr>
          <p:cNvPr id="2" name="Graphic 1" descr="Arrow Up with solid fill">
            <a:extLst>
              <a:ext uri="{FF2B5EF4-FFF2-40B4-BE49-F238E27FC236}">
                <a16:creationId xmlns:a16="http://schemas.microsoft.com/office/drawing/2014/main" id="{48C0CCC4-DF39-FD78-572A-672EAE960140}"/>
              </a:ext>
            </a:extLst>
          </p:cNvPr>
          <p:cNvPicPr>
            <a:picLocks noChangeAspect="1"/>
          </p:cNvPicPr>
          <p:nvPr/>
        </p:nvPicPr>
        <p:blipFill>
          <a:blip r:embed="rId33"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 rot="2638818">
            <a:off x="4711678" y="1461187"/>
            <a:ext cx="548640" cy="54864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C0F136A-ACBE-632D-D277-233B68913EC6}"/>
              </a:ext>
            </a:extLst>
          </p:cNvPr>
          <p:cNvSpPr txBox="1"/>
          <p:nvPr/>
        </p:nvSpPr>
        <p:spPr>
          <a:xfrm>
            <a:off x="2597474" y="1090804"/>
            <a:ext cx="12452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Step 1: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B656B0-4E2F-61BD-977B-23F51FF95594}"/>
              </a:ext>
            </a:extLst>
          </p:cNvPr>
          <p:cNvSpPr txBox="1"/>
          <p:nvPr/>
        </p:nvSpPr>
        <p:spPr>
          <a:xfrm>
            <a:off x="4166979" y="2114040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FF"/>
                </a:highlight>
              </a:rPr>
              <a:t>*RP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8D6037-1FAE-6351-7988-2AD776B667F7}"/>
              </a:ext>
            </a:extLst>
          </p:cNvPr>
          <p:cNvSpPr txBox="1"/>
          <p:nvPr/>
        </p:nvSpPr>
        <p:spPr>
          <a:xfrm>
            <a:off x="1049211" y="5261663"/>
            <a:ext cx="628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FF"/>
                </a:highlight>
              </a:rPr>
              <a:t>*PW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31FE68E7-C171-1401-0C56-9CA77AAE3224}"/>
              </a:ext>
            </a:extLst>
          </p:cNvPr>
          <p:cNvSpPr txBox="1">
            <a:spLocks/>
          </p:cNvSpPr>
          <p:nvPr/>
        </p:nvSpPr>
        <p:spPr>
          <a:xfrm>
            <a:off x="5248067" y="1098831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Password (*RP):</a:t>
            </a:r>
          </a:p>
          <a:p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37578EB-6BA8-7264-8155-F8197F76DE3B}"/>
              </a:ext>
            </a:extLst>
          </p:cNvPr>
          <p:cNvPicPr preferRelativeResize="0">
            <a:picLocks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3829" y="1652597"/>
            <a:ext cx="731520" cy="731520"/>
          </a:xfrm>
          <a:prstGeom prst="rect">
            <a:avLst/>
          </a:prstGeom>
          <a:ln w="38100">
            <a:solidFill>
              <a:srgbClr val="00B0F0"/>
            </a:solidFill>
          </a:ln>
          <a:effectLst>
            <a:softEdge rad="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FB769A0-C722-8DF3-9ED1-35D9AF56E686}"/>
              </a:ext>
            </a:extLst>
          </p:cNvPr>
          <p:cNvPicPr preferRelativeResize="0">
            <a:picLocks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6128" y="1649826"/>
            <a:ext cx="731520" cy="731520"/>
          </a:xfrm>
          <a:prstGeom prst="rect">
            <a:avLst/>
          </a:prstGeom>
          <a:effectLst>
            <a:softEdge rad="0"/>
          </a:effec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DD94B3A-11A6-C01A-0017-35947DE9599B}"/>
              </a:ext>
            </a:extLst>
          </p:cNvPr>
          <p:cNvPicPr preferRelativeResize="0">
            <a:picLocks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2840" y="1652304"/>
            <a:ext cx="731520" cy="731520"/>
          </a:xfrm>
          <a:prstGeom prst="rect">
            <a:avLst/>
          </a:prstGeom>
          <a:effectLst>
            <a:softEdge rad="0"/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0902067-702E-F93B-530D-989F0F6DD46E}"/>
              </a:ext>
            </a:extLst>
          </p:cNvPr>
          <p:cNvPicPr preferRelativeResize="0">
            <a:picLocks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1680" y="1649826"/>
            <a:ext cx="731520" cy="731520"/>
          </a:xfrm>
          <a:prstGeom prst="rect">
            <a:avLst/>
          </a:prstGeom>
          <a:effectLst>
            <a:softEdge rad="0"/>
          </a:effectLst>
        </p:spPr>
      </p:pic>
      <p:sp>
        <p:nvSpPr>
          <p:cNvPr id="16" name="Subtitle 2">
            <a:extLst>
              <a:ext uri="{FF2B5EF4-FFF2-40B4-BE49-F238E27FC236}">
                <a16:creationId xmlns:a16="http://schemas.microsoft.com/office/drawing/2014/main" id="{DA004BD9-6E0E-A3C3-148A-58EA7CDA9DCF}"/>
              </a:ext>
            </a:extLst>
          </p:cNvPr>
          <p:cNvSpPr txBox="1">
            <a:spLocks/>
          </p:cNvSpPr>
          <p:nvPr/>
        </p:nvSpPr>
        <p:spPr>
          <a:xfrm>
            <a:off x="5425354" y="4522119"/>
            <a:ext cx="4391829" cy="5982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Password Need To Click (*PW):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9CB9418C-058C-D496-1F1A-9F77C6F52EE7}"/>
              </a:ext>
            </a:extLst>
          </p:cNvPr>
          <p:cNvPicPr preferRelativeResize="0">
            <a:picLocks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2247" y="5007779"/>
            <a:ext cx="731520" cy="731520"/>
          </a:xfrm>
          <a:prstGeom prst="rect">
            <a:avLst/>
          </a:prstGeom>
          <a:ln w="38100">
            <a:solidFill>
              <a:srgbClr val="00B0F0"/>
            </a:solidFill>
          </a:ln>
          <a:effectLst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27902607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49B60-427A-FE1A-5F6C-6D5D209CA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E9F86F0-8DD4-7B34-F12E-BF0B20ABFD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3698" y="334802"/>
            <a:ext cx="9144000" cy="598257"/>
          </a:xfrm>
        </p:spPr>
        <p:txBody>
          <a:bodyPr/>
          <a:lstStyle/>
          <a:p>
            <a:r>
              <a:rPr lang="en-US" dirty="0"/>
              <a:t>Tutorial 2 – Special Case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65C6EE54-57C2-7FB3-520E-8C9E59AA4FB7}"/>
              </a:ext>
            </a:extLst>
          </p:cNvPr>
          <p:cNvGrpSpPr/>
          <p:nvPr/>
        </p:nvGrpSpPr>
        <p:grpSpPr>
          <a:xfrm>
            <a:off x="1144574" y="1688010"/>
            <a:ext cx="3868712" cy="3886690"/>
            <a:chOff x="3081528" y="1265223"/>
            <a:chExt cx="3868712" cy="388669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80F6A2B-0106-EE77-3F87-CA594FFF0A1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40598" y="28473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25A72C5-6EAE-6BF9-D983-A52A66BEF43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128742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D4888CE-03A5-5624-CC84-3042633EBFB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207066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9BD846DC-14E3-764B-5B15-DD92D821388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0569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F9D6BC5C-FDC4-6C6E-34FA-2C30A9C70BD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205401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B5ED27F7-BAA9-AE37-367E-330ED4120CB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12848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E853CDC3-3113-9B72-2049-13B68E151BD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126913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8002EA41-F51C-6BCC-6F1B-8D54AD993DC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20133" y="285391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13D6DDC0-0FD8-6BD4-4B4B-7836423FA13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126522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2E2A0861-B2BD-D639-9CC0-15A757D52DE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206870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9AD4B68E-A3EF-DE4C-7429-3A89372E172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1063" y="28428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6A0958DB-4879-4FA1-4210-94AE3F1DEF9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2060824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1A67C847-4042-00DF-082C-3ADC68CB027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363649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BC2F6808-66E6-A4D0-5D70-1068ACE4F4F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422" y="363715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D2832276-24AE-FEF6-964E-82561FB825F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0124" y="363387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53F8807A-4638-0405-2A36-27E88CDB2EF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9670" y="28526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2A2CC5EA-EA42-7A27-359C-5A4A89521BD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5826" y="363159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E22C7730-A8C7-8B20-DBE4-9E06FCF91FA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3632577"/>
              <a:ext cx="731520" cy="731520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43BA4866-1EC6-DE2B-48FA-48E06EEFD3A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988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E7E37445-6011-B945-C7A4-92771F839FD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12743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8DA059A6-D4BA-39A1-3665-47C9EE56614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257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A4DACB7A-16EB-99A8-06F4-2256408E7C3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7526" y="4420392"/>
              <a:ext cx="731520" cy="731520"/>
            </a:xfrm>
            <a:prstGeom prst="rect">
              <a:avLst/>
            </a:prstGeom>
            <a:ln w="38100">
              <a:solidFill>
                <a:schemeClr val="accent5">
                  <a:lumMod val="60000"/>
                  <a:lumOff val="40000"/>
                </a:schemeClr>
              </a:solidFill>
            </a:ln>
            <a:effectLst>
              <a:softEdge rad="0"/>
            </a:effec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0B0EDE64-2C95-5BCA-1C59-3F392622763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3795" y="4420393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9E979E96-97A8-C163-41A7-BDA124D685B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EE2FDA8C-537A-2409-68EB-504BE799FDE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84476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</p:grpSp>
      <p:sp>
        <p:nvSpPr>
          <p:cNvPr id="64" name="Subtitle 2">
            <a:extLst>
              <a:ext uri="{FF2B5EF4-FFF2-40B4-BE49-F238E27FC236}">
                <a16:creationId xmlns:a16="http://schemas.microsoft.com/office/drawing/2014/main" id="{37551424-A718-E04C-B3DC-3CD5DA338211}"/>
              </a:ext>
            </a:extLst>
          </p:cNvPr>
          <p:cNvSpPr txBox="1">
            <a:spLocks/>
          </p:cNvSpPr>
          <p:nvPr/>
        </p:nvSpPr>
        <p:spPr>
          <a:xfrm>
            <a:off x="4938560" y="2696085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Direction:</a:t>
            </a:r>
          </a:p>
          <a:p>
            <a:endParaRPr lang="en-US" dirty="0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74B553CA-5859-E16B-0091-B0496A15A303}"/>
              </a:ext>
            </a:extLst>
          </p:cNvPr>
          <p:cNvGrpSpPr/>
          <p:nvPr/>
        </p:nvGrpSpPr>
        <p:grpSpPr>
          <a:xfrm>
            <a:off x="5590121" y="3233004"/>
            <a:ext cx="3303079" cy="1198835"/>
            <a:chOff x="6159969" y="4368286"/>
            <a:chExt cx="3303079" cy="1198835"/>
          </a:xfrm>
        </p:grpSpPr>
        <p:pic>
          <p:nvPicPr>
            <p:cNvPr id="66" name="Graphic 65" descr="Arrow Up with solid fill">
              <a:extLst>
                <a:ext uri="{FF2B5EF4-FFF2-40B4-BE49-F238E27FC236}">
                  <a16:creationId xmlns:a16="http://schemas.microsoft.com/office/drawing/2014/main" id="{185A66B2-1951-4621-6422-CBC874B18F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 rot="2638818">
              <a:off x="6251409" y="4368286"/>
              <a:ext cx="548640" cy="548640"/>
            </a:xfrm>
            <a:prstGeom prst="rect">
              <a:avLst/>
            </a:prstGeom>
          </p:spPr>
        </p:pic>
        <p:pic>
          <p:nvPicPr>
            <p:cNvPr id="68" name="Graphic 67" descr="Arrow Down with solid fill">
              <a:extLst>
                <a:ext uri="{FF2B5EF4-FFF2-40B4-BE49-F238E27FC236}">
                  <a16:creationId xmlns:a16="http://schemas.microsoft.com/office/drawing/2014/main" id="{2E67F62E-38EA-58CE-DBC1-ABA2A9154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 rot="7907625">
              <a:off x="7103708" y="4376905"/>
              <a:ext cx="548640" cy="548640"/>
            </a:xfrm>
            <a:prstGeom prst="rect">
              <a:avLst/>
            </a:prstGeom>
          </p:spPr>
        </p:pic>
        <p:pic>
          <p:nvPicPr>
            <p:cNvPr id="70" name="Graphic 69" descr="Arrow Right with solid fill">
              <a:extLst>
                <a:ext uri="{FF2B5EF4-FFF2-40B4-BE49-F238E27FC236}">
                  <a16:creationId xmlns:a16="http://schemas.microsoft.com/office/drawing/2014/main" id="{4ACFF4F6-1DBF-3F65-1727-07B38208A907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 rot="2717419">
              <a:off x="7974128" y="4376905"/>
              <a:ext cx="548640" cy="548640"/>
            </a:xfrm>
            <a:prstGeom prst="rect">
              <a:avLst/>
            </a:prstGeom>
          </p:spPr>
        </p:pic>
        <p:pic>
          <p:nvPicPr>
            <p:cNvPr id="71" name="Graphic 70" descr="Arrow Right with solid fill">
              <a:extLst>
                <a:ext uri="{FF2B5EF4-FFF2-40B4-BE49-F238E27FC236}">
                  <a16:creationId xmlns:a16="http://schemas.microsoft.com/office/drawing/2014/main" id="{1CD7C5E4-FFC0-E82B-62EA-3588D75758B8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 rot="8031615">
              <a:off x="8808306" y="4376905"/>
              <a:ext cx="548640" cy="548640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C9C725AA-0CA3-7AB5-7AB4-A3BFEA2E312E}"/>
                </a:ext>
              </a:extLst>
            </p:cNvPr>
            <p:cNvSpPr txBox="1"/>
            <p:nvPr/>
          </p:nvSpPr>
          <p:spPr>
            <a:xfrm rot="16200000">
              <a:off x="6156397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Northeast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999D70A1-B042-D408-3ADC-0E1EF1C2E66A}"/>
                </a:ext>
              </a:extLst>
            </p:cNvPr>
            <p:cNvSpPr txBox="1"/>
            <p:nvPr/>
          </p:nvSpPr>
          <p:spPr>
            <a:xfrm rot="16200000">
              <a:off x="7008696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Northwest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AFDF716A-134D-25C3-14F2-B668171D3878}"/>
                </a:ext>
              </a:extLst>
            </p:cNvPr>
            <p:cNvSpPr txBox="1"/>
            <p:nvPr/>
          </p:nvSpPr>
          <p:spPr>
            <a:xfrm rot="16200000">
              <a:off x="7879116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Southeast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3427AD15-0FDA-A6C6-BA68-C4EBBFDC6E80}"/>
                </a:ext>
              </a:extLst>
            </p:cNvPr>
            <p:cNvSpPr txBox="1"/>
            <p:nvPr/>
          </p:nvSpPr>
          <p:spPr>
            <a:xfrm rot="16200000">
              <a:off x="8727956" y="4822606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Southwest</a:t>
              </a:r>
            </a:p>
          </p:txBody>
        </p:sp>
      </p:grpSp>
      <p:pic>
        <p:nvPicPr>
          <p:cNvPr id="2" name="Graphic 1" descr="Arrow Up with solid fill">
            <a:extLst>
              <a:ext uri="{FF2B5EF4-FFF2-40B4-BE49-F238E27FC236}">
                <a16:creationId xmlns:a16="http://schemas.microsoft.com/office/drawing/2014/main" id="{BDBF72CD-B34D-350C-275E-BEDCCBA86E54}"/>
              </a:ext>
            </a:extLst>
          </p:cNvPr>
          <p:cNvPicPr>
            <a:picLocks noChangeAspect="1"/>
          </p:cNvPicPr>
          <p:nvPr/>
        </p:nvPicPr>
        <p:blipFill>
          <a:blip r:embed="rId33"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 rot="18794554">
            <a:off x="2438850" y="1433280"/>
            <a:ext cx="548640" cy="54864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2A85FB6-88DF-052D-1E21-DE73E4B9A5FA}"/>
              </a:ext>
            </a:extLst>
          </p:cNvPr>
          <p:cNvSpPr txBox="1"/>
          <p:nvPr/>
        </p:nvSpPr>
        <p:spPr>
          <a:xfrm>
            <a:off x="2597474" y="1090804"/>
            <a:ext cx="12452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Step 2: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E1BFCE-ADB7-D566-0FEB-FD887445BF9C}"/>
              </a:ext>
            </a:extLst>
          </p:cNvPr>
          <p:cNvSpPr txBox="1"/>
          <p:nvPr/>
        </p:nvSpPr>
        <p:spPr>
          <a:xfrm>
            <a:off x="2961100" y="2111392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FF"/>
                </a:highlight>
              </a:rPr>
              <a:t>*RP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75662F-61F0-EC72-8D80-04FF28BC3695}"/>
              </a:ext>
            </a:extLst>
          </p:cNvPr>
          <p:cNvSpPr txBox="1"/>
          <p:nvPr/>
        </p:nvSpPr>
        <p:spPr>
          <a:xfrm>
            <a:off x="2128670" y="5264910"/>
            <a:ext cx="628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FF"/>
                </a:highlight>
              </a:rPr>
              <a:t>*PW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71BE0C63-C448-F748-9AD6-ADA95D057682}"/>
              </a:ext>
            </a:extLst>
          </p:cNvPr>
          <p:cNvSpPr txBox="1">
            <a:spLocks/>
          </p:cNvSpPr>
          <p:nvPr/>
        </p:nvSpPr>
        <p:spPr>
          <a:xfrm>
            <a:off x="5248067" y="1098831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Password (*RP):</a:t>
            </a:r>
          </a:p>
          <a:p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FF1360B-EF97-2B50-5842-3196CBD81A0C}"/>
              </a:ext>
            </a:extLst>
          </p:cNvPr>
          <p:cNvPicPr preferRelativeResize="0">
            <a:picLocks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3829" y="1652597"/>
            <a:ext cx="731520" cy="731520"/>
          </a:xfrm>
          <a:prstGeom prst="rect">
            <a:avLst/>
          </a:prstGeom>
          <a:ln w="38100">
            <a:solidFill>
              <a:srgbClr val="00B0F0"/>
            </a:solidFill>
          </a:ln>
          <a:effectLst>
            <a:softEdge rad="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4C33D01-AE77-6414-514E-247BB072EBFF}"/>
              </a:ext>
            </a:extLst>
          </p:cNvPr>
          <p:cNvPicPr preferRelativeResize="0">
            <a:picLocks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6128" y="1649826"/>
            <a:ext cx="731520" cy="731520"/>
          </a:xfrm>
          <a:prstGeom prst="rect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  <a:effectLst>
            <a:softEdge rad="0"/>
          </a:effec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1C38AA6-9CA1-F914-75BA-3E33AC8ED2ED}"/>
              </a:ext>
            </a:extLst>
          </p:cNvPr>
          <p:cNvPicPr preferRelativeResize="0">
            <a:picLocks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2840" y="1652304"/>
            <a:ext cx="731520" cy="731520"/>
          </a:xfrm>
          <a:prstGeom prst="rect">
            <a:avLst/>
          </a:prstGeom>
          <a:effectLst>
            <a:softEdge rad="0"/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C600172-446C-B470-11CB-FFFAF607D4AB}"/>
              </a:ext>
            </a:extLst>
          </p:cNvPr>
          <p:cNvPicPr preferRelativeResize="0">
            <a:picLocks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1680" y="1649826"/>
            <a:ext cx="731520" cy="731520"/>
          </a:xfrm>
          <a:prstGeom prst="rect">
            <a:avLst/>
          </a:prstGeom>
          <a:effectLst>
            <a:softEdge rad="0"/>
          </a:effectLst>
        </p:spPr>
      </p:pic>
      <p:sp>
        <p:nvSpPr>
          <p:cNvPr id="16" name="Subtitle 2">
            <a:extLst>
              <a:ext uri="{FF2B5EF4-FFF2-40B4-BE49-F238E27FC236}">
                <a16:creationId xmlns:a16="http://schemas.microsoft.com/office/drawing/2014/main" id="{B6D438EB-2B40-A8B0-350D-525DDB1BDBC7}"/>
              </a:ext>
            </a:extLst>
          </p:cNvPr>
          <p:cNvSpPr txBox="1">
            <a:spLocks/>
          </p:cNvSpPr>
          <p:nvPr/>
        </p:nvSpPr>
        <p:spPr>
          <a:xfrm>
            <a:off x="5425354" y="4522119"/>
            <a:ext cx="4391829" cy="5982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Password Need To Click (*PW):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5837CD81-57B8-70C9-A980-C1B9FE9CFC3B}"/>
              </a:ext>
            </a:extLst>
          </p:cNvPr>
          <p:cNvPicPr preferRelativeResize="0">
            <a:picLocks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2247" y="5007779"/>
            <a:ext cx="731520" cy="731520"/>
          </a:xfrm>
          <a:prstGeom prst="rect">
            <a:avLst/>
          </a:prstGeom>
          <a:ln w="38100">
            <a:solidFill>
              <a:srgbClr val="00B0F0"/>
            </a:solidFill>
          </a:ln>
          <a:effectLst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41753995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95A6E-F355-05C4-F51D-407B11134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F37688B-7D96-3C3F-15DC-F54E3F476A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3698" y="334802"/>
            <a:ext cx="9144000" cy="598257"/>
          </a:xfrm>
        </p:spPr>
        <p:txBody>
          <a:bodyPr/>
          <a:lstStyle/>
          <a:p>
            <a:r>
              <a:rPr lang="en-US" dirty="0"/>
              <a:t>Tutorial 2 – Special Case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BD8348A9-64F8-F669-4F64-C21EB0C0E8D6}"/>
              </a:ext>
            </a:extLst>
          </p:cNvPr>
          <p:cNvGrpSpPr/>
          <p:nvPr/>
        </p:nvGrpSpPr>
        <p:grpSpPr>
          <a:xfrm>
            <a:off x="1144574" y="1688010"/>
            <a:ext cx="3868712" cy="3886690"/>
            <a:chOff x="3081528" y="1265223"/>
            <a:chExt cx="3868712" cy="388669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33A2983-8914-459C-A83D-DDEE45974A5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40598" y="28473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4BE1398-15EC-E43A-C924-2A8041B45EF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128742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90E2A74C-8DBE-B4CC-3299-47D512E2BE3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207066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0B6A27B9-F589-4E9A-6400-F7D82DFCA4F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0569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C77004F5-A0D4-51D0-14C5-0B3F8B916AA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205401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86711A87-439B-DA89-7754-1281691D311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12848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E3A7EF40-D791-55FA-4BEA-D51616662D9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126913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D3D595F0-A4DE-9162-25AF-B0A1D610222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20133" y="285391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80B7B764-7019-DAA9-77D7-A83F8C6FA6E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126522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73D37602-F0DD-03D3-8CA5-3C4641E1660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206870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452DB54-53ED-61A5-66FD-EF53B60B112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1063" y="28428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22007EF8-4BB9-AC0F-8D3E-413E8A4A2A7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2060824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C3C12A43-596D-FDFF-429E-99479EC25E4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363649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5EF2CA2A-0A22-EFC9-2B6A-A3D90776D9F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422" y="363715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35143D39-A35C-38C6-1F1A-6787D7D59BC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0124" y="363387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8DF6C43F-24F7-9979-7CDB-FA64F43C43F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9670" y="28526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2BFE8008-B662-7A71-4C09-8A842790C3B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5826" y="363159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6608197F-4AB1-343C-1238-FCC276BC7C2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3632577"/>
              <a:ext cx="731520" cy="731520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2CEF552B-372D-21EC-B81C-A7D9197A820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988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992EEDFF-E244-9671-C667-2B3C3F419AA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12743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9CB9AA6C-9BF9-F652-58DF-3F968F71C77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257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C9567206-6352-B9AC-4F8B-3A85DC25C8A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7526" y="4420392"/>
              <a:ext cx="731520" cy="731520"/>
            </a:xfrm>
            <a:prstGeom prst="rect">
              <a:avLst/>
            </a:prstGeom>
            <a:ln w="38100">
              <a:solidFill>
                <a:schemeClr val="accent5">
                  <a:lumMod val="60000"/>
                  <a:lumOff val="40000"/>
                </a:schemeClr>
              </a:solidFill>
            </a:ln>
            <a:effectLst>
              <a:softEdge rad="0"/>
            </a:effec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3FE4E8BC-98DB-D534-0C7D-CE59A599C20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3795" y="4420393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17342887-DB24-65BC-5618-A8E577DCD03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668E37B8-06EF-797D-286A-66B18DDFD96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84476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</p:grpSp>
      <p:sp>
        <p:nvSpPr>
          <p:cNvPr id="64" name="Subtitle 2">
            <a:extLst>
              <a:ext uri="{FF2B5EF4-FFF2-40B4-BE49-F238E27FC236}">
                <a16:creationId xmlns:a16="http://schemas.microsoft.com/office/drawing/2014/main" id="{FA088567-3EB1-EBCB-A8BA-15D7493BC1C9}"/>
              </a:ext>
            </a:extLst>
          </p:cNvPr>
          <p:cNvSpPr txBox="1">
            <a:spLocks/>
          </p:cNvSpPr>
          <p:nvPr/>
        </p:nvSpPr>
        <p:spPr>
          <a:xfrm>
            <a:off x="4938560" y="2696085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Direction:</a:t>
            </a:r>
          </a:p>
          <a:p>
            <a:endParaRPr lang="en-US" dirty="0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21911ED8-E63D-B3F0-7BDF-A54EBC86E3BA}"/>
              </a:ext>
            </a:extLst>
          </p:cNvPr>
          <p:cNvGrpSpPr/>
          <p:nvPr/>
        </p:nvGrpSpPr>
        <p:grpSpPr>
          <a:xfrm>
            <a:off x="5590121" y="3233004"/>
            <a:ext cx="3303079" cy="1198835"/>
            <a:chOff x="6159969" y="4368286"/>
            <a:chExt cx="3303079" cy="1198835"/>
          </a:xfrm>
        </p:grpSpPr>
        <p:pic>
          <p:nvPicPr>
            <p:cNvPr id="66" name="Graphic 65" descr="Arrow Up with solid fill">
              <a:extLst>
                <a:ext uri="{FF2B5EF4-FFF2-40B4-BE49-F238E27FC236}">
                  <a16:creationId xmlns:a16="http://schemas.microsoft.com/office/drawing/2014/main" id="{340184DD-9AEA-7DB9-DAEA-0816E10DB0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 rot="2638818">
              <a:off x="6251409" y="4368286"/>
              <a:ext cx="548640" cy="548640"/>
            </a:xfrm>
            <a:prstGeom prst="rect">
              <a:avLst/>
            </a:prstGeom>
          </p:spPr>
        </p:pic>
        <p:pic>
          <p:nvPicPr>
            <p:cNvPr id="68" name="Graphic 67" descr="Arrow Down with solid fill">
              <a:extLst>
                <a:ext uri="{FF2B5EF4-FFF2-40B4-BE49-F238E27FC236}">
                  <a16:creationId xmlns:a16="http://schemas.microsoft.com/office/drawing/2014/main" id="{E6CE9658-09F9-F8B8-0DA0-1C3EC2D7B1C8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 rot="7907625">
              <a:off x="7103708" y="4376905"/>
              <a:ext cx="548640" cy="548640"/>
            </a:xfrm>
            <a:prstGeom prst="rect">
              <a:avLst/>
            </a:prstGeom>
          </p:spPr>
        </p:pic>
        <p:pic>
          <p:nvPicPr>
            <p:cNvPr id="70" name="Graphic 69" descr="Arrow Right with solid fill">
              <a:extLst>
                <a:ext uri="{FF2B5EF4-FFF2-40B4-BE49-F238E27FC236}">
                  <a16:creationId xmlns:a16="http://schemas.microsoft.com/office/drawing/2014/main" id="{47AE2F07-684B-B613-B7B4-1A2262C9F724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 rot="2717419">
              <a:off x="7974128" y="4376905"/>
              <a:ext cx="548640" cy="548640"/>
            </a:xfrm>
            <a:prstGeom prst="rect">
              <a:avLst/>
            </a:prstGeom>
          </p:spPr>
        </p:pic>
        <p:pic>
          <p:nvPicPr>
            <p:cNvPr id="71" name="Graphic 70" descr="Arrow Right with solid fill">
              <a:extLst>
                <a:ext uri="{FF2B5EF4-FFF2-40B4-BE49-F238E27FC236}">
                  <a16:creationId xmlns:a16="http://schemas.microsoft.com/office/drawing/2014/main" id="{85B03459-EBF1-318A-2FA4-0EDEDB552735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 rot="8031615">
              <a:off x="8808306" y="4376905"/>
              <a:ext cx="548640" cy="548640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FCEB158-684B-0099-B286-EB28FD72E32D}"/>
                </a:ext>
              </a:extLst>
            </p:cNvPr>
            <p:cNvSpPr txBox="1"/>
            <p:nvPr/>
          </p:nvSpPr>
          <p:spPr>
            <a:xfrm rot="16200000">
              <a:off x="6156397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Northeast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2B6AEC66-6BE9-C255-7387-EEA25A53E575}"/>
                </a:ext>
              </a:extLst>
            </p:cNvPr>
            <p:cNvSpPr txBox="1"/>
            <p:nvPr/>
          </p:nvSpPr>
          <p:spPr>
            <a:xfrm rot="16200000">
              <a:off x="7008696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Northwest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47A37310-29AE-C381-C913-C46ADDCA2A90}"/>
                </a:ext>
              </a:extLst>
            </p:cNvPr>
            <p:cNvSpPr txBox="1"/>
            <p:nvPr/>
          </p:nvSpPr>
          <p:spPr>
            <a:xfrm rot="16200000">
              <a:off x="7879116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Southeast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700A1DC5-E3E4-B5A9-940A-DFBBD6FB2E00}"/>
                </a:ext>
              </a:extLst>
            </p:cNvPr>
            <p:cNvSpPr txBox="1"/>
            <p:nvPr/>
          </p:nvSpPr>
          <p:spPr>
            <a:xfrm rot="16200000">
              <a:off x="8727956" y="4822606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Southwest</a:t>
              </a:r>
            </a:p>
          </p:txBody>
        </p:sp>
      </p:grpSp>
      <p:pic>
        <p:nvPicPr>
          <p:cNvPr id="2" name="Graphic 1" descr="Arrow Up with solid fill">
            <a:extLst>
              <a:ext uri="{FF2B5EF4-FFF2-40B4-BE49-F238E27FC236}">
                <a16:creationId xmlns:a16="http://schemas.microsoft.com/office/drawing/2014/main" id="{04AD9F62-E7A1-B1A6-B94A-58ED7829A447}"/>
              </a:ext>
            </a:extLst>
          </p:cNvPr>
          <p:cNvPicPr>
            <a:picLocks noChangeAspect="1"/>
          </p:cNvPicPr>
          <p:nvPr/>
        </p:nvPicPr>
        <p:blipFill>
          <a:blip r:embed="rId33"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 rot="18794554">
            <a:off x="2438850" y="1433280"/>
            <a:ext cx="548640" cy="54864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E38237F-0D1C-F784-B7FD-50CE709E41EA}"/>
              </a:ext>
            </a:extLst>
          </p:cNvPr>
          <p:cNvSpPr txBox="1"/>
          <p:nvPr/>
        </p:nvSpPr>
        <p:spPr>
          <a:xfrm>
            <a:off x="2597474" y="1090804"/>
            <a:ext cx="12452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Step 2: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A730FC-C8F2-872E-2232-7556F2047013}"/>
              </a:ext>
            </a:extLst>
          </p:cNvPr>
          <p:cNvSpPr txBox="1"/>
          <p:nvPr/>
        </p:nvSpPr>
        <p:spPr>
          <a:xfrm>
            <a:off x="2961100" y="2111392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FF"/>
                </a:highlight>
              </a:rPr>
              <a:t>*RP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370577-623B-3F66-AED9-9B6D90827DF4}"/>
              </a:ext>
            </a:extLst>
          </p:cNvPr>
          <p:cNvSpPr txBox="1"/>
          <p:nvPr/>
        </p:nvSpPr>
        <p:spPr>
          <a:xfrm>
            <a:off x="2128670" y="5264910"/>
            <a:ext cx="628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FF"/>
                </a:highlight>
              </a:rPr>
              <a:t>*PW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C82A99C0-8B70-5F38-AF66-358120668462}"/>
              </a:ext>
            </a:extLst>
          </p:cNvPr>
          <p:cNvSpPr txBox="1">
            <a:spLocks/>
          </p:cNvSpPr>
          <p:nvPr/>
        </p:nvSpPr>
        <p:spPr>
          <a:xfrm>
            <a:off x="5248067" y="1098831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Password (*RP):</a:t>
            </a:r>
          </a:p>
          <a:p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E8FCEF4-648A-221D-2E09-0981B0A47B6D}"/>
              </a:ext>
            </a:extLst>
          </p:cNvPr>
          <p:cNvPicPr preferRelativeResize="0">
            <a:picLocks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3829" y="1652597"/>
            <a:ext cx="731520" cy="731520"/>
          </a:xfrm>
          <a:prstGeom prst="rect">
            <a:avLst/>
          </a:prstGeom>
          <a:ln w="38100">
            <a:solidFill>
              <a:srgbClr val="00B0F0"/>
            </a:solidFill>
          </a:ln>
          <a:effectLst>
            <a:softEdge rad="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69AE690-C7C4-AB43-19AD-8B93C2A67D4F}"/>
              </a:ext>
            </a:extLst>
          </p:cNvPr>
          <p:cNvPicPr preferRelativeResize="0">
            <a:picLocks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6128" y="1649826"/>
            <a:ext cx="731520" cy="731520"/>
          </a:xfrm>
          <a:prstGeom prst="rect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  <a:effectLst>
            <a:softEdge rad="0"/>
          </a:effec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7FBA137-6641-46D6-996D-CF35CB3B59DA}"/>
              </a:ext>
            </a:extLst>
          </p:cNvPr>
          <p:cNvPicPr preferRelativeResize="0">
            <a:picLocks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2840" y="1652304"/>
            <a:ext cx="731520" cy="731520"/>
          </a:xfrm>
          <a:prstGeom prst="rect">
            <a:avLst/>
          </a:prstGeom>
          <a:effectLst>
            <a:softEdge rad="0"/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E86F0BF2-CD27-5E9C-4E77-432946F48456}"/>
              </a:ext>
            </a:extLst>
          </p:cNvPr>
          <p:cNvPicPr preferRelativeResize="0">
            <a:picLocks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1680" y="1649826"/>
            <a:ext cx="731520" cy="731520"/>
          </a:xfrm>
          <a:prstGeom prst="rect">
            <a:avLst/>
          </a:prstGeom>
          <a:effectLst>
            <a:softEdge rad="0"/>
          </a:effectLst>
        </p:spPr>
      </p:pic>
      <p:sp>
        <p:nvSpPr>
          <p:cNvPr id="16" name="Subtitle 2">
            <a:extLst>
              <a:ext uri="{FF2B5EF4-FFF2-40B4-BE49-F238E27FC236}">
                <a16:creationId xmlns:a16="http://schemas.microsoft.com/office/drawing/2014/main" id="{EE0C7573-05F8-06EE-A5ED-3F428AB04144}"/>
              </a:ext>
            </a:extLst>
          </p:cNvPr>
          <p:cNvSpPr txBox="1">
            <a:spLocks/>
          </p:cNvSpPr>
          <p:nvPr/>
        </p:nvSpPr>
        <p:spPr>
          <a:xfrm>
            <a:off x="5425354" y="4522119"/>
            <a:ext cx="4391829" cy="5982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Password Need To Click (*PW):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011015C-054C-8A2F-0757-AFCC7D4731EC}"/>
              </a:ext>
            </a:extLst>
          </p:cNvPr>
          <p:cNvPicPr preferRelativeResize="0">
            <a:picLocks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2247" y="5007779"/>
            <a:ext cx="731520" cy="731520"/>
          </a:xfrm>
          <a:prstGeom prst="rect">
            <a:avLst/>
          </a:prstGeom>
          <a:ln w="38100">
            <a:solidFill>
              <a:srgbClr val="00B0F0"/>
            </a:solidFill>
          </a:ln>
          <a:effectLst>
            <a:softEdge rad="0"/>
          </a:effectLst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8C5A83E1-699C-CB8F-8D04-BC479582E415}"/>
              </a:ext>
            </a:extLst>
          </p:cNvPr>
          <p:cNvPicPr preferRelativeResize="0">
            <a:picLocks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4000" y="5007089"/>
            <a:ext cx="731520" cy="731520"/>
          </a:xfrm>
          <a:prstGeom prst="rect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  <a:effectLst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26105160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A580B-AAE0-DEE6-B2BB-EEC21146E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CCA3AF8-522C-EF96-1AAB-AA7624ACA8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3698" y="334802"/>
            <a:ext cx="9144000" cy="598257"/>
          </a:xfrm>
        </p:spPr>
        <p:txBody>
          <a:bodyPr/>
          <a:lstStyle/>
          <a:p>
            <a:r>
              <a:rPr lang="en-US" dirty="0"/>
              <a:t>Tutorial 2 – Special Case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0B02FEB9-E509-4637-77D4-1228AACEED56}"/>
              </a:ext>
            </a:extLst>
          </p:cNvPr>
          <p:cNvGrpSpPr/>
          <p:nvPr/>
        </p:nvGrpSpPr>
        <p:grpSpPr>
          <a:xfrm>
            <a:off x="1144574" y="1688010"/>
            <a:ext cx="3868712" cy="3886690"/>
            <a:chOff x="3081528" y="1265223"/>
            <a:chExt cx="3868712" cy="388669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6F16B7F-CE1A-8DA9-F66B-E884E99B427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40598" y="28473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3ACC786-592C-1614-5D04-8FA6E2A1D30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128742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E2566393-B4B0-4DA7-E4AF-9C6E7A55871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207066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22EBBBE5-450C-3970-EDB0-794F491C6D8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0569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23379538-5B95-ADD0-F98D-4E381384081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205401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914FCF7E-E0B1-1F00-6754-DF1E2A8FB76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12848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2EB22F38-4482-406E-FB98-12C75BB8871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1269132"/>
              <a:ext cx="731520" cy="731520"/>
            </a:xfrm>
            <a:prstGeom prst="rect">
              <a:avLst/>
            </a:prstGeom>
            <a:ln w="38100">
              <a:solidFill>
                <a:srgbClr val="7030A0"/>
              </a:solidFill>
            </a:ln>
            <a:effectLst>
              <a:softEdge rad="0"/>
            </a:effectLst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10B610C6-6DD6-572D-2EE7-8F036F5AFBC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20133" y="285391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7F631FF2-D706-D836-7A3C-6E40E4496DD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126522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06ADCE81-6271-9C0A-D00D-7871486D3E2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206870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12D035BD-1A06-22AF-0E00-5EFBECB1529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1063" y="28428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B2B5779B-420E-46C3-9B78-30D56875128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2060824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BD5C964B-11FF-A405-9954-B92039E7B3E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363649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860EBBB3-AAD1-31D8-79BB-4D16BB54531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422" y="363715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80127007-EC1C-74E2-C33E-4FC45C2CAB4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0124" y="363387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824E6AAF-3C57-8260-D149-26D3E84DB6A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9670" y="28526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DC83F380-965B-C9BC-EE14-F5547825317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5826" y="363159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135CC2A5-B127-1799-262A-31608B2B1FF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3632577"/>
              <a:ext cx="731520" cy="731520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DDD4E5D4-AD48-E52B-0DC5-4E1DF170E57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988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0E4E23B5-1A88-76B9-0F4C-7C69E3DFB49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12743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FC7AF0BC-916B-1D8E-E33F-C5D39354104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257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C0C1F5BD-902B-0977-52D4-9E4B7C958D1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7526" y="4420392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56749E9B-97A7-5599-A5B0-F8EA3D3DD4B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3795" y="4420393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1BBAE53F-97CB-C794-A0BA-97F64A34EB3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298D98BB-53D6-24BE-A54B-649F011A3B0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84476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</p:grpSp>
      <p:sp>
        <p:nvSpPr>
          <p:cNvPr id="64" name="Subtitle 2">
            <a:extLst>
              <a:ext uri="{FF2B5EF4-FFF2-40B4-BE49-F238E27FC236}">
                <a16:creationId xmlns:a16="http://schemas.microsoft.com/office/drawing/2014/main" id="{B7AB7E74-EA08-10CC-FAA1-E80B3B6BC061}"/>
              </a:ext>
            </a:extLst>
          </p:cNvPr>
          <p:cNvSpPr txBox="1">
            <a:spLocks/>
          </p:cNvSpPr>
          <p:nvPr/>
        </p:nvSpPr>
        <p:spPr>
          <a:xfrm>
            <a:off x="4938560" y="2696085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Direction:</a:t>
            </a:r>
          </a:p>
          <a:p>
            <a:endParaRPr lang="en-US" dirty="0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2D69DDF6-0B04-2EB8-6A09-1E6070F4023B}"/>
              </a:ext>
            </a:extLst>
          </p:cNvPr>
          <p:cNvGrpSpPr/>
          <p:nvPr/>
        </p:nvGrpSpPr>
        <p:grpSpPr>
          <a:xfrm>
            <a:off x="5590121" y="3233004"/>
            <a:ext cx="3303079" cy="1198835"/>
            <a:chOff x="6159969" y="4368286"/>
            <a:chExt cx="3303079" cy="1198835"/>
          </a:xfrm>
        </p:grpSpPr>
        <p:pic>
          <p:nvPicPr>
            <p:cNvPr id="66" name="Graphic 65" descr="Arrow Up with solid fill">
              <a:extLst>
                <a:ext uri="{FF2B5EF4-FFF2-40B4-BE49-F238E27FC236}">
                  <a16:creationId xmlns:a16="http://schemas.microsoft.com/office/drawing/2014/main" id="{21C9BBFB-1351-9A03-7E4D-F198034985DE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 rot="2638818">
              <a:off x="6251409" y="4368286"/>
              <a:ext cx="548640" cy="548640"/>
            </a:xfrm>
            <a:prstGeom prst="rect">
              <a:avLst/>
            </a:prstGeom>
          </p:spPr>
        </p:pic>
        <p:pic>
          <p:nvPicPr>
            <p:cNvPr id="68" name="Graphic 67" descr="Arrow Down with solid fill">
              <a:extLst>
                <a:ext uri="{FF2B5EF4-FFF2-40B4-BE49-F238E27FC236}">
                  <a16:creationId xmlns:a16="http://schemas.microsoft.com/office/drawing/2014/main" id="{EAAED757-A450-F9BD-C29C-CB528A739625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 rot="7907625">
              <a:off x="7103708" y="4376905"/>
              <a:ext cx="548640" cy="548640"/>
            </a:xfrm>
            <a:prstGeom prst="rect">
              <a:avLst/>
            </a:prstGeom>
          </p:spPr>
        </p:pic>
        <p:pic>
          <p:nvPicPr>
            <p:cNvPr id="70" name="Graphic 69" descr="Arrow Right with solid fill">
              <a:extLst>
                <a:ext uri="{FF2B5EF4-FFF2-40B4-BE49-F238E27FC236}">
                  <a16:creationId xmlns:a16="http://schemas.microsoft.com/office/drawing/2014/main" id="{AE33CFE2-45A2-6AF5-AE0F-90382EECA353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 rot="2717419">
              <a:off x="7974128" y="4376905"/>
              <a:ext cx="548640" cy="548640"/>
            </a:xfrm>
            <a:prstGeom prst="rect">
              <a:avLst/>
            </a:prstGeom>
          </p:spPr>
        </p:pic>
        <p:pic>
          <p:nvPicPr>
            <p:cNvPr id="71" name="Graphic 70" descr="Arrow Right with solid fill">
              <a:extLst>
                <a:ext uri="{FF2B5EF4-FFF2-40B4-BE49-F238E27FC236}">
                  <a16:creationId xmlns:a16="http://schemas.microsoft.com/office/drawing/2014/main" id="{FFFE639D-CBE8-65C9-A441-7DCC3A9157D7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 rot="8031615">
              <a:off x="8808306" y="4376905"/>
              <a:ext cx="548640" cy="548640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84FCFCE7-C75F-E24B-6CCE-CBDE921D277C}"/>
                </a:ext>
              </a:extLst>
            </p:cNvPr>
            <p:cNvSpPr txBox="1"/>
            <p:nvPr/>
          </p:nvSpPr>
          <p:spPr>
            <a:xfrm rot="16200000">
              <a:off x="6156397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Northeast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BC214185-C473-0E15-EED3-114A1006CBF4}"/>
                </a:ext>
              </a:extLst>
            </p:cNvPr>
            <p:cNvSpPr txBox="1"/>
            <p:nvPr/>
          </p:nvSpPr>
          <p:spPr>
            <a:xfrm rot="16200000">
              <a:off x="7008696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Northwest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0DE51AE-F070-326F-A94E-0B44D61FD068}"/>
                </a:ext>
              </a:extLst>
            </p:cNvPr>
            <p:cNvSpPr txBox="1"/>
            <p:nvPr/>
          </p:nvSpPr>
          <p:spPr>
            <a:xfrm rot="16200000">
              <a:off x="7879116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Southeast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0A3D0A33-D86C-FE58-4E1B-7EE2E74285DA}"/>
                </a:ext>
              </a:extLst>
            </p:cNvPr>
            <p:cNvSpPr txBox="1"/>
            <p:nvPr/>
          </p:nvSpPr>
          <p:spPr>
            <a:xfrm rot="16200000">
              <a:off x="8727956" y="4822606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Southwest</a:t>
              </a:r>
            </a:p>
          </p:txBody>
        </p:sp>
      </p:grpSp>
      <p:pic>
        <p:nvPicPr>
          <p:cNvPr id="2" name="Graphic 1" descr="Arrow Up with solid fill">
            <a:extLst>
              <a:ext uri="{FF2B5EF4-FFF2-40B4-BE49-F238E27FC236}">
                <a16:creationId xmlns:a16="http://schemas.microsoft.com/office/drawing/2014/main" id="{2909B2D4-85BD-05E6-2E49-4C06FB792426}"/>
              </a:ext>
            </a:extLst>
          </p:cNvPr>
          <p:cNvPicPr>
            <a:picLocks noChangeAspect="1"/>
          </p:cNvPicPr>
          <p:nvPr/>
        </p:nvPicPr>
        <p:blipFill>
          <a:blip r:embed="rId35"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 rot="7867004">
            <a:off x="4697670" y="5300380"/>
            <a:ext cx="548640" cy="54864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0F632C6-7A52-D29B-5B8E-36370A964D99}"/>
              </a:ext>
            </a:extLst>
          </p:cNvPr>
          <p:cNvSpPr txBox="1"/>
          <p:nvPr/>
        </p:nvSpPr>
        <p:spPr>
          <a:xfrm>
            <a:off x="2597474" y="1090804"/>
            <a:ext cx="12452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Step 3: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817490-5B27-A963-8443-22EC3B1B9782}"/>
              </a:ext>
            </a:extLst>
          </p:cNvPr>
          <p:cNvSpPr txBox="1"/>
          <p:nvPr/>
        </p:nvSpPr>
        <p:spPr>
          <a:xfrm>
            <a:off x="4202981" y="5250203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800080"/>
                </a:highlight>
              </a:rPr>
              <a:t>*RP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1BB29C-7787-DD73-8BC1-53C0E016C0DE}"/>
              </a:ext>
            </a:extLst>
          </p:cNvPr>
          <p:cNvSpPr txBox="1"/>
          <p:nvPr/>
        </p:nvSpPr>
        <p:spPr>
          <a:xfrm>
            <a:off x="1054771" y="2107470"/>
            <a:ext cx="628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800080"/>
                </a:highlight>
              </a:rPr>
              <a:t>*PW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FCCDBEA7-3A11-8FFA-035D-686B7046F2FF}"/>
              </a:ext>
            </a:extLst>
          </p:cNvPr>
          <p:cNvSpPr txBox="1">
            <a:spLocks/>
          </p:cNvSpPr>
          <p:nvPr/>
        </p:nvSpPr>
        <p:spPr>
          <a:xfrm>
            <a:off x="5248067" y="1098831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Password (*RP):</a:t>
            </a:r>
          </a:p>
          <a:p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CBAFF3D-B695-CF73-04BD-AD4E80BB108B}"/>
              </a:ext>
            </a:extLst>
          </p:cNvPr>
          <p:cNvPicPr preferRelativeResize="0">
            <a:picLocks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3829" y="1652597"/>
            <a:ext cx="731520" cy="731520"/>
          </a:xfrm>
          <a:prstGeom prst="rect">
            <a:avLst/>
          </a:prstGeom>
          <a:ln w="38100">
            <a:solidFill>
              <a:srgbClr val="00B0F0"/>
            </a:solidFill>
          </a:ln>
          <a:effectLst>
            <a:softEdge rad="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5CEFBBF-4D19-14BA-5780-9654DE3425FD}"/>
              </a:ext>
            </a:extLst>
          </p:cNvPr>
          <p:cNvPicPr preferRelativeResize="0">
            <a:picLocks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6128" y="1649826"/>
            <a:ext cx="731520" cy="731520"/>
          </a:xfrm>
          <a:prstGeom prst="rect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  <a:effectLst>
            <a:softEdge rad="0"/>
          </a:effec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2B34D79-77CE-C9C3-48FE-72E887946BB2}"/>
              </a:ext>
            </a:extLst>
          </p:cNvPr>
          <p:cNvPicPr preferRelativeResize="0">
            <a:picLocks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2840" y="1652304"/>
            <a:ext cx="731520" cy="731520"/>
          </a:xfrm>
          <a:prstGeom prst="rect">
            <a:avLst/>
          </a:prstGeom>
          <a:ln w="38100">
            <a:solidFill>
              <a:srgbClr val="7030A0"/>
            </a:solidFill>
          </a:ln>
          <a:effectLst>
            <a:softEdge rad="0"/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64F8751B-A764-244D-1826-F0F5A9D42895}"/>
              </a:ext>
            </a:extLst>
          </p:cNvPr>
          <p:cNvPicPr preferRelativeResize="0">
            <a:picLocks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1680" y="1649826"/>
            <a:ext cx="731520" cy="731520"/>
          </a:xfrm>
          <a:prstGeom prst="rect">
            <a:avLst/>
          </a:prstGeom>
          <a:effectLst>
            <a:softEdge rad="0"/>
          </a:effectLst>
        </p:spPr>
      </p:pic>
      <p:sp>
        <p:nvSpPr>
          <p:cNvPr id="16" name="Subtitle 2">
            <a:extLst>
              <a:ext uri="{FF2B5EF4-FFF2-40B4-BE49-F238E27FC236}">
                <a16:creationId xmlns:a16="http://schemas.microsoft.com/office/drawing/2014/main" id="{7720E14B-CC03-285C-44BA-A94185572650}"/>
              </a:ext>
            </a:extLst>
          </p:cNvPr>
          <p:cNvSpPr txBox="1">
            <a:spLocks/>
          </p:cNvSpPr>
          <p:nvPr/>
        </p:nvSpPr>
        <p:spPr>
          <a:xfrm>
            <a:off x="5425354" y="4522119"/>
            <a:ext cx="4391829" cy="5982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Password Need To Click (*PW):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B34D5F32-1EC4-7A3D-2F38-8513C5996BA9}"/>
              </a:ext>
            </a:extLst>
          </p:cNvPr>
          <p:cNvPicPr preferRelativeResize="0">
            <a:picLocks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2247" y="5007779"/>
            <a:ext cx="731520" cy="731520"/>
          </a:xfrm>
          <a:prstGeom prst="rect">
            <a:avLst/>
          </a:prstGeom>
          <a:ln w="38100">
            <a:solidFill>
              <a:srgbClr val="00B0F0"/>
            </a:solidFill>
          </a:ln>
          <a:effectLst>
            <a:softEdge rad="0"/>
          </a:effectLst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F211445B-982C-BAAA-09B6-237B52C4C6C6}"/>
              </a:ext>
            </a:extLst>
          </p:cNvPr>
          <p:cNvPicPr preferRelativeResize="0">
            <a:picLocks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4000" y="5007089"/>
            <a:ext cx="731520" cy="731520"/>
          </a:xfrm>
          <a:prstGeom prst="rect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  <a:effectLst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73850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A8C3D-F9DC-3DFB-4069-7288B4B45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04E1F65-3C52-8697-E884-0BDFDDD85E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3698" y="334802"/>
            <a:ext cx="9144000" cy="598257"/>
          </a:xfrm>
        </p:spPr>
        <p:txBody>
          <a:bodyPr/>
          <a:lstStyle/>
          <a:p>
            <a:r>
              <a:rPr lang="en-US" dirty="0"/>
              <a:t>Tutorial 2 – Special Case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7A406737-1EB6-31C3-E5AB-88BF9E47BF28}"/>
              </a:ext>
            </a:extLst>
          </p:cNvPr>
          <p:cNvGrpSpPr/>
          <p:nvPr/>
        </p:nvGrpSpPr>
        <p:grpSpPr>
          <a:xfrm>
            <a:off x="1144574" y="1688010"/>
            <a:ext cx="3868712" cy="3886690"/>
            <a:chOff x="3081528" y="1265223"/>
            <a:chExt cx="3868712" cy="388669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BA77DC4-A080-D57C-324D-243123BC468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40598" y="28473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A69FCA3E-CC87-612B-9119-9BD443F12C8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128742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50525DF-A99E-5899-BDD8-44EEA196598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207066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7E1C3AED-3325-905A-4513-88DDF8F53B7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0569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0F78214D-B4F9-2B34-758B-C77197EA632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205401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A2AA07CC-2D9D-D630-0251-7639E493F0B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12848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6FA7B847-AA00-F839-F02F-5BA7A5E66FE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1269132"/>
              <a:ext cx="731520" cy="731520"/>
            </a:xfrm>
            <a:prstGeom prst="rect">
              <a:avLst/>
            </a:prstGeom>
            <a:ln w="38100">
              <a:solidFill>
                <a:srgbClr val="7030A0"/>
              </a:solidFill>
            </a:ln>
            <a:effectLst>
              <a:softEdge rad="0"/>
            </a:effectLst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45CF2249-199F-B66B-940E-67F2049B8D3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20133" y="285391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AB21341C-CE78-DC24-1A35-C83F1EDFDCE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126522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BA8CF6B2-CF90-7C7A-20B8-01058EF44B2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206870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60D2640D-794B-A2D3-2065-78CD2181518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1063" y="28428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6C6DB880-F474-1D43-64C9-AAD1F057E18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2060824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119BA866-BD5C-1961-A601-4398C05EDE7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363649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BCF5F4A2-ACBA-6477-9963-7F73A50401F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422" y="363715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736AB972-A4F8-6BAA-A753-E1C1D62F491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0124" y="363387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67286B70-E91D-5FE1-546A-76DB9F7260B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9670" y="28526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E35CE754-2DC8-53E4-FE28-756165CD2BE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5826" y="363159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DCD620B4-91B6-E0A1-3FAF-43293FD9D1C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3632577"/>
              <a:ext cx="731520" cy="731520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242C33AA-7430-42B2-35B7-C9F0EB1711D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988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D72FAC47-E148-FC4A-075A-B439CB5ACB0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12743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E6197D02-A73F-58F8-5EC6-01A34BF2CEF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257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29B14ABF-8AAD-087E-42EC-682573D0C3B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7526" y="4420392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4718CA69-643D-7229-1F45-8E8560515A3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3795" y="4420393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4746F69E-DDB5-2566-8AD7-8A2FF142652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28B3C499-35BA-2399-81E9-A7C43302F7A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84476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</p:grpSp>
      <p:sp>
        <p:nvSpPr>
          <p:cNvPr id="64" name="Subtitle 2">
            <a:extLst>
              <a:ext uri="{FF2B5EF4-FFF2-40B4-BE49-F238E27FC236}">
                <a16:creationId xmlns:a16="http://schemas.microsoft.com/office/drawing/2014/main" id="{9C104DE8-1B4D-4680-3000-6F4A3866FED7}"/>
              </a:ext>
            </a:extLst>
          </p:cNvPr>
          <p:cNvSpPr txBox="1">
            <a:spLocks/>
          </p:cNvSpPr>
          <p:nvPr/>
        </p:nvSpPr>
        <p:spPr>
          <a:xfrm>
            <a:off x="4938560" y="2696085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Direction:</a:t>
            </a:r>
          </a:p>
          <a:p>
            <a:endParaRPr lang="en-US" dirty="0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41C67678-485B-BD6D-B318-EECF971EBA67}"/>
              </a:ext>
            </a:extLst>
          </p:cNvPr>
          <p:cNvGrpSpPr/>
          <p:nvPr/>
        </p:nvGrpSpPr>
        <p:grpSpPr>
          <a:xfrm>
            <a:off x="5590121" y="3233004"/>
            <a:ext cx="3303079" cy="1198835"/>
            <a:chOff x="6159969" y="4368286"/>
            <a:chExt cx="3303079" cy="1198835"/>
          </a:xfrm>
        </p:grpSpPr>
        <p:pic>
          <p:nvPicPr>
            <p:cNvPr id="66" name="Graphic 65" descr="Arrow Up with solid fill">
              <a:extLst>
                <a:ext uri="{FF2B5EF4-FFF2-40B4-BE49-F238E27FC236}">
                  <a16:creationId xmlns:a16="http://schemas.microsoft.com/office/drawing/2014/main" id="{8C718E6A-AFE8-5D34-8F0B-C5026D28B0AB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 rot="2638818">
              <a:off x="6251409" y="4368286"/>
              <a:ext cx="548640" cy="548640"/>
            </a:xfrm>
            <a:prstGeom prst="rect">
              <a:avLst/>
            </a:prstGeom>
          </p:spPr>
        </p:pic>
        <p:pic>
          <p:nvPicPr>
            <p:cNvPr id="68" name="Graphic 67" descr="Arrow Down with solid fill">
              <a:extLst>
                <a:ext uri="{FF2B5EF4-FFF2-40B4-BE49-F238E27FC236}">
                  <a16:creationId xmlns:a16="http://schemas.microsoft.com/office/drawing/2014/main" id="{225046EB-A4FE-CD81-BE6A-209E15F87B82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 rot="7907625">
              <a:off x="7103708" y="4376905"/>
              <a:ext cx="548640" cy="548640"/>
            </a:xfrm>
            <a:prstGeom prst="rect">
              <a:avLst/>
            </a:prstGeom>
          </p:spPr>
        </p:pic>
        <p:pic>
          <p:nvPicPr>
            <p:cNvPr id="70" name="Graphic 69" descr="Arrow Right with solid fill">
              <a:extLst>
                <a:ext uri="{FF2B5EF4-FFF2-40B4-BE49-F238E27FC236}">
                  <a16:creationId xmlns:a16="http://schemas.microsoft.com/office/drawing/2014/main" id="{BC9D6D15-8B00-29CE-231C-C5FF3154DE43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 rot="2717419">
              <a:off x="7974128" y="4376905"/>
              <a:ext cx="548640" cy="548640"/>
            </a:xfrm>
            <a:prstGeom prst="rect">
              <a:avLst/>
            </a:prstGeom>
          </p:spPr>
        </p:pic>
        <p:pic>
          <p:nvPicPr>
            <p:cNvPr id="71" name="Graphic 70" descr="Arrow Right with solid fill">
              <a:extLst>
                <a:ext uri="{FF2B5EF4-FFF2-40B4-BE49-F238E27FC236}">
                  <a16:creationId xmlns:a16="http://schemas.microsoft.com/office/drawing/2014/main" id="{5791BBD7-A4DB-25DA-AE36-5CF14FBFF028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 rot="8031615">
              <a:off x="8808306" y="4376905"/>
              <a:ext cx="548640" cy="548640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2E87269C-5BF7-3232-8033-DCDD149F7651}"/>
                </a:ext>
              </a:extLst>
            </p:cNvPr>
            <p:cNvSpPr txBox="1"/>
            <p:nvPr/>
          </p:nvSpPr>
          <p:spPr>
            <a:xfrm rot="16200000">
              <a:off x="6156397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Northeast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F66808A8-018E-6FD0-D304-14B3112CFC53}"/>
                </a:ext>
              </a:extLst>
            </p:cNvPr>
            <p:cNvSpPr txBox="1"/>
            <p:nvPr/>
          </p:nvSpPr>
          <p:spPr>
            <a:xfrm rot="16200000">
              <a:off x="7008696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Northwest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B3C14EAC-DB60-3016-049F-1928F284C081}"/>
                </a:ext>
              </a:extLst>
            </p:cNvPr>
            <p:cNvSpPr txBox="1"/>
            <p:nvPr/>
          </p:nvSpPr>
          <p:spPr>
            <a:xfrm rot="16200000">
              <a:off x="7879116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Southeast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9C0CD254-8D9B-8397-83D2-D307A8C54ABB}"/>
                </a:ext>
              </a:extLst>
            </p:cNvPr>
            <p:cNvSpPr txBox="1"/>
            <p:nvPr/>
          </p:nvSpPr>
          <p:spPr>
            <a:xfrm rot="16200000">
              <a:off x="8727956" y="4822606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Southwest</a:t>
              </a:r>
            </a:p>
          </p:txBody>
        </p:sp>
      </p:grpSp>
      <p:pic>
        <p:nvPicPr>
          <p:cNvPr id="2" name="Graphic 1" descr="Arrow Up with solid fill">
            <a:extLst>
              <a:ext uri="{FF2B5EF4-FFF2-40B4-BE49-F238E27FC236}">
                <a16:creationId xmlns:a16="http://schemas.microsoft.com/office/drawing/2014/main" id="{25722388-D60B-6B21-F252-D8AD747AECAD}"/>
              </a:ext>
            </a:extLst>
          </p:cNvPr>
          <p:cNvPicPr>
            <a:picLocks noChangeAspect="1"/>
          </p:cNvPicPr>
          <p:nvPr/>
        </p:nvPicPr>
        <p:blipFill>
          <a:blip r:embed="rId35"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 rot="7867004">
            <a:off x="4697670" y="5300380"/>
            <a:ext cx="548640" cy="54864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9F5F541-7D78-4C98-8866-91F6CCDC3426}"/>
              </a:ext>
            </a:extLst>
          </p:cNvPr>
          <p:cNvSpPr txBox="1"/>
          <p:nvPr/>
        </p:nvSpPr>
        <p:spPr>
          <a:xfrm>
            <a:off x="2597474" y="1090804"/>
            <a:ext cx="12452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Step 3: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995A9B-9C7C-F89C-44DD-87B8CE3DB718}"/>
              </a:ext>
            </a:extLst>
          </p:cNvPr>
          <p:cNvSpPr txBox="1"/>
          <p:nvPr/>
        </p:nvSpPr>
        <p:spPr>
          <a:xfrm>
            <a:off x="4202981" y="5250203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800080"/>
                </a:highlight>
              </a:rPr>
              <a:t>*RP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4105A5-4E02-C1D1-4B30-93E0E427FAAF}"/>
              </a:ext>
            </a:extLst>
          </p:cNvPr>
          <p:cNvSpPr txBox="1"/>
          <p:nvPr/>
        </p:nvSpPr>
        <p:spPr>
          <a:xfrm>
            <a:off x="1054771" y="2107470"/>
            <a:ext cx="628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800080"/>
                </a:highlight>
              </a:rPr>
              <a:t>*PW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0A99166D-94F7-C1D7-DA07-E91F5C9A7A10}"/>
              </a:ext>
            </a:extLst>
          </p:cNvPr>
          <p:cNvSpPr txBox="1">
            <a:spLocks/>
          </p:cNvSpPr>
          <p:nvPr/>
        </p:nvSpPr>
        <p:spPr>
          <a:xfrm>
            <a:off x="5248067" y="1098831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Password (*RP):</a:t>
            </a:r>
          </a:p>
          <a:p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AAC43F2-B655-AF5A-A68F-4D8466896257}"/>
              </a:ext>
            </a:extLst>
          </p:cNvPr>
          <p:cNvPicPr preferRelativeResize="0">
            <a:picLocks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3829" y="1652597"/>
            <a:ext cx="731520" cy="731520"/>
          </a:xfrm>
          <a:prstGeom prst="rect">
            <a:avLst/>
          </a:prstGeom>
          <a:ln w="38100">
            <a:solidFill>
              <a:srgbClr val="00B0F0"/>
            </a:solidFill>
          </a:ln>
          <a:effectLst>
            <a:softEdge rad="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2A15AF3-0C48-3464-2B2F-E2E3A390B5D6}"/>
              </a:ext>
            </a:extLst>
          </p:cNvPr>
          <p:cNvPicPr preferRelativeResize="0">
            <a:picLocks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6128" y="1649826"/>
            <a:ext cx="731520" cy="731520"/>
          </a:xfrm>
          <a:prstGeom prst="rect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  <a:effectLst>
            <a:softEdge rad="0"/>
          </a:effec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FF85BC15-ECF4-B31A-8AE8-CFFEF8C19E4E}"/>
              </a:ext>
            </a:extLst>
          </p:cNvPr>
          <p:cNvPicPr preferRelativeResize="0">
            <a:picLocks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2840" y="1652304"/>
            <a:ext cx="731520" cy="731520"/>
          </a:xfrm>
          <a:prstGeom prst="rect">
            <a:avLst/>
          </a:prstGeom>
          <a:ln w="38100">
            <a:solidFill>
              <a:srgbClr val="7030A0"/>
            </a:solidFill>
          </a:ln>
          <a:effectLst>
            <a:softEdge rad="0"/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21228475-0F95-8F29-057A-1CE484D8C17F}"/>
              </a:ext>
            </a:extLst>
          </p:cNvPr>
          <p:cNvPicPr preferRelativeResize="0">
            <a:picLocks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1680" y="1649826"/>
            <a:ext cx="731520" cy="731520"/>
          </a:xfrm>
          <a:prstGeom prst="rect">
            <a:avLst/>
          </a:prstGeom>
          <a:effectLst>
            <a:softEdge rad="0"/>
          </a:effectLst>
        </p:spPr>
      </p:pic>
      <p:sp>
        <p:nvSpPr>
          <p:cNvPr id="16" name="Subtitle 2">
            <a:extLst>
              <a:ext uri="{FF2B5EF4-FFF2-40B4-BE49-F238E27FC236}">
                <a16:creationId xmlns:a16="http://schemas.microsoft.com/office/drawing/2014/main" id="{48700C46-5844-5E00-2694-94942D857CFA}"/>
              </a:ext>
            </a:extLst>
          </p:cNvPr>
          <p:cNvSpPr txBox="1">
            <a:spLocks/>
          </p:cNvSpPr>
          <p:nvPr/>
        </p:nvSpPr>
        <p:spPr>
          <a:xfrm>
            <a:off x="5425354" y="4522119"/>
            <a:ext cx="4391829" cy="5982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Password Need To Click (*PW):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CE85D503-CD39-E0DC-CAEC-6F529038E8FF}"/>
              </a:ext>
            </a:extLst>
          </p:cNvPr>
          <p:cNvPicPr preferRelativeResize="0">
            <a:picLocks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2247" y="5007779"/>
            <a:ext cx="731520" cy="731520"/>
          </a:xfrm>
          <a:prstGeom prst="rect">
            <a:avLst/>
          </a:prstGeom>
          <a:ln w="38100">
            <a:solidFill>
              <a:srgbClr val="00B0F0"/>
            </a:solidFill>
          </a:ln>
          <a:effectLst>
            <a:softEdge rad="0"/>
          </a:effectLst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BFEB7F0D-8557-83F4-8E56-3B749B823A82}"/>
              </a:ext>
            </a:extLst>
          </p:cNvPr>
          <p:cNvPicPr preferRelativeResize="0">
            <a:picLocks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4000" y="5007089"/>
            <a:ext cx="731520" cy="731520"/>
          </a:xfrm>
          <a:prstGeom prst="rect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  <a:effectLst>
            <a:softEdge rad="0"/>
          </a:effec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CCF97BD-0F65-062C-D952-BC4179B82ECB}"/>
              </a:ext>
            </a:extLst>
          </p:cNvPr>
          <p:cNvPicPr preferRelativeResize="0">
            <a:picLocks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2840" y="5012405"/>
            <a:ext cx="731520" cy="731520"/>
          </a:xfrm>
          <a:prstGeom prst="rect">
            <a:avLst/>
          </a:prstGeom>
          <a:ln w="38100">
            <a:solidFill>
              <a:srgbClr val="7030A0"/>
            </a:solidFill>
          </a:ln>
          <a:effectLst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16531316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74DE2-8A87-5EE8-6A7E-803BAFE67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0C62939-A51A-2F1B-2D49-EB13AD1886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3698" y="334802"/>
            <a:ext cx="9144000" cy="598257"/>
          </a:xfrm>
        </p:spPr>
        <p:txBody>
          <a:bodyPr/>
          <a:lstStyle/>
          <a:p>
            <a:r>
              <a:rPr lang="en-US" dirty="0"/>
              <a:t>Tutorial 2 – Special Case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FC47AE15-1819-2867-A87D-734BB0CBAD19}"/>
              </a:ext>
            </a:extLst>
          </p:cNvPr>
          <p:cNvGrpSpPr/>
          <p:nvPr/>
        </p:nvGrpSpPr>
        <p:grpSpPr>
          <a:xfrm>
            <a:off x="1144574" y="1688010"/>
            <a:ext cx="3868712" cy="3886690"/>
            <a:chOff x="3081528" y="1265223"/>
            <a:chExt cx="3868712" cy="388669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EC50630-B82B-E598-3ADD-09B14AEA104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40598" y="28473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80CFF99-F4E4-B7D5-68FE-783EF392E78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128742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710E644E-2462-466A-F5D2-284C59D7528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207066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0376D98F-6C98-3CCB-D4D4-D6D804A6E06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0569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3CED1BE3-A167-0C87-173E-77AA9C0A29B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205401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797BC5E2-CEBF-3E74-51EF-88616D03AA6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12848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9FE08F54-E38C-A422-2D90-7F23682BDBF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1269132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A5295BCC-866B-5335-96AC-7B66A9BD7D5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20133" y="285391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A8428FD8-445B-8C0E-1DC0-0B4D1A515E0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126522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09DE052A-4F73-2D96-0DB1-936D2935E54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206870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8B745A3F-CB60-C221-9681-924A9D979F8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1063" y="28428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6D287FCB-A504-35F2-FB04-95C7F8698CA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2060824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4A05EB49-D1C8-1346-9096-68EEF074C8B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3636498"/>
              <a:ext cx="731520" cy="731520"/>
            </a:xfrm>
            <a:prstGeom prst="rect">
              <a:avLst/>
            </a:prstGeom>
            <a:ln w="38100">
              <a:solidFill>
                <a:schemeClr val="accent2">
                  <a:lumMod val="60000"/>
                  <a:lumOff val="40000"/>
                </a:schemeClr>
              </a:solidFill>
            </a:ln>
            <a:effectLst>
              <a:softEdge rad="0"/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0433CB8A-5357-768C-2013-9B461885FE9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422" y="363715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A2878F37-F01B-70A7-1C75-55DF41AB523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0124" y="363387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3755B993-1DA3-296C-2085-7AD0434CCF8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9670" y="28526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AB2EC419-2B86-6B10-A621-1C02669FF49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5826" y="363159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27E6180-21EE-E364-4C5E-41C9CB4C82F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3632577"/>
              <a:ext cx="731520" cy="731520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65D874CA-9510-DC86-A34E-3AC78A68394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988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383DDBB0-352C-0DA3-BB22-07ACCE9C780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12743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26B691DA-F779-6220-5CA8-C8EC5A478EC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257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7AF0C3F8-96A1-B06B-DBE4-373AD4C0E9B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7526" y="4420392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0E968232-CF89-ABC3-372D-FBED3862FC5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3795" y="4420393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337DA44F-FC89-F49F-C835-F2578F43028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604C0779-E7B9-EFE8-8DA8-AB434DA312F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84476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</p:grpSp>
      <p:sp>
        <p:nvSpPr>
          <p:cNvPr id="64" name="Subtitle 2">
            <a:extLst>
              <a:ext uri="{FF2B5EF4-FFF2-40B4-BE49-F238E27FC236}">
                <a16:creationId xmlns:a16="http://schemas.microsoft.com/office/drawing/2014/main" id="{A68530FF-73B8-7D81-E197-7528BF9AD5DF}"/>
              </a:ext>
            </a:extLst>
          </p:cNvPr>
          <p:cNvSpPr txBox="1">
            <a:spLocks/>
          </p:cNvSpPr>
          <p:nvPr/>
        </p:nvSpPr>
        <p:spPr>
          <a:xfrm>
            <a:off x="4938560" y="2696085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Direction:</a:t>
            </a:r>
          </a:p>
          <a:p>
            <a:endParaRPr lang="en-US" dirty="0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F513162A-165A-557F-A35D-9D309DD88B3F}"/>
              </a:ext>
            </a:extLst>
          </p:cNvPr>
          <p:cNvGrpSpPr/>
          <p:nvPr/>
        </p:nvGrpSpPr>
        <p:grpSpPr>
          <a:xfrm>
            <a:off x="5590121" y="3233004"/>
            <a:ext cx="3303079" cy="1198835"/>
            <a:chOff x="6159969" y="4368286"/>
            <a:chExt cx="3303079" cy="1198835"/>
          </a:xfrm>
        </p:grpSpPr>
        <p:pic>
          <p:nvPicPr>
            <p:cNvPr id="66" name="Graphic 65" descr="Arrow Up with solid fill">
              <a:extLst>
                <a:ext uri="{FF2B5EF4-FFF2-40B4-BE49-F238E27FC236}">
                  <a16:creationId xmlns:a16="http://schemas.microsoft.com/office/drawing/2014/main" id="{006F8916-949A-C5A0-E0B5-E73E6A9F5E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 rot="2638818">
              <a:off x="6251409" y="4368286"/>
              <a:ext cx="548640" cy="548640"/>
            </a:xfrm>
            <a:prstGeom prst="rect">
              <a:avLst/>
            </a:prstGeom>
          </p:spPr>
        </p:pic>
        <p:pic>
          <p:nvPicPr>
            <p:cNvPr id="68" name="Graphic 67" descr="Arrow Down with solid fill">
              <a:extLst>
                <a:ext uri="{FF2B5EF4-FFF2-40B4-BE49-F238E27FC236}">
                  <a16:creationId xmlns:a16="http://schemas.microsoft.com/office/drawing/2014/main" id="{F21B1C88-C711-1B0B-5B69-41CD72A438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 rot="7907625">
              <a:off x="7103708" y="4376905"/>
              <a:ext cx="548640" cy="548640"/>
            </a:xfrm>
            <a:prstGeom prst="rect">
              <a:avLst/>
            </a:prstGeom>
          </p:spPr>
        </p:pic>
        <p:pic>
          <p:nvPicPr>
            <p:cNvPr id="70" name="Graphic 69" descr="Arrow Right with solid fill">
              <a:extLst>
                <a:ext uri="{FF2B5EF4-FFF2-40B4-BE49-F238E27FC236}">
                  <a16:creationId xmlns:a16="http://schemas.microsoft.com/office/drawing/2014/main" id="{558AD17B-906E-55A5-54BC-681AC80C26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 rot="2717419">
              <a:off x="7974128" y="4376905"/>
              <a:ext cx="548640" cy="548640"/>
            </a:xfrm>
            <a:prstGeom prst="rect">
              <a:avLst/>
            </a:prstGeom>
          </p:spPr>
        </p:pic>
        <p:pic>
          <p:nvPicPr>
            <p:cNvPr id="71" name="Graphic 70" descr="Arrow Right with solid fill">
              <a:extLst>
                <a:ext uri="{FF2B5EF4-FFF2-40B4-BE49-F238E27FC236}">
                  <a16:creationId xmlns:a16="http://schemas.microsoft.com/office/drawing/2014/main" id="{83A5C9F8-497B-4BD7-4886-B2191602204B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 rot="8031615">
              <a:off x="8808306" y="4376905"/>
              <a:ext cx="548640" cy="548640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3CEB979D-C567-6532-A67D-C915440C3F77}"/>
                </a:ext>
              </a:extLst>
            </p:cNvPr>
            <p:cNvSpPr txBox="1"/>
            <p:nvPr/>
          </p:nvSpPr>
          <p:spPr>
            <a:xfrm rot="16200000">
              <a:off x="6156397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Northeast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5CC342A9-37AF-0C06-1753-6FE85C97D5CC}"/>
                </a:ext>
              </a:extLst>
            </p:cNvPr>
            <p:cNvSpPr txBox="1"/>
            <p:nvPr/>
          </p:nvSpPr>
          <p:spPr>
            <a:xfrm rot="16200000">
              <a:off x="7008696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Northwest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D74C3E19-3588-FDF6-7958-8A2FDB05D588}"/>
                </a:ext>
              </a:extLst>
            </p:cNvPr>
            <p:cNvSpPr txBox="1"/>
            <p:nvPr/>
          </p:nvSpPr>
          <p:spPr>
            <a:xfrm rot="16200000">
              <a:off x="7879116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Southeast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6F10A0B6-E3E3-593F-CC83-D6B6A2346CB0}"/>
                </a:ext>
              </a:extLst>
            </p:cNvPr>
            <p:cNvSpPr txBox="1"/>
            <p:nvPr/>
          </p:nvSpPr>
          <p:spPr>
            <a:xfrm rot="16200000">
              <a:off x="8727956" y="4822606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Southwest</a:t>
              </a:r>
            </a:p>
          </p:txBody>
        </p:sp>
      </p:grpSp>
      <p:pic>
        <p:nvPicPr>
          <p:cNvPr id="2" name="Graphic 1" descr="Arrow Up with solid fill">
            <a:extLst>
              <a:ext uri="{FF2B5EF4-FFF2-40B4-BE49-F238E27FC236}">
                <a16:creationId xmlns:a16="http://schemas.microsoft.com/office/drawing/2014/main" id="{8C16F6D0-7D8B-7E28-19B0-C7351D66C30F}"/>
              </a:ext>
            </a:extLst>
          </p:cNvPr>
          <p:cNvPicPr>
            <a:picLocks noChangeAspect="1"/>
          </p:cNvPicPr>
          <p:nvPr/>
        </p:nvPicPr>
        <p:blipFill>
          <a:blip r:embed="rId35"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 rot="13468817">
            <a:off x="822237" y="3752896"/>
            <a:ext cx="548640" cy="54864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8948DDA-DDB8-7174-39E6-66B880F28ECA}"/>
              </a:ext>
            </a:extLst>
          </p:cNvPr>
          <p:cNvSpPr txBox="1"/>
          <p:nvPr/>
        </p:nvSpPr>
        <p:spPr>
          <a:xfrm>
            <a:off x="2597474" y="1090804"/>
            <a:ext cx="12452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Step 4: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A2F2FA-005F-30D0-CF3A-E1D160AED1CE}"/>
              </a:ext>
            </a:extLst>
          </p:cNvPr>
          <p:cNvSpPr txBox="1"/>
          <p:nvPr/>
        </p:nvSpPr>
        <p:spPr>
          <a:xfrm>
            <a:off x="1394958" y="3661873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/>
                </a:highlight>
              </a:rPr>
              <a:t>*RP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8CCBEA-57CE-5B01-3A22-47BDE15957D6}"/>
              </a:ext>
            </a:extLst>
          </p:cNvPr>
          <p:cNvSpPr txBox="1"/>
          <p:nvPr/>
        </p:nvSpPr>
        <p:spPr>
          <a:xfrm>
            <a:off x="4484468" y="4455001"/>
            <a:ext cx="628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/>
                </a:highlight>
              </a:rPr>
              <a:t>*PW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FE1F1B00-5D5F-53D1-0128-CB9D910FB26C}"/>
              </a:ext>
            </a:extLst>
          </p:cNvPr>
          <p:cNvSpPr txBox="1">
            <a:spLocks/>
          </p:cNvSpPr>
          <p:nvPr/>
        </p:nvSpPr>
        <p:spPr>
          <a:xfrm>
            <a:off x="5248067" y="1098831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Password (*RP):</a:t>
            </a:r>
          </a:p>
          <a:p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A49D41F-EBDB-3712-238D-E24E2181CCC8}"/>
              </a:ext>
            </a:extLst>
          </p:cNvPr>
          <p:cNvPicPr preferRelativeResize="0">
            <a:picLocks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3829" y="1652597"/>
            <a:ext cx="731520" cy="731520"/>
          </a:xfrm>
          <a:prstGeom prst="rect">
            <a:avLst/>
          </a:prstGeom>
          <a:ln w="38100">
            <a:solidFill>
              <a:srgbClr val="00B0F0"/>
            </a:solidFill>
          </a:ln>
          <a:effectLst>
            <a:softEdge rad="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91E1269-F6EF-FEEC-B50A-39B423983E12}"/>
              </a:ext>
            </a:extLst>
          </p:cNvPr>
          <p:cNvPicPr preferRelativeResize="0">
            <a:picLocks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6128" y="1649826"/>
            <a:ext cx="731520" cy="731520"/>
          </a:xfrm>
          <a:prstGeom prst="rect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  <a:effectLst>
            <a:softEdge rad="0"/>
          </a:effec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D7307E34-AE4C-5841-9660-0DF06CC54284}"/>
              </a:ext>
            </a:extLst>
          </p:cNvPr>
          <p:cNvPicPr preferRelativeResize="0">
            <a:picLocks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2840" y="1652304"/>
            <a:ext cx="731520" cy="731520"/>
          </a:xfrm>
          <a:prstGeom prst="rect">
            <a:avLst/>
          </a:prstGeom>
          <a:ln w="38100">
            <a:solidFill>
              <a:srgbClr val="7030A0"/>
            </a:solidFill>
          </a:ln>
          <a:effectLst>
            <a:softEdge rad="0"/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7590D81-4ABD-1BDC-5244-4E8D77F6D2CA}"/>
              </a:ext>
            </a:extLst>
          </p:cNvPr>
          <p:cNvPicPr preferRelativeResize="0">
            <a:picLocks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1680" y="1649826"/>
            <a:ext cx="731520" cy="731520"/>
          </a:xfrm>
          <a:prstGeom prst="rect">
            <a:avLst/>
          </a:prstGeom>
          <a:ln w="38100">
            <a:solidFill>
              <a:schemeClr val="accent2">
                <a:lumMod val="60000"/>
                <a:lumOff val="40000"/>
              </a:schemeClr>
            </a:solidFill>
          </a:ln>
          <a:effectLst>
            <a:softEdge rad="0"/>
          </a:effectLst>
        </p:spPr>
      </p:pic>
      <p:sp>
        <p:nvSpPr>
          <p:cNvPr id="16" name="Subtitle 2">
            <a:extLst>
              <a:ext uri="{FF2B5EF4-FFF2-40B4-BE49-F238E27FC236}">
                <a16:creationId xmlns:a16="http://schemas.microsoft.com/office/drawing/2014/main" id="{173BF4F8-086A-8E95-D1ED-0AD5FD112C39}"/>
              </a:ext>
            </a:extLst>
          </p:cNvPr>
          <p:cNvSpPr txBox="1">
            <a:spLocks/>
          </p:cNvSpPr>
          <p:nvPr/>
        </p:nvSpPr>
        <p:spPr>
          <a:xfrm>
            <a:off x="5425354" y="4522119"/>
            <a:ext cx="4391829" cy="5982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Password Need To Click (*PW):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E0337683-BC35-C6A2-B684-3290B57721C2}"/>
              </a:ext>
            </a:extLst>
          </p:cNvPr>
          <p:cNvPicPr preferRelativeResize="0">
            <a:picLocks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2247" y="5007779"/>
            <a:ext cx="731520" cy="731520"/>
          </a:xfrm>
          <a:prstGeom prst="rect">
            <a:avLst/>
          </a:prstGeom>
          <a:ln w="38100">
            <a:solidFill>
              <a:srgbClr val="00B0F0"/>
            </a:solidFill>
          </a:ln>
          <a:effectLst>
            <a:softEdge rad="0"/>
          </a:effectLst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D17E8B73-DB6B-F1F8-27DF-D5EC692795BB}"/>
              </a:ext>
            </a:extLst>
          </p:cNvPr>
          <p:cNvPicPr preferRelativeResize="0">
            <a:picLocks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4000" y="5007089"/>
            <a:ext cx="731520" cy="731520"/>
          </a:xfrm>
          <a:prstGeom prst="rect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  <a:effectLst>
            <a:softEdge rad="0"/>
          </a:effec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B47D061-BA84-2FD2-AA92-0F0CF3401FAC}"/>
              </a:ext>
            </a:extLst>
          </p:cNvPr>
          <p:cNvPicPr preferRelativeResize="0">
            <a:picLocks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2840" y="5012405"/>
            <a:ext cx="731520" cy="731520"/>
          </a:xfrm>
          <a:prstGeom prst="rect">
            <a:avLst/>
          </a:prstGeom>
          <a:ln w="38100">
            <a:solidFill>
              <a:srgbClr val="7030A0"/>
            </a:solidFill>
          </a:ln>
          <a:effectLst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4574111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BF56A3-C822-7C66-7267-5B6822EB8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397711B-F8EC-92A9-D9F7-4355DD2479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3698" y="334802"/>
            <a:ext cx="9144000" cy="598257"/>
          </a:xfrm>
        </p:spPr>
        <p:txBody>
          <a:bodyPr/>
          <a:lstStyle/>
          <a:p>
            <a:r>
              <a:rPr lang="en-US" dirty="0"/>
              <a:t>Tutorial 2 – Special Case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BDC45E77-B2E0-7446-E627-32F52CB61AD7}"/>
              </a:ext>
            </a:extLst>
          </p:cNvPr>
          <p:cNvGrpSpPr/>
          <p:nvPr/>
        </p:nvGrpSpPr>
        <p:grpSpPr>
          <a:xfrm>
            <a:off x="1144574" y="1688010"/>
            <a:ext cx="3868712" cy="3886690"/>
            <a:chOff x="3081528" y="1265223"/>
            <a:chExt cx="3868712" cy="388669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61A065B-DA64-D27B-1564-9C062477651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40598" y="28473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7DE9AD8-25B5-9170-B3B6-22245411FDB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128742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230C65E-63E2-76DB-B40E-E89CEC579D2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207066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0E618979-730C-4D2B-B807-8DCBECC5310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0569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386339AB-5CEE-FAC3-387C-E9105B82898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205401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81D52595-C2D1-A995-14AA-BEC8D41DEAF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12848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188AC85D-6FEE-91B6-9D91-F69FB2CF32D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1269132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3B4CE17B-E9B6-0963-AC74-42EBB8D6EA1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20133" y="285391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A14BB7B6-9473-99BB-EC11-5BDC7E92504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126522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5FE27F66-FFA7-9401-440D-D077D7E4C4C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206870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32592B6A-BED8-3F7D-CD10-3CBF03C5AE3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1063" y="28428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283FDD61-C817-026F-08BD-7DC712C8EFE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2060824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1ABDC33D-F349-84FD-5423-ED6E1D1A418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3636498"/>
              <a:ext cx="731520" cy="731520"/>
            </a:xfrm>
            <a:prstGeom prst="rect">
              <a:avLst/>
            </a:prstGeom>
            <a:ln w="38100">
              <a:solidFill>
                <a:schemeClr val="accent2">
                  <a:lumMod val="60000"/>
                  <a:lumOff val="40000"/>
                </a:schemeClr>
              </a:solidFill>
            </a:ln>
            <a:effectLst>
              <a:softEdge rad="0"/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3CF2A8F2-F2DB-0D7B-E2B7-884C275AC62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422" y="363715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58E9F82D-BFBE-6E0E-A86F-00ADEE4BB61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0124" y="363387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81C6F43C-38DE-319D-581D-20AB5AE4D2C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9670" y="28526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781BE995-66E3-DB68-25A3-0F3D1A0AF3B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5826" y="363159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C68C2F93-0F1A-E84D-434D-AF1C20908AD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3632577"/>
              <a:ext cx="731520" cy="731520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C8BF0BFD-A0D6-8202-E481-A97770F8548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988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D04E733D-5D89-B96B-E0D7-6F442025A1C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12743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76F03FB7-8CD1-EB2D-EF77-9F3E2EEA978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257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668FA7CF-30B3-BD97-93F1-955E898E3DA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7526" y="4420392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EB9645E1-CEFF-E956-1CF1-2C38BAA8074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3795" y="4420393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A8512192-D986-1324-4784-1F6B0DB39E5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B2632801-9B70-AB6D-5158-38C2F004954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84476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</p:grpSp>
      <p:sp>
        <p:nvSpPr>
          <p:cNvPr id="64" name="Subtitle 2">
            <a:extLst>
              <a:ext uri="{FF2B5EF4-FFF2-40B4-BE49-F238E27FC236}">
                <a16:creationId xmlns:a16="http://schemas.microsoft.com/office/drawing/2014/main" id="{D9103896-C40D-60C8-D37E-6536AE2B87FB}"/>
              </a:ext>
            </a:extLst>
          </p:cNvPr>
          <p:cNvSpPr txBox="1">
            <a:spLocks/>
          </p:cNvSpPr>
          <p:nvPr/>
        </p:nvSpPr>
        <p:spPr>
          <a:xfrm>
            <a:off x="4938560" y="2696085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Direction:</a:t>
            </a:r>
          </a:p>
          <a:p>
            <a:endParaRPr lang="en-US" dirty="0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AD9DDBD4-67BD-7DED-93F6-B0993C2BDAE5}"/>
              </a:ext>
            </a:extLst>
          </p:cNvPr>
          <p:cNvGrpSpPr/>
          <p:nvPr/>
        </p:nvGrpSpPr>
        <p:grpSpPr>
          <a:xfrm>
            <a:off x="5590121" y="3233004"/>
            <a:ext cx="3303079" cy="1198835"/>
            <a:chOff x="6159969" y="4368286"/>
            <a:chExt cx="3303079" cy="1198835"/>
          </a:xfrm>
        </p:grpSpPr>
        <p:pic>
          <p:nvPicPr>
            <p:cNvPr id="66" name="Graphic 65" descr="Arrow Up with solid fill">
              <a:extLst>
                <a:ext uri="{FF2B5EF4-FFF2-40B4-BE49-F238E27FC236}">
                  <a16:creationId xmlns:a16="http://schemas.microsoft.com/office/drawing/2014/main" id="{0CDCACB8-E054-F2F9-A7ED-2E711560C774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 rot="2638818">
              <a:off x="6251409" y="4368286"/>
              <a:ext cx="548640" cy="548640"/>
            </a:xfrm>
            <a:prstGeom prst="rect">
              <a:avLst/>
            </a:prstGeom>
          </p:spPr>
        </p:pic>
        <p:pic>
          <p:nvPicPr>
            <p:cNvPr id="68" name="Graphic 67" descr="Arrow Down with solid fill">
              <a:extLst>
                <a:ext uri="{FF2B5EF4-FFF2-40B4-BE49-F238E27FC236}">
                  <a16:creationId xmlns:a16="http://schemas.microsoft.com/office/drawing/2014/main" id="{FECFA274-A457-149F-4CA5-F2BD3B8241D6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 rot="7907625">
              <a:off x="7103708" y="4376905"/>
              <a:ext cx="548640" cy="548640"/>
            </a:xfrm>
            <a:prstGeom prst="rect">
              <a:avLst/>
            </a:prstGeom>
          </p:spPr>
        </p:pic>
        <p:pic>
          <p:nvPicPr>
            <p:cNvPr id="70" name="Graphic 69" descr="Arrow Right with solid fill">
              <a:extLst>
                <a:ext uri="{FF2B5EF4-FFF2-40B4-BE49-F238E27FC236}">
                  <a16:creationId xmlns:a16="http://schemas.microsoft.com/office/drawing/2014/main" id="{3A81AA21-6934-29D3-E98A-50B2D0B8F8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 rot="2717419">
              <a:off x="7974128" y="4376905"/>
              <a:ext cx="548640" cy="548640"/>
            </a:xfrm>
            <a:prstGeom prst="rect">
              <a:avLst/>
            </a:prstGeom>
          </p:spPr>
        </p:pic>
        <p:pic>
          <p:nvPicPr>
            <p:cNvPr id="71" name="Graphic 70" descr="Arrow Right with solid fill">
              <a:extLst>
                <a:ext uri="{FF2B5EF4-FFF2-40B4-BE49-F238E27FC236}">
                  <a16:creationId xmlns:a16="http://schemas.microsoft.com/office/drawing/2014/main" id="{D98B5716-641D-AD75-243F-ED14793F50D7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 rot="8031615">
              <a:off x="8808306" y="4376905"/>
              <a:ext cx="548640" cy="548640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221972E-485B-9929-14EF-21FB45334DBB}"/>
                </a:ext>
              </a:extLst>
            </p:cNvPr>
            <p:cNvSpPr txBox="1"/>
            <p:nvPr/>
          </p:nvSpPr>
          <p:spPr>
            <a:xfrm rot="16200000">
              <a:off x="6156397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Northeast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61CF7915-BC31-03CD-B1ED-9C86723B2248}"/>
                </a:ext>
              </a:extLst>
            </p:cNvPr>
            <p:cNvSpPr txBox="1"/>
            <p:nvPr/>
          </p:nvSpPr>
          <p:spPr>
            <a:xfrm rot="16200000">
              <a:off x="7008696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Northwest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98616E3F-E904-DD89-678A-2540E2D7467B}"/>
                </a:ext>
              </a:extLst>
            </p:cNvPr>
            <p:cNvSpPr txBox="1"/>
            <p:nvPr/>
          </p:nvSpPr>
          <p:spPr>
            <a:xfrm rot="16200000">
              <a:off x="7879116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Southeast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2367CC12-F56E-D561-3687-11101A6727B1}"/>
                </a:ext>
              </a:extLst>
            </p:cNvPr>
            <p:cNvSpPr txBox="1"/>
            <p:nvPr/>
          </p:nvSpPr>
          <p:spPr>
            <a:xfrm rot="16200000">
              <a:off x="8727956" y="4822606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Southwest</a:t>
              </a:r>
            </a:p>
          </p:txBody>
        </p:sp>
      </p:grpSp>
      <p:pic>
        <p:nvPicPr>
          <p:cNvPr id="2" name="Graphic 1" descr="Arrow Up with solid fill">
            <a:extLst>
              <a:ext uri="{FF2B5EF4-FFF2-40B4-BE49-F238E27FC236}">
                <a16:creationId xmlns:a16="http://schemas.microsoft.com/office/drawing/2014/main" id="{E1003FF5-9901-79E3-DE38-43EA3CA67EB0}"/>
              </a:ext>
            </a:extLst>
          </p:cNvPr>
          <p:cNvPicPr>
            <a:picLocks noChangeAspect="1"/>
          </p:cNvPicPr>
          <p:nvPr/>
        </p:nvPicPr>
        <p:blipFill>
          <a:blip r:embed="rId35"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 rot="13468817">
            <a:off x="822237" y="3752896"/>
            <a:ext cx="548640" cy="54864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291C3F6-A789-AA74-391A-7E831A15B777}"/>
              </a:ext>
            </a:extLst>
          </p:cNvPr>
          <p:cNvSpPr txBox="1"/>
          <p:nvPr/>
        </p:nvSpPr>
        <p:spPr>
          <a:xfrm>
            <a:off x="2597474" y="1090804"/>
            <a:ext cx="12452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Step 4: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93F16D-5871-0ECA-0E07-BC18CB2D94FB}"/>
              </a:ext>
            </a:extLst>
          </p:cNvPr>
          <p:cNvSpPr txBox="1"/>
          <p:nvPr/>
        </p:nvSpPr>
        <p:spPr>
          <a:xfrm>
            <a:off x="1394958" y="3661873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/>
                </a:highlight>
              </a:rPr>
              <a:t>*RP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D525F8-458F-73B7-0856-CFB5BEBB6C16}"/>
              </a:ext>
            </a:extLst>
          </p:cNvPr>
          <p:cNvSpPr txBox="1"/>
          <p:nvPr/>
        </p:nvSpPr>
        <p:spPr>
          <a:xfrm>
            <a:off x="4484468" y="4455001"/>
            <a:ext cx="628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/>
                </a:highlight>
              </a:rPr>
              <a:t>*PW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174F42AD-5B23-C03E-8606-7958BF6121C7}"/>
              </a:ext>
            </a:extLst>
          </p:cNvPr>
          <p:cNvSpPr txBox="1">
            <a:spLocks/>
          </p:cNvSpPr>
          <p:nvPr/>
        </p:nvSpPr>
        <p:spPr>
          <a:xfrm>
            <a:off x="5248067" y="1098831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Password (*RP):</a:t>
            </a:r>
          </a:p>
          <a:p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B0632E8-1F9C-710E-8C75-373A26CE2D81}"/>
              </a:ext>
            </a:extLst>
          </p:cNvPr>
          <p:cNvPicPr preferRelativeResize="0">
            <a:picLocks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3829" y="1652597"/>
            <a:ext cx="731520" cy="731520"/>
          </a:xfrm>
          <a:prstGeom prst="rect">
            <a:avLst/>
          </a:prstGeom>
          <a:ln w="38100">
            <a:solidFill>
              <a:srgbClr val="00B0F0"/>
            </a:solidFill>
          </a:ln>
          <a:effectLst>
            <a:softEdge rad="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0EFD9B1-131A-F0F7-4977-E5AE6709D70F}"/>
              </a:ext>
            </a:extLst>
          </p:cNvPr>
          <p:cNvPicPr preferRelativeResize="0">
            <a:picLocks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6128" y="1649826"/>
            <a:ext cx="731520" cy="731520"/>
          </a:xfrm>
          <a:prstGeom prst="rect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  <a:effectLst>
            <a:softEdge rad="0"/>
          </a:effec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11BCEED-FD9C-A2E3-7E89-CD32298149FB}"/>
              </a:ext>
            </a:extLst>
          </p:cNvPr>
          <p:cNvPicPr preferRelativeResize="0">
            <a:picLocks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2840" y="1652304"/>
            <a:ext cx="731520" cy="731520"/>
          </a:xfrm>
          <a:prstGeom prst="rect">
            <a:avLst/>
          </a:prstGeom>
          <a:ln w="38100">
            <a:solidFill>
              <a:srgbClr val="7030A0"/>
            </a:solidFill>
          </a:ln>
          <a:effectLst>
            <a:softEdge rad="0"/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E69F652-DB8C-B2C4-0A64-936B71E59ACB}"/>
              </a:ext>
            </a:extLst>
          </p:cNvPr>
          <p:cNvPicPr preferRelativeResize="0">
            <a:picLocks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1680" y="1649826"/>
            <a:ext cx="731520" cy="731520"/>
          </a:xfrm>
          <a:prstGeom prst="rect">
            <a:avLst/>
          </a:prstGeom>
          <a:ln w="38100">
            <a:solidFill>
              <a:schemeClr val="accent2">
                <a:lumMod val="60000"/>
                <a:lumOff val="40000"/>
              </a:schemeClr>
            </a:solidFill>
          </a:ln>
          <a:effectLst>
            <a:softEdge rad="0"/>
          </a:effectLst>
        </p:spPr>
      </p:pic>
      <p:sp>
        <p:nvSpPr>
          <p:cNvPr id="16" name="Subtitle 2">
            <a:extLst>
              <a:ext uri="{FF2B5EF4-FFF2-40B4-BE49-F238E27FC236}">
                <a16:creationId xmlns:a16="http://schemas.microsoft.com/office/drawing/2014/main" id="{AC4B3335-FF2E-0F1C-8DF8-1F64193D8F67}"/>
              </a:ext>
            </a:extLst>
          </p:cNvPr>
          <p:cNvSpPr txBox="1">
            <a:spLocks/>
          </p:cNvSpPr>
          <p:nvPr/>
        </p:nvSpPr>
        <p:spPr>
          <a:xfrm>
            <a:off x="5425354" y="4522119"/>
            <a:ext cx="4391829" cy="5982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Password Need To Click (*PW):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FF88A0BE-8AE0-9DA5-90D4-996B1EBD32BE}"/>
              </a:ext>
            </a:extLst>
          </p:cNvPr>
          <p:cNvPicPr preferRelativeResize="0">
            <a:picLocks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2247" y="5007779"/>
            <a:ext cx="731520" cy="731520"/>
          </a:xfrm>
          <a:prstGeom prst="rect">
            <a:avLst/>
          </a:prstGeom>
          <a:ln w="38100">
            <a:solidFill>
              <a:srgbClr val="00B0F0"/>
            </a:solidFill>
          </a:ln>
          <a:effectLst>
            <a:softEdge rad="0"/>
          </a:effectLst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2F8102B9-C55A-9285-E911-816303749516}"/>
              </a:ext>
            </a:extLst>
          </p:cNvPr>
          <p:cNvPicPr preferRelativeResize="0">
            <a:picLocks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4000" y="5007089"/>
            <a:ext cx="731520" cy="731520"/>
          </a:xfrm>
          <a:prstGeom prst="rect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  <a:effectLst>
            <a:softEdge rad="0"/>
          </a:effec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CE8F76BF-8E7A-F144-ABB6-7A4198C1FDF8}"/>
              </a:ext>
            </a:extLst>
          </p:cNvPr>
          <p:cNvPicPr preferRelativeResize="0">
            <a:picLocks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2840" y="5012405"/>
            <a:ext cx="731520" cy="731520"/>
          </a:xfrm>
          <a:prstGeom prst="rect">
            <a:avLst/>
          </a:prstGeom>
          <a:ln w="38100">
            <a:solidFill>
              <a:srgbClr val="7030A0"/>
            </a:solidFill>
          </a:ln>
          <a:effectLst>
            <a:softEdge rad="0"/>
          </a:effectLst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8C993ED-B305-86F2-09DB-79A21A9979DF}"/>
              </a:ext>
            </a:extLst>
          </p:cNvPr>
          <p:cNvPicPr preferRelativeResize="0">
            <a:picLocks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1680" y="5007089"/>
            <a:ext cx="731520" cy="731520"/>
          </a:xfrm>
          <a:prstGeom prst="rect">
            <a:avLst/>
          </a:prstGeom>
          <a:ln w="38100">
            <a:solidFill>
              <a:schemeClr val="accent2">
                <a:lumMod val="60000"/>
                <a:lumOff val="40000"/>
              </a:schemeClr>
            </a:solidFill>
          </a:ln>
          <a:effectLst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13543326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E5B56-8174-85E5-0272-C1F9DDD45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9684B80-CF1C-B096-6EB2-DE5F5DF59B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3698" y="334802"/>
            <a:ext cx="9144000" cy="598257"/>
          </a:xfrm>
        </p:spPr>
        <p:txBody>
          <a:bodyPr/>
          <a:lstStyle/>
          <a:p>
            <a:r>
              <a:rPr lang="en-US" dirty="0"/>
              <a:t>Tutorial 2 – Special Case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AB615B75-BFEF-080F-05B9-213837B7FB51}"/>
              </a:ext>
            </a:extLst>
          </p:cNvPr>
          <p:cNvGrpSpPr/>
          <p:nvPr/>
        </p:nvGrpSpPr>
        <p:grpSpPr>
          <a:xfrm>
            <a:off x="1144574" y="1688010"/>
            <a:ext cx="3868712" cy="3886690"/>
            <a:chOff x="3081528" y="1265223"/>
            <a:chExt cx="3868712" cy="388669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0886FC2-655B-BAB6-C517-DD51FB251AE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40598" y="28473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79393BD-B697-CF3B-CCCA-CEB29B3A948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128742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C60E0B4-9058-85B1-7CED-70CAE5FEB9A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207066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0B010AC2-DF7D-DDC9-89BB-AA3C8C020E1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0569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060C6C8A-F45D-A527-2E61-C3D3A8C41DA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205401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F2B28873-72B3-DAFB-CDF1-7AA4F8EE224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12848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5E90F193-CBF8-EF80-FA26-753F87E9175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1269132"/>
              <a:ext cx="731520" cy="731520"/>
            </a:xfrm>
            <a:prstGeom prst="rect">
              <a:avLst/>
            </a:prstGeom>
            <a:ln w="38100">
              <a:solidFill>
                <a:srgbClr val="7030A0"/>
              </a:solidFill>
            </a:ln>
            <a:effectLst>
              <a:softEdge rad="0"/>
            </a:effectLst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56751793-806C-644F-17EB-69536721E3B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20133" y="285391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1B40163-2266-CE81-1A76-A172387F06A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126522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D1A6EC48-A5DB-3AE3-A88E-9392036E615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206870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ED671DF6-8C0B-951C-A928-2DA81FE5BE4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1063" y="28428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9EB4550D-EC6A-D49F-3A59-DFA48FBCB4B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2060824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8045F613-0C22-3F5A-3416-F57C1AD4104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3636498"/>
              <a:ext cx="731520" cy="731520"/>
            </a:xfrm>
            <a:prstGeom prst="rect">
              <a:avLst/>
            </a:prstGeom>
            <a:ln w="38100">
              <a:solidFill>
                <a:schemeClr val="accent2">
                  <a:lumMod val="60000"/>
                  <a:lumOff val="40000"/>
                </a:schemeClr>
              </a:solidFill>
            </a:ln>
            <a:effectLst>
              <a:softEdge rad="0"/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D11460BA-BDF5-0E98-F762-D094042256B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422" y="363715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213D3238-057C-A736-D5D7-9F18741748A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0124" y="363387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19CEDBC7-86DF-3B55-453C-B6D04F041CA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9670" y="28526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1DDA70C0-DF55-F133-F01A-37867141E08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5826" y="363159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5D69905E-37D8-F239-D442-6AEB66C7FA0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3632577"/>
              <a:ext cx="731520" cy="731520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0CB9BF5F-FE29-E66B-9F9D-98BB78F76E0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988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EC0B4FDC-A0FB-9A01-AA39-3C7949DD230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12743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B350A310-74D8-98D4-EC53-78783EA186E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257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6A335F93-C46B-E767-56A6-CC76162AD26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7526" y="4420392"/>
              <a:ext cx="731520" cy="731520"/>
            </a:xfrm>
            <a:prstGeom prst="rect">
              <a:avLst/>
            </a:prstGeom>
            <a:ln w="38100">
              <a:solidFill>
                <a:schemeClr val="accent5">
                  <a:lumMod val="60000"/>
                  <a:lumOff val="40000"/>
                </a:schemeClr>
              </a:solidFill>
            </a:ln>
            <a:effectLst>
              <a:softEdge rad="0"/>
            </a:effec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6ADBBBE3-7B9C-9434-3FD2-8F6CBB12EB2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3795" y="4420393"/>
              <a:ext cx="731520" cy="731520"/>
            </a:xfrm>
            <a:prstGeom prst="rect">
              <a:avLst/>
            </a:prstGeom>
            <a:ln w="38100">
              <a:solidFill>
                <a:srgbClr val="00B0F0"/>
              </a:solidFill>
            </a:ln>
            <a:effectLst>
              <a:softEdge rad="0"/>
            </a:effectLst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17EDD89F-28CE-2736-A308-07D121812A1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E590431D-367D-8244-FABB-C6929B1637D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84476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</p:grpSp>
      <p:sp>
        <p:nvSpPr>
          <p:cNvPr id="64" name="Subtitle 2">
            <a:extLst>
              <a:ext uri="{FF2B5EF4-FFF2-40B4-BE49-F238E27FC236}">
                <a16:creationId xmlns:a16="http://schemas.microsoft.com/office/drawing/2014/main" id="{308446AE-C520-1D96-2D80-CA0EC351C2F4}"/>
              </a:ext>
            </a:extLst>
          </p:cNvPr>
          <p:cNvSpPr txBox="1">
            <a:spLocks/>
          </p:cNvSpPr>
          <p:nvPr/>
        </p:nvSpPr>
        <p:spPr>
          <a:xfrm>
            <a:off x="4938560" y="2696085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Direction:</a:t>
            </a:r>
          </a:p>
          <a:p>
            <a:endParaRPr lang="en-US" dirty="0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DBABED51-0870-E239-F964-83BA8AB39993}"/>
              </a:ext>
            </a:extLst>
          </p:cNvPr>
          <p:cNvGrpSpPr/>
          <p:nvPr/>
        </p:nvGrpSpPr>
        <p:grpSpPr>
          <a:xfrm>
            <a:off x="5590121" y="3233004"/>
            <a:ext cx="3303079" cy="1198835"/>
            <a:chOff x="6159969" y="4368286"/>
            <a:chExt cx="3303079" cy="1198835"/>
          </a:xfrm>
        </p:grpSpPr>
        <p:pic>
          <p:nvPicPr>
            <p:cNvPr id="66" name="Graphic 65" descr="Arrow Up with solid fill">
              <a:extLst>
                <a:ext uri="{FF2B5EF4-FFF2-40B4-BE49-F238E27FC236}">
                  <a16:creationId xmlns:a16="http://schemas.microsoft.com/office/drawing/2014/main" id="{15D5312C-652E-582D-CFC3-F079ABFE2E1C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 rot="2638818">
              <a:off x="6251409" y="4368286"/>
              <a:ext cx="548640" cy="548640"/>
            </a:xfrm>
            <a:prstGeom prst="rect">
              <a:avLst/>
            </a:prstGeom>
          </p:spPr>
        </p:pic>
        <p:pic>
          <p:nvPicPr>
            <p:cNvPr id="68" name="Graphic 67" descr="Arrow Down with solid fill">
              <a:extLst>
                <a:ext uri="{FF2B5EF4-FFF2-40B4-BE49-F238E27FC236}">
                  <a16:creationId xmlns:a16="http://schemas.microsoft.com/office/drawing/2014/main" id="{08FDD474-3165-AE7D-0E07-152CB70B96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 rot="7907625">
              <a:off x="7103708" y="4376905"/>
              <a:ext cx="548640" cy="548640"/>
            </a:xfrm>
            <a:prstGeom prst="rect">
              <a:avLst/>
            </a:prstGeom>
          </p:spPr>
        </p:pic>
        <p:pic>
          <p:nvPicPr>
            <p:cNvPr id="70" name="Graphic 69" descr="Arrow Right with solid fill">
              <a:extLst>
                <a:ext uri="{FF2B5EF4-FFF2-40B4-BE49-F238E27FC236}">
                  <a16:creationId xmlns:a16="http://schemas.microsoft.com/office/drawing/2014/main" id="{259669F3-052C-9231-5BAE-DBD59284DA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 rot="2717419">
              <a:off x="7974128" y="4376905"/>
              <a:ext cx="548640" cy="548640"/>
            </a:xfrm>
            <a:prstGeom prst="rect">
              <a:avLst/>
            </a:prstGeom>
          </p:spPr>
        </p:pic>
        <p:pic>
          <p:nvPicPr>
            <p:cNvPr id="71" name="Graphic 70" descr="Arrow Right with solid fill">
              <a:extLst>
                <a:ext uri="{FF2B5EF4-FFF2-40B4-BE49-F238E27FC236}">
                  <a16:creationId xmlns:a16="http://schemas.microsoft.com/office/drawing/2014/main" id="{9F0D0D13-0043-EC42-2D7C-D268F6D9DF00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 rot="8031615">
              <a:off x="8808306" y="4376905"/>
              <a:ext cx="548640" cy="548640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31CA29E9-85A4-A0C8-D9F0-B21BC50CA80F}"/>
                </a:ext>
              </a:extLst>
            </p:cNvPr>
            <p:cNvSpPr txBox="1"/>
            <p:nvPr/>
          </p:nvSpPr>
          <p:spPr>
            <a:xfrm rot="16200000">
              <a:off x="6156397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Northeast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4C70D2D3-CC88-E24E-C28D-D7E7C214F847}"/>
                </a:ext>
              </a:extLst>
            </p:cNvPr>
            <p:cNvSpPr txBox="1"/>
            <p:nvPr/>
          </p:nvSpPr>
          <p:spPr>
            <a:xfrm rot="16200000">
              <a:off x="7008696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Northwest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ACC3495-4699-7070-B50A-393FF67B729E}"/>
                </a:ext>
              </a:extLst>
            </p:cNvPr>
            <p:cNvSpPr txBox="1"/>
            <p:nvPr/>
          </p:nvSpPr>
          <p:spPr>
            <a:xfrm rot="16200000">
              <a:off x="7879116" y="4832029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Southeast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4787B392-FB00-DECB-09FD-7B62CABF3E5E}"/>
                </a:ext>
              </a:extLst>
            </p:cNvPr>
            <p:cNvSpPr txBox="1"/>
            <p:nvPr/>
          </p:nvSpPr>
          <p:spPr>
            <a:xfrm rot="16200000">
              <a:off x="8727956" y="4822606"/>
              <a:ext cx="738664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en-US" dirty="0"/>
                <a:t>Southwest</a:t>
              </a:r>
            </a:p>
          </p:txBody>
        </p:sp>
      </p:grpSp>
      <p:pic>
        <p:nvPicPr>
          <p:cNvPr id="2" name="Graphic 1" descr="Arrow Up with solid fill">
            <a:extLst>
              <a:ext uri="{FF2B5EF4-FFF2-40B4-BE49-F238E27FC236}">
                <a16:creationId xmlns:a16="http://schemas.microsoft.com/office/drawing/2014/main" id="{189D2C37-A5FA-8D8E-9643-C51A99698608}"/>
              </a:ext>
            </a:extLst>
          </p:cNvPr>
          <p:cNvPicPr>
            <a:picLocks noChangeAspect="1"/>
          </p:cNvPicPr>
          <p:nvPr/>
        </p:nvPicPr>
        <p:blipFill>
          <a:blip r:embed="rId35"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 rot="13468817">
            <a:off x="822237" y="3752896"/>
            <a:ext cx="548640" cy="54864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25CDDE5-B922-C659-1267-A52C28A9D2BB}"/>
              </a:ext>
            </a:extLst>
          </p:cNvPr>
          <p:cNvSpPr txBox="1"/>
          <p:nvPr/>
        </p:nvSpPr>
        <p:spPr>
          <a:xfrm>
            <a:off x="2597474" y="1090804"/>
            <a:ext cx="12452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Overall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288B33-01E8-D766-1A91-E7D8B2F030A0}"/>
              </a:ext>
            </a:extLst>
          </p:cNvPr>
          <p:cNvSpPr txBox="1"/>
          <p:nvPr/>
        </p:nvSpPr>
        <p:spPr>
          <a:xfrm>
            <a:off x="4598112" y="4575026"/>
            <a:ext cx="50045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/>
                </a:highlight>
              </a:rPr>
              <a:t>*PW4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7F753554-9511-2269-5B33-F490B83AAEC1}"/>
              </a:ext>
            </a:extLst>
          </p:cNvPr>
          <p:cNvSpPr txBox="1">
            <a:spLocks/>
          </p:cNvSpPr>
          <p:nvPr/>
        </p:nvSpPr>
        <p:spPr>
          <a:xfrm>
            <a:off x="5248067" y="1098831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Password (*RP):</a:t>
            </a:r>
          </a:p>
          <a:p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C772A78-EF8F-B84F-62D5-6BEFE6D8AD70}"/>
              </a:ext>
            </a:extLst>
          </p:cNvPr>
          <p:cNvPicPr preferRelativeResize="0">
            <a:picLocks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3829" y="1652597"/>
            <a:ext cx="731520" cy="731520"/>
          </a:xfrm>
          <a:prstGeom prst="rect">
            <a:avLst/>
          </a:prstGeom>
          <a:ln w="38100">
            <a:solidFill>
              <a:srgbClr val="00B0F0"/>
            </a:solidFill>
          </a:ln>
          <a:effectLst>
            <a:softEdge rad="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34167A6-6099-A444-942C-8C9CC6998B27}"/>
              </a:ext>
            </a:extLst>
          </p:cNvPr>
          <p:cNvPicPr preferRelativeResize="0">
            <a:picLocks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6128" y="1649826"/>
            <a:ext cx="731520" cy="731520"/>
          </a:xfrm>
          <a:prstGeom prst="rect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  <a:effectLst>
            <a:softEdge rad="0"/>
          </a:effec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293E70D-BFC5-BF86-2C13-7FC2932FAACF}"/>
              </a:ext>
            </a:extLst>
          </p:cNvPr>
          <p:cNvPicPr preferRelativeResize="0">
            <a:picLocks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2840" y="1652304"/>
            <a:ext cx="731520" cy="731520"/>
          </a:xfrm>
          <a:prstGeom prst="rect">
            <a:avLst/>
          </a:prstGeom>
          <a:ln w="38100">
            <a:solidFill>
              <a:srgbClr val="7030A0"/>
            </a:solidFill>
          </a:ln>
          <a:effectLst>
            <a:softEdge rad="0"/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BFE72A1-1BB9-B6B2-36B8-5BD1F1938D1B}"/>
              </a:ext>
            </a:extLst>
          </p:cNvPr>
          <p:cNvPicPr preferRelativeResize="0">
            <a:picLocks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1680" y="1649826"/>
            <a:ext cx="731520" cy="731520"/>
          </a:xfrm>
          <a:prstGeom prst="rect">
            <a:avLst/>
          </a:prstGeom>
          <a:ln w="38100">
            <a:solidFill>
              <a:schemeClr val="accent2">
                <a:lumMod val="60000"/>
                <a:lumOff val="40000"/>
              </a:schemeClr>
            </a:solidFill>
          </a:ln>
          <a:effectLst>
            <a:softEdge rad="0"/>
          </a:effectLst>
        </p:spPr>
      </p:pic>
      <p:sp>
        <p:nvSpPr>
          <p:cNvPr id="16" name="Subtitle 2">
            <a:extLst>
              <a:ext uri="{FF2B5EF4-FFF2-40B4-BE49-F238E27FC236}">
                <a16:creationId xmlns:a16="http://schemas.microsoft.com/office/drawing/2014/main" id="{FCEB624E-54ED-2E10-0BA0-0B0F8B1E0804}"/>
              </a:ext>
            </a:extLst>
          </p:cNvPr>
          <p:cNvSpPr txBox="1">
            <a:spLocks/>
          </p:cNvSpPr>
          <p:nvPr/>
        </p:nvSpPr>
        <p:spPr>
          <a:xfrm>
            <a:off x="5425354" y="4522119"/>
            <a:ext cx="4391829" cy="5982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Password Need To Click (*PW):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20279933-0B1A-DFA2-F2E2-188CCECCF6F3}"/>
              </a:ext>
            </a:extLst>
          </p:cNvPr>
          <p:cNvPicPr preferRelativeResize="0">
            <a:picLocks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2247" y="5007779"/>
            <a:ext cx="731520" cy="731520"/>
          </a:xfrm>
          <a:prstGeom prst="rect">
            <a:avLst/>
          </a:prstGeom>
          <a:ln w="38100">
            <a:solidFill>
              <a:srgbClr val="00B0F0"/>
            </a:solidFill>
          </a:ln>
          <a:effectLst>
            <a:softEdge rad="0"/>
          </a:effectLst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D5CB58C2-7A1C-E870-727F-290CB522B999}"/>
              </a:ext>
            </a:extLst>
          </p:cNvPr>
          <p:cNvPicPr preferRelativeResize="0">
            <a:picLocks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4000" y="5007089"/>
            <a:ext cx="731520" cy="731520"/>
          </a:xfrm>
          <a:prstGeom prst="rect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  <a:effectLst>
            <a:softEdge rad="0"/>
          </a:effec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F1B1A9C-315B-7B5A-C996-7AF9FD295034}"/>
              </a:ext>
            </a:extLst>
          </p:cNvPr>
          <p:cNvPicPr preferRelativeResize="0">
            <a:picLocks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2840" y="5012405"/>
            <a:ext cx="731520" cy="731520"/>
          </a:xfrm>
          <a:prstGeom prst="rect">
            <a:avLst/>
          </a:prstGeom>
          <a:ln w="38100">
            <a:solidFill>
              <a:srgbClr val="7030A0"/>
            </a:solidFill>
          </a:ln>
          <a:effectLst>
            <a:softEdge rad="0"/>
          </a:effectLst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4DECFEF1-2D80-CBB1-DD61-957035E15752}"/>
              </a:ext>
            </a:extLst>
          </p:cNvPr>
          <p:cNvPicPr preferRelativeResize="0">
            <a:picLocks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1680" y="5007089"/>
            <a:ext cx="731520" cy="731520"/>
          </a:xfrm>
          <a:prstGeom prst="rect">
            <a:avLst/>
          </a:prstGeom>
          <a:ln w="38100">
            <a:solidFill>
              <a:schemeClr val="accent2">
                <a:lumMod val="60000"/>
                <a:lumOff val="40000"/>
              </a:schemeClr>
            </a:solidFill>
          </a:ln>
          <a:effectLst>
            <a:softEdge rad="0"/>
          </a:effectLst>
        </p:spPr>
      </p:pic>
      <p:pic>
        <p:nvPicPr>
          <p:cNvPr id="28" name="Graphic 27" descr="Arrow Up with solid fill">
            <a:extLst>
              <a:ext uri="{FF2B5EF4-FFF2-40B4-BE49-F238E27FC236}">
                <a16:creationId xmlns:a16="http://schemas.microsoft.com/office/drawing/2014/main" id="{081E4270-483B-8B43-02AA-3AB949FBAAC6}"/>
              </a:ext>
            </a:extLst>
          </p:cNvPr>
          <p:cNvPicPr>
            <a:picLocks noChangeAspect="1"/>
          </p:cNvPicPr>
          <p:nvPr/>
        </p:nvPicPr>
        <p:blipFill>
          <a:blip r:embed="rId37"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 rot="2638818">
            <a:off x="4711678" y="1461187"/>
            <a:ext cx="548640" cy="548640"/>
          </a:xfrm>
          <a:prstGeom prst="rect">
            <a:avLst/>
          </a:prstGeom>
        </p:spPr>
      </p:pic>
      <p:pic>
        <p:nvPicPr>
          <p:cNvPr id="30" name="Graphic 29" descr="Arrow Up with solid fill">
            <a:extLst>
              <a:ext uri="{FF2B5EF4-FFF2-40B4-BE49-F238E27FC236}">
                <a16:creationId xmlns:a16="http://schemas.microsoft.com/office/drawing/2014/main" id="{E447EB5C-0AC2-7869-E520-FE1E1D16141E}"/>
              </a:ext>
            </a:extLst>
          </p:cNvPr>
          <p:cNvPicPr>
            <a:picLocks noChangeAspect="1"/>
          </p:cNvPicPr>
          <p:nvPr/>
        </p:nvPicPr>
        <p:blipFill>
          <a:blip r:embed="rId39">
            <a:extLst>
              <a:ext uri="{96DAC541-7B7A-43D3-8B79-37D633B846F1}">
                <asvg:svgBlip xmlns:asvg="http://schemas.microsoft.com/office/drawing/2016/SVG/main" r:embed="rId40"/>
              </a:ext>
            </a:extLst>
          </a:blip>
          <a:stretch>
            <a:fillRect/>
          </a:stretch>
        </p:blipFill>
        <p:spPr>
          <a:xfrm rot="18794554">
            <a:off x="2438850" y="1433280"/>
            <a:ext cx="548640" cy="548640"/>
          </a:xfrm>
          <a:prstGeom prst="rect">
            <a:avLst/>
          </a:prstGeom>
        </p:spPr>
      </p:pic>
      <p:pic>
        <p:nvPicPr>
          <p:cNvPr id="32" name="Graphic 31" descr="Arrow Up with solid fill">
            <a:extLst>
              <a:ext uri="{FF2B5EF4-FFF2-40B4-BE49-F238E27FC236}">
                <a16:creationId xmlns:a16="http://schemas.microsoft.com/office/drawing/2014/main" id="{3EA40187-4A6B-B069-EC9E-5C3AC6E8FF1C}"/>
              </a:ext>
            </a:extLst>
          </p:cNvPr>
          <p:cNvPicPr>
            <a:picLocks noChangeAspect="1"/>
          </p:cNvPicPr>
          <p:nvPr/>
        </p:nvPicPr>
        <p:blipFill>
          <a:blip r:embed="rId41">
            <a:extLst>
              <a:ext uri="{96DAC541-7B7A-43D3-8B79-37D633B846F1}">
                <asvg:svgBlip xmlns:asvg="http://schemas.microsoft.com/office/drawing/2016/SVG/main" r:embed="rId42"/>
              </a:ext>
            </a:extLst>
          </a:blip>
          <a:stretch>
            <a:fillRect/>
          </a:stretch>
        </p:blipFill>
        <p:spPr>
          <a:xfrm rot="7867004">
            <a:off x="4697670" y="5300380"/>
            <a:ext cx="548640" cy="548640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52565CE1-F887-BEE8-18F1-D259520F042D}"/>
              </a:ext>
            </a:extLst>
          </p:cNvPr>
          <p:cNvSpPr txBox="1"/>
          <p:nvPr/>
        </p:nvSpPr>
        <p:spPr>
          <a:xfrm>
            <a:off x="2262811" y="5388021"/>
            <a:ext cx="50045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FF"/>
                </a:highlight>
              </a:rPr>
              <a:t>*PW2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E1FE96C-9D7D-1D7C-CBA5-FA9E8BF46659}"/>
              </a:ext>
            </a:extLst>
          </p:cNvPr>
          <p:cNvSpPr txBox="1"/>
          <p:nvPr/>
        </p:nvSpPr>
        <p:spPr>
          <a:xfrm>
            <a:off x="1487178" y="5372849"/>
            <a:ext cx="50045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FF"/>
                </a:highlight>
              </a:rPr>
              <a:t>*PW1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E00CDB9-CB52-3D33-539F-6B93A9FF4CFA}"/>
              </a:ext>
            </a:extLst>
          </p:cNvPr>
          <p:cNvSpPr txBox="1"/>
          <p:nvPr/>
        </p:nvSpPr>
        <p:spPr>
          <a:xfrm>
            <a:off x="1465094" y="2229604"/>
            <a:ext cx="50045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800080"/>
                </a:highlight>
              </a:rPr>
              <a:t>*PW3</a:t>
            </a:r>
          </a:p>
        </p:txBody>
      </p:sp>
    </p:spTree>
    <p:extLst>
      <p:ext uri="{BB962C8B-B14F-4D97-AF65-F5344CB8AC3E}">
        <p14:creationId xmlns:p14="http://schemas.microsoft.com/office/powerpoint/2010/main" val="34960692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579</TotalTime>
  <Words>559</Words>
  <Application>Microsoft Office PowerPoint</Application>
  <PresentationFormat>Widescreen</PresentationFormat>
  <Paragraphs>212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TONG JIA SENG</dc:creator>
  <cp:lastModifiedBy>TONG JIA SENG</cp:lastModifiedBy>
  <cp:revision>12</cp:revision>
  <dcterms:created xsi:type="dcterms:W3CDTF">2026-02-03T01:35:10Z</dcterms:created>
  <dcterms:modified xsi:type="dcterms:W3CDTF">2026-02-04T09:05:37Z</dcterms:modified>
</cp:coreProperties>
</file>