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80" r:id="rId3"/>
    <p:sldId id="263" r:id="rId4"/>
    <p:sldId id="258" r:id="rId5"/>
    <p:sldId id="261" r:id="rId6"/>
    <p:sldId id="273" r:id="rId7"/>
    <p:sldId id="264" r:id="rId8"/>
    <p:sldId id="274" r:id="rId9"/>
    <p:sldId id="266" r:id="rId10"/>
    <p:sldId id="283" r:id="rId11"/>
    <p:sldId id="275" r:id="rId12"/>
    <p:sldId id="281" r:id="rId13"/>
    <p:sldId id="268" r:id="rId14"/>
    <p:sldId id="269" r:id="rId15"/>
    <p:sldId id="270" r:id="rId16"/>
    <p:sldId id="276" r:id="rId17"/>
    <p:sldId id="271" r:id="rId18"/>
    <p:sldId id="277" r:id="rId19"/>
    <p:sldId id="272" r:id="rId20"/>
    <p:sldId id="282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65607-CA42-9B28-36FF-4701DA7080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F8DCC3-761E-0C24-9D83-32490790E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8B83C-4988-0005-295F-645ACE451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626B5-EA18-0F5C-2CBA-ADD6F5D6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D6705-43E4-8CA4-8256-CD8898C5B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25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CDCCC-5EB7-22CA-7C00-77B8F8B7F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4E1EC-24BA-EFD1-5562-CAA97DEE4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023B0-7266-D111-55D2-A61A425C3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0A9-28B4-6DD7-A7FB-4C141FB68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D9621-C522-692C-F7DF-63B83BB20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301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BB72-6B05-0614-7C89-85D123A8B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4A8F0-3E4C-D529-8A39-309C31746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F7244-4114-073D-1387-FF2BD199E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79BBA-8DCE-A072-9EC4-B55425123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EDCD2-4284-A60D-1DB9-D8E5A07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4EEF3-C454-CCF0-DB07-1564E55D3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DEAB9-B841-E83B-69F1-DDE35D7355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111E9-41F3-CAD4-852F-D0D884321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2F0B3-2FA5-3577-F902-E0CD82C66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5F7EA-3ACB-1058-6F43-ED1311B95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73C26-777E-EFE7-AB14-7404D4BCE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63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0D85-20BC-7BAE-6030-CABAD4A3A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3B59-7D7A-0300-4994-6CA9B0971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90342B-E6A5-3262-DECC-40562C9B9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DBE5A3-F851-DFDA-100E-74385D9E0A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1561D-93D8-7D65-8F0C-65A3EAC6C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2D3E73-1E8A-6704-2C6C-6DAA8F8E9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B6B75A-E510-948B-F229-13B761F45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E250C5-2A6E-BF5C-BCB5-7723B5D7B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006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ADC3C-6402-C5F6-2C9C-19BECDCCC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B3A9D6-F77C-F80B-1C4F-C652FC6D9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5F4608-A5C7-2B38-D7B3-486875411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249CD-50BE-17BE-406C-2E5368CEC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035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E70214-D9DD-60C4-BD41-94A26EDCE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7C030-5D63-EA0E-2012-A0B7CA12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5027A-25CD-EEFD-9C93-4D314733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43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651E-1B03-11BD-E17F-223690CB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F14EB-6275-A8DF-2868-055A80E24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8926-2585-E67B-B72E-C05920547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AA7EE-033F-A7D1-6C95-28EF0852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E9B371-097E-A948-D9FE-D1F334A48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7C15C-4FD4-CCDB-CFD4-BEAA4B29C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4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F781C-279D-A918-5FAD-6A18E4C8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B87DDA-8BF8-17C1-EE84-DC7C6CEBEC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11BBA-5E93-30AB-2E82-6C85DEAA5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696547-A323-81E2-A78B-D04C74D4F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1042F6-5B9C-4C25-5F42-58A23A7E6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08827-E174-3790-0CBC-86E9EC4D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7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14456-B52C-4529-C6D4-C716A284D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AAC5A-66A3-922E-60DD-3670F37C47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F419E-1DCC-7783-53DC-341EA43AF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8A681-9ACC-B869-1417-286016DFD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DD151-CF43-09EF-CA88-BA873C50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52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A31909-9DDC-3D28-C995-5D6ABF33B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34DD8-D9D3-9473-E52A-BCDBA9DCE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700D5-DA28-EF7D-2615-6A949576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2E0BE-C0A9-724A-FA7D-0577F1DE3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5DF59-79E4-64B6-05C8-D3588D6E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41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54C635-A040-806E-66F7-3C957F8E7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DBAB6-F8B8-AC67-4C7F-54E395FF5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317F3-B141-2268-99BE-730FDE2EDF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78FFEE-96DD-411E-9212-115A8E86985E}" type="datetimeFigureOut">
              <a:rPr lang="en-US" smtClean="0"/>
              <a:t>2026-03-01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4D1BC-B693-119E-9D67-823628031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06E1A-AF5B-3066-4AF5-DEC394C47C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AB0BC-59A2-4149-A0EE-71FE06EE1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22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8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5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4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9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37.svg"/><Relationship Id="rId8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1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0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9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8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1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0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9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8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9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3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42.png"/><Relationship Id="rId8" Type="http://schemas.openxmlformats.org/officeDocument/2006/relationships/image" Target="../media/image7.jp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9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3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42.png"/><Relationship Id="rId8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5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4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6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2.png"/><Relationship Id="rId8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5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4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46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2.png"/><Relationship Id="rId8" Type="http://schemas.openxmlformats.org/officeDocument/2006/relationships/image" Target="../media/image7.jp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9" Type="http://schemas.openxmlformats.org/officeDocument/2006/relationships/image" Target="../media/image42.png"/><Relationship Id="rId21" Type="http://schemas.openxmlformats.org/officeDocument/2006/relationships/image" Target="../media/image20.jpg"/><Relationship Id="rId34" Type="http://schemas.openxmlformats.org/officeDocument/2006/relationships/image" Target="../media/image45.svg"/><Relationship Id="rId42" Type="http://schemas.openxmlformats.org/officeDocument/2006/relationships/image" Target="../media/image46.sv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41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37" Type="http://schemas.openxmlformats.org/officeDocument/2006/relationships/image" Target="../media/image40.png"/><Relationship Id="rId40" Type="http://schemas.openxmlformats.org/officeDocument/2006/relationships/image" Target="../media/image43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4.png"/><Relationship Id="rId38" Type="http://schemas.openxmlformats.org/officeDocument/2006/relationships/image" Target="../media/image41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4.pn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9.sv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8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47.svg"/><Relationship Id="rId35" Type="http://schemas.openxmlformats.org/officeDocument/2006/relationships/image" Target="../media/image35.svg"/><Relationship Id="rId8" Type="http://schemas.openxmlformats.org/officeDocument/2006/relationships/image" Target="../media/image7.jp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5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4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9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50.svg"/><Relationship Id="rId8" Type="http://schemas.openxmlformats.org/officeDocument/2006/relationships/image" Target="../media/image7.jp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0.pn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9.sv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8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41.svg"/><Relationship Id="rId8" Type="http://schemas.openxmlformats.org/officeDocument/2006/relationships/image" Target="../media/image7.jp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0.pn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49.sv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48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8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41.svg"/><Relationship Id="rId8" Type="http://schemas.openxmlformats.org/officeDocument/2006/relationships/image" Target="../media/image7.jp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8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2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51.png"/><Relationship Id="rId8" Type="http://schemas.openxmlformats.org/officeDocument/2006/relationships/image" Target="../media/image7.jp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48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8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2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51.png"/><Relationship Id="rId8" Type="http://schemas.openxmlformats.org/officeDocument/2006/relationships/image" Target="../media/image7.jp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4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53.png"/><Relationship Id="rId8" Type="http://schemas.openxmlformats.org/officeDocument/2006/relationships/image" Target="../media/image7.jp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" Type="http://schemas.openxmlformats.org/officeDocument/2006/relationships/image" Target="../media/image2.jpg"/><Relationship Id="rId21" Type="http://schemas.openxmlformats.org/officeDocument/2006/relationships/image" Target="../media/image20.jpg"/><Relationship Id="rId34" Type="http://schemas.openxmlformats.org/officeDocument/2006/relationships/image" Target="../media/image33.sv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54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53.png"/><Relationship Id="rId8" Type="http://schemas.openxmlformats.org/officeDocument/2006/relationships/image" Target="../media/image7.jp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26" Type="http://schemas.openxmlformats.org/officeDocument/2006/relationships/image" Target="../media/image25.jpg"/><Relationship Id="rId39" Type="http://schemas.openxmlformats.org/officeDocument/2006/relationships/image" Target="../media/image51.png"/><Relationship Id="rId21" Type="http://schemas.openxmlformats.org/officeDocument/2006/relationships/image" Target="../media/image20.jpg"/><Relationship Id="rId34" Type="http://schemas.openxmlformats.org/officeDocument/2006/relationships/image" Target="../media/image33.svg"/><Relationship Id="rId42" Type="http://schemas.openxmlformats.org/officeDocument/2006/relationships/image" Target="../media/image54.sv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29" Type="http://schemas.openxmlformats.org/officeDocument/2006/relationships/image" Target="../media/image28.png"/><Relationship Id="rId41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32" Type="http://schemas.openxmlformats.org/officeDocument/2006/relationships/image" Target="../media/image31.svg"/><Relationship Id="rId37" Type="http://schemas.openxmlformats.org/officeDocument/2006/relationships/image" Target="../media/image40.png"/><Relationship Id="rId40" Type="http://schemas.openxmlformats.org/officeDocument/2006/relationships/image" Target="../media/image52.sv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38" Type="http://schemas.openxmlformats.org/officeDocument/2006/relationships/image" Target="../media/image4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B1BD-5653-B2E8-0068-FE79BF895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F13CC1-3411-E476-E603-9285676A0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8945" y="1649061"/>
            <a:ext cx="4228946" cy="598257"/>
          </a:xfrm>
        </p:spPr>
        <p:txBody>
          <a:bodyPr>
            <a:noAutofit/>
          </a:bodyPr>
          <a:lstStyle/>
          <a:p>
            <a:r>
              <a:rPr lang="en-US" sz="6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7375885-5268-1B0E-7392-4AECE7755D31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D95ED13-7CEF-D277-B1DE-DB69A3663C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5E9D4-1116-6B1A-78DB-E92C2184C0B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31EE8B0-D087-77A0-3502-CFD6CC39A7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6A4390C-BB58-0082-939D-E2839404D0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C82CEEF-A0D8-982B-2A5C-C6BF3EEC2C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CA281E9-A7BD-05C8-EF83-B3D846F70D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9F116DF-B7E4-4F87-02FC-DC1AE71356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7522C24-BFF8-B746-06D9-6C2A3B50D2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D385325-D04D-1072-B085-D6EAD89071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CED6BED9-79CD-7D7D-A440-5F30DC1B07A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1B076A4-D0EA-C236-AEC8-974C476FD1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03D1758-584A-3769-E4E9-2D46F02371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A44803AA-AD35-7CC8-DA45-FD31932863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42F06D27-6141-55BF-2A56-70BC0854D0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A445FD1-509D-3C89-7286-5A9D8436C4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2C959F3-B9F1-AD27-D086-128E0072F0F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92EF984-5711-2381-2B23-4E69FC4E11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63EDF50F-BC90-78C4-B76A-647EB83830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B43C8A6-151B-6D44-FBB7-8464E2F900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21DEE90-9C57-8A9D-94E0-56E849993D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0777FE2-01A2-6E14-A133-5AA4AB2C88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2181D66-9135-CF78-07B0-BA04CA309D0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913B0C9-B835-66AD-EE7B-C12501F0B9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B8EEF5E-6EE8-D5E6-2598-8F9926E276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20433DA-8580-1107-9030-22E02F5ED9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2" name="Subtitle 2">
            <a:extLst>
              <a:ext uri="{FF2B5EF4-FFF2-40B4-BE49-F238E27FC236}">
                <a16:creationId xmlns:a16="http://schemas.microsoft.com/office/drawing/2014/main" id="{013769C6-A4D1-CEDF-C179-AA9E0481BE35}"/>
              </a:ext>
            </a:extLst>
          </p:cNvPr>
          <p:cNvSpPr txBox="1">
            <a:spLocks/>
          </p:cNvSpPr>
          <p:nvPr/>
        </p:nvSpPr>
        <p:spPr>
          <a:xfrm>
            <a:off x="6038945" y="2624758"/>
            <a:ext cx="4228946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 will use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0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*RP </a:t>
            </a:r>
            <a: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represent </a:t>
            </a:r>
            <a:r>
              <a:rPr lang="en-US" sz="30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Registered Password</a:t>
            </a:r>
            <a:br>
              <a:rPr lang="en-US" sz="3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endParaRPr lang="en-US" sz="3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5EA7F02C-CB09-B18F-703D-30D0D2EADA8A}"/>
              </a:ext>
            </a:extLst>
          </p:cNvPr>
          <p:cNvSpPr txBox="1">
            <a:spLocks/>
          </p:cNvSpPr>
          <p:nvPr/>
        </p:nvSpPr>
        <p:spPr>
          <a:xfrm>
            <a:off x="5729988" y="4420146"/>
            <a:ext cx="4228946" cy="5982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*PW </a:t>
            </a: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represent </a:t>
            </a:r>
            <a:r>
              <a:rPr lang="en-US" sz="320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 to Click</a:t>
            </a:r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0326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792F3-3FBF-A315-4414-DF2B4AF0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5B6935-7B15-86EA-51F5-0E48EF65A4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E488D8B-6551-0E74-6240-CE5218EBD4A7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794D0B8-CFAB-C368-0167-A6D0F859B2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062A19E-1DA7-9154-B3CE-0D048DCBB0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75B58FB-46E7-A300-99EE-63A490ED7FE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7D449F5-B059-055D-637D-C2010471A9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E3D51B4-7C3D-A7B4-CE66-86A3BB10B4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13C43AA-868E-BC75-0B05-6B4BE18D01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0CCC5D0-E8F2-EB90-CD06-129C3103A2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0529F7-16DC-1600-C0EF-630DA6F68A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75B64AB-AAE1-5B0D-2903-A8D01D6AD5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41A92CD-0E8E-BDDE-B024-E46E05F8704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E883F91-BCA1-D686-2437-C14944F6A12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78019A5-D379-9929-4BE8-0AE1BEE1CE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9E783AD4-52E9-2378-4E68-4AE8389826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E7E891A-3CA9-541D-F794-49495BB337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9630EB5-0260-5CFC-504F-E5B0D90FA2A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92E34C4-0FD9-62C3-DCAC-956A1E0253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54ABD8-06FB-F56E-1209-98E111EED8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E4A52585-4240-21C0-1D2E-F783432DEF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52F4421B-DC95-1DA8-5AEE-E03B7C497D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AC03E224-AEEC-4D44-3E57-A85D616F37A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76924D92-A988-37A0-94E0-1D04CF9118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09C0D64-3B0F-45D4-E72F-8AE00CF9707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8593EAC5-079C-9B62-C3C4-9D1B11FB0C6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AC683D6-B00E-07F7-86F5-976F0B16AA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C68A9CA-1586-2488-7D3D-7B149F6D93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649D481F-A52C-6FC2-BE2F-77426A355133}"/>
              </a:ext>
            </a:extLst>
          </p:cNvPr>
          <p:cNvSpPr txBox="1">
            <a:spLocks/>
          </p:cNvSpPr>
          <p:nvPr/>
        </p:nvSpPr>
        <p:spPr>
          <a:xfrm>
            <a:off x="4985998" y="1885354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8C906B49-256A-364D-A216-1DBC232B4245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2426060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3FEFD76-889E-1200-8B0C-2D677945D688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2432590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B953A85-E50D-D949-F545-2631CEC36AA8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2439120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1D594F9-D82B-FA49-91E6-ED355D3410E2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2432590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9F06C0EE-6DB9-7293-2BBB-C3972E292154}"/>
              </a:ext>
            </a:extLst>
          </p:cNvPr>
          <p:cNvSpPr txBox="1">
            <a:spLocks/>
          </p:cNvSpPr>
          <p:nvPr/>
        </p:nvSpPr>
        <p:spPr>
          <a:xfrm>
            <a:off x="5042249" y="3482608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8D03000-BEA0-A171-FE47-B74F0E70BDF7}"/>
              </a:ext>
            </a:extLst>
          </p:cNvPr>
          <p:cNvGrpSpPr/>
          <p:nvPr/>
        </p:nvGrpSpPr>
        <p:grpSpPr>
          <a:xfrm>
            <a:off x="5770563" y="4019527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F72CF53B-F089-4819-4B97-1EA7A396F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9BE8DF8B-000D-D0BE-9B4D-8656BF1C7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36367962-27A3-AD11-BB9E-6A61EA2EC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A5C7261-D57D-7015-011A-DD07E7D242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DFCAF66-229A-869C-A641-2046716106B7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71E401-BB04-FD6A-73F0-A16540242D80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EDF8DE0-70D1-6067-85FA-C2491742F887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502C76-C41A-25D8-D910-BB43469F2777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7698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FDC55-663A-F73F-1B26-53AB16A6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8387C3-ECE8-50B5-E727-0F033CEA0D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091273E-76D9-BE47-FA2B-2EA0DAC3130E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B9FC8D-3E0E-4BBE-A56D-86340FF79F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599A0C7-211F-F44F-3379-3A6A216E166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01F7305-A5C0-137C-7160-A2141484B2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2715F7C-F2C9-A5E8-0082-6A2E14AB13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6F754ED-B52E-DEF5-EF10-415886DF96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CF0CD51-015D-7A05-8240-675863FB1C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F7C1145-E5A3-CF86-B9A4-6FD0F2EDBD9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A243CE7-7E52-44AC-9FF4-E925808787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0B473DB-149C-BA6D-6930-B26495B62F3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57FB082-221B-D69B-592D-0667A4348E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A2C2944-10CC-48C0-349D-DBFFB38A57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F888F87-D79A-63DA-C6EF-0BDFC863CF2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7666B0D-2CAF-FE72-A116-519DF1F485D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E3C847E-F032-9956-94CB-A15532B825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5CA97D6F-A447-A66F-7C1E-3CE055D5E2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7CD9498-0A18-F67B-3118-F6719E25709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46BB4C3-2A88-92CF-3608-2559B7C01C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2039A47-B3EC-7105-E53E-B5DDFD60E3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7F787F1E-51C0-5591-976D-7A82BF88C7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9FEC0468-AC50-FA99-1FC6-2607D0CC29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241C616-BA0B-597F-65B0-D82B0F8EFA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1C9C6FC-C3F1-EB1F-8717-916BE10263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76006C8-7833-ABE7-604B-EE2EA8BCB15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532A940F-1EF7-558B-1AB0-22F33E135AF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2ADBDC0-4809-C137-ED64-E35DB9463F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657077FD-7C24-FCE7-D103-B89E4A9BDB5A}"/>
              </a:ext>
            </a:extLst>
          </p:cNvPr>
          <p:cNvSpPr txBox="1">
            <a:spLocks/>
          </p:cNvSpPr>
          <p:nvPr/>
        </p:nvSpPr>
        <p:spPr>
          <a:xfrm>
            <a:off x="4985998" y="1885354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4A9D7FF7-E3A3-2D40-19FE-4D85A0086B6D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2426060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C0BEBC53-E1BB-5B62-1A96-1F88873005FA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2432590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5384992-3DED-3867-EB22-FCCFFBF2A9F9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2439120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D1759FB1-7BD9-8ED5-9BE0-B56C39D3F411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2432590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4EF23C0E-1246-D90E-B218-74BF4C778134}"/>
              </a:ext>
            </a:extLst>
          </p:cNvPr>
          <p:cNvSpPr txBox="1">
            <a:spLocks/>
          </p:cNvSpPr>
          <p:nvPr/>
        </p:nvSpPr>
        <p:spPr>
          <a:xfrm>
            <a:off x="5042249" y="3482608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CCD9461-34A5-D15D-5F99-A8C853A4A74F}"/>
              </a:ext>
            </a:extLst>
          </p:cNvPr>
          <p:cNvGrpSpPr/>
          <p:nvPr/>
        </p:nvGrpSpPr>
        <p:grpSpPr>
          <a:xfrm>
            <a:off x="5770563" y="4019527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142D7875-8DE9-FAF7-5037-7150BBB3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EE316DC0-F231-2044-DF1F-E0DFA375B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E2889CDD-F4CE-9897-05B4-08B8B7AE6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ABBF1AA8-CC95-E1E9-2A3D-6EA0FA2AD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D444DD4-A240-C896-A6C6-05F392883E5A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E6F9826-A0AD-CE0E-30C8-280CB506D4A3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E002305-A8F7-27C6-AC9E-B3CE42497781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42A6698-B473-33DC-126E-FD1AFCBB5453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2" name="Graphic 21" descr="Arrow Up with solid fill">
            <a:extLst>
              <a:ext uri="{FF2B5EF4-FFF2-40B4-BE49-F238E27FC236}">
                <a16:creationId xmlns:a16="http://schemas.microsoft.com/office/drawing/2014/main" id="{9B4C774B-EAE5-A2EA-7423-243399DAC702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999833" y="2948695"/>
            <a:ext cx="548640" cy="548640"/>
          </a:xfrm>
          <a:prstGeom prst="rect">
            <a:avLst/>
          </a:prstGeom>
        </p:spPr>
      </p:pic>
      <p:sp>
        <p:nvSpPr>
          <p:cNvPr id="24" name="Subtitle 2">
            <a:extLst>
              <a:ext uri="{FF2B5EF4-FFF2-40B4-BE49-F238E27FC236}">
                <a16:creationId xmlns:a16="http://schemas.microsoft.com/office/drawing/2014/main" id="{5CC7833F-EAD6-3ECB-4CDA-A5A421D7C4C2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1: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C0AB5D-C5CB-339A-1DFE-B399900DE2F6}"/>
              </a:ext>
            </a:extLst>
          </p:cNvPr>
          <p:cNvSpPr txBox="1"/>
          <p:nvPr/>
        </p:nvSpPr>
        <p:spPr>
          <a:xfrm>
            <a:off x="2145601" y="2439988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*PW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A6DECE-9CD5-8B2D-3670-5586FB213D0E}"/>
              </a:ext>
            </a:extLst>
          </p:cNvPr>
          <p:cNvSpPr txBox="1"/>
          <p:nvPr/>
        </p:nvSpPr>
        <p:spPr>
          <a:xfrm>
            <a:off x="2172774" y="368051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</p:spTree>
    <p:extLst>
      <p:ext uri="{BB962C8B-B14F-4D97-AF65-F5344CB8AC3E}">
        <p14:creationId xmlns:p14="http://schemas.microsoft.com/office/powerpoint/2010/main" val="4697465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6348-0CC6-8416-7288-96446200A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6F5E34-1B83-0598-EA28-901D3A5418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EF82C90-4530-A790-F2DC-12B247B7BCA7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A2AB481-0CCA-D9CF-A7E3-57BB7748962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38A734-7DFD-1C34-8488-CF85C3E82F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A873EB-4FAB-FEBC-6373-A17432DC0F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DD5DE11-72B8-03E6-FD82-2FE4737405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48E9504-FBE2-355E-980C-25FA8E0055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57B33C9-3974-F01C-9E1B-4892AA22FD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4B0E57B-C6B3-44F3-5577-5652E0290C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FE553B9-CDEB-4131-0847-6A62D5D65D9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D333BAA-CCE6-559F-E3D5-96E734AB40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7A86832-E800-E930-221E-15D0DF16145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2108C98-5323-E857-8660-2CD87F267EF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4C9A1914-0376-4F12-B547-91696E0E6F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E666F97-7D30-FBA3-13C2-F8F98B237A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EB4B33E6-738B-BCB8-D56E-DD6F02090F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9370BDF-A3DE-B4AE-7B95-451B1AD1D21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3CF6896-928D-A8FC-C066-9C2514A1CA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C5FF764B-1C61-EF06-7279-95B4C9BAA33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C218966-6759-EF35-DE46-9C7B60AED06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D1FC9BD-8620-949C-9AE9-B2C653CF53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CE14E2A9-EBE2-0E7F-EA12-AC658149FCC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7F81C08-D0F4-BFF6-6A28-3B4820F168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D415A86-49A0-EE8C-AF6E-7EF11457035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6C5EFC6-390B-0CDC-9788-021D87847A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2B054C50-C938-DE3E-E760-C0AE649CFFB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7F459CB4-6B25-B8B5-C771-6AC6F1E5986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8224BDF6-4C02-4277-8D35-224001E84A49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1F39EC55-7E02-843E-D52C-51747BF21499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2554F84F-BE99-364A-2E5B-EDD916F724FF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3601B443-4D88-985B-CFEB-DA22859948FC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14B20-66A4-12C1-26E1-CFBD93459DED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94048B53-962C-085D-93D1-D90DDA999EF9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4EDADAA-7AF7-2D34-88EC-0679A6DD85C5}"/>
              </a:ext>
            </a:extLst>
          </p:cNvPr>
          <p:cNvGrpSpPr/>
          <p:nvPr/>
        </p:nvGrpSpPr>
        <p:grpSpPr>
          <a:xfrm>
            <a:off x="5770563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678763E9-3DE0-7D41-7542-05881CEB0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0FAC4100-F77E-C4D6-D168-E032FEAB18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D230DD61-C3BD-C3DD-A43D-759599CD2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E3E13E63-C7D5-48BF-157A-98F53E938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571AC79-7014-AE4D-C03B-A2302332A0F9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DEE432D-F039-1C07-4B23-F45D8DBC4791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31110F3-F3F9-23DB-891B-CFBADB0F98AF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F559030-8080-C43E-5944-ECF3B8D421F6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790CF542-4523-9775-1DF6-4D0F45B11D25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999833" y="2948695"/>
            <a:ext cx="548640" cy="54864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B2DBBF5F-0F2C-9867-8FBD-66E91DF0C8FB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D9E9C1C-7C25-2C2E-F64C-29C8A78D16E8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3317EA7C-90CE-64A6-4C28-C52EE4107931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78F17-4623-D95B-0488-98C0C3E88E8A}"/>
              </a:ext>
            </a:extLst>
          </p:cNvPr>
          <p:cNvSpPr txBox="1"/>
          <p:nvPr/>
        </p:nvSpPr>
        <p:spPr>
          <a:xfrm>
            <a:off x="2145601" y="2439988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*PW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E6852-CD06-7470-A5FE-72124F9C2106}"/>
              </a:ext>
            </a:extLst>
          </p:cNvPr>
          <p:cNvSpPr txBox="1"/>
          <p:nvPr/>
        </p:nvSpPr>
        <p:spPr>
          <a:xfrm>
            <a:off x="2172774" y="368051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</p:spTree>
    <p:extLst>
      <p:ext uri="{BB962C8B-B14F-4D97-AF65-F5344CB8AC3E}">
        <p14:creationId xmlns:p14="http://schemas.microsoft.com/office/powerpoint/2010/main" val="1433418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A8069-E91F-F1CB-3AA0-08899F731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ECF4E2-92EA-0CF6-08ED-65C7D8BB04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10FCB75-69C9-5F1C-2870-60200A86A03C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D37EEF-C836-2EA1-5D02-9EAD3D6E76C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47F2EB6-828B-0258-A020-AA4644AAFF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E8E363A-4795-D6E3-5312-AF9170B9218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DFAB01-700B-F379-FA66-EE39DDE06C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85A2ED2-8E65-1FE7-5A9C-54E2863ED6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A24B6A-9F96-92E2-B99A-3C8E640930C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C4BC6CB-E2D4-3EDB-91A2-CE881E7B67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7900D09-0C7D-4A12-8BFF-1AF5BB32AA1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5BD2F64-85BE-21C1-F877-AC5160B308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7BA2A5B-3E90-C835-7FAA-600B8FF0F6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81797C2-42AF-4D9C-55C9-A76629E3DC9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E0211E6-99CB-1B3E-B696-2530BB59FD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D0D3955-4EE8-6D5E-30D2-EB042A31AF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7711B9E1-212A-9D60-CDFA-E97979B48D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solidFill>
                <a:srgbClr val="FFC000"/>
              </a:solidFill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C90E1E2-64A9-E5C9-CDD7-C082362F293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0526FE0-FE8B-2F3A-0048-8E064F2C05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1D770E1F-5775-99B2-27B2-7BDBA33B372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B53A0C1C-3BC5-6E97-E35C-CC12135AC61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8BC0F6E4-E81E-948C-7547-ED7624B2BDF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BF2F40F6-888B-5BA5-1B89-4E149A959A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F3BF4F8D-C890-3A43-3782-333BB9DAD86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632A07D2-3599-49D9-6A71-F2093488AEB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F8B1E3B-A3CC-5587-315A-FB1D77343A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A953E9BF-927F-0292-5D15-E4BDB27E42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655931EE-56DB-9774-57E8-B48F748AA79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90E4DA2A-A1C5-4418-9148-FFA140291308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39351E99-22DA-0B48-F8E5-7A2F25CA66B0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62DF57-F2E7-FC46-5041-8A771BE654B5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BEE9D07-7AFE-BA93-ACA7-429126CC9DCF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5943792E-AD19-4A79-96C3-D978313D2090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F3F57221-A74E-664E-236C-4999B8380134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328D6CA-B07D-8ED4-CE57-5C43A14B5D4B}"/>
              </a:ext>
            </a:extLst>
          </p:cNvPr>
          <p:cNvGrpSpPr/>
          <p:nvPr/>
        </p:nvGrpSpPr>
        <p:grpSpPr>
          <a:xfrm>
            <a:off x="5770563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A46A05FD-98A4-7156-D61A-838B614C5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998730F8-B16A-8FEA-E14E-08A289862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33C02248-8FB0-E668-D301-FB42965B97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D3C241B-138C-A941-4F85-7D98F1370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EEC1AC9-3EBB-AD05-6B81-8C2D023AC669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1E79438-B23E-1C2B-78C9-31B33FB16A22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136498E-852A-C4A0-CC42-ECE01F0219D9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52F58F8-7B56-05DF-0D0D-3618BE1B09D7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sp>
        <p:nvSpPr>
          <p:cNvPr id="12" name="Subtitle 2">
            <a:extLst>
              <a:ext uri="{FF2B5EF4-FFF2-40B4-BE49-F238E27FC236}">
                <a16:creationId xmlns:a16="http://schemas.microsoft.com/office/drawing/2014/main" id="{DA9CB060-82C4-7C85-55D0-353165962EF2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D3173F4-26B1-3EDB-9C4F-003D7392D5BF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4" name="Graphic 3" descr="Arrow Up with solid fill">
            <a:extLst>
              <a:ext uri="{FF2B5EF4-FFF2-40B4-BE49-F238E27FC236}">
                <a16:creationId xmlns:a16="http://schemas.microsoft.com/office/drawing/2014/main" id="{9EAD9BA7-527A-5A96-A213-610AB8E8D1E5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10800000">
            <a:off x="3635946" y="3749878"/>
            <a:ext cx="548640" cy="54864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AE8D868-7A69-450D-04A1-506B1D08560E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2: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EBE33F-ADFB-A6C6-3CB9-470D682C414E}"/>
              </a:ext>
            </a:extLst>
          </p:cNvPr>
          <p:cNvSpPr txBox="1"/>
          <p:nvPr/>
        </p:nvSpPr>
        <p:spPr>
          <a:xfrm>
            <a:off x="3703238" y="4473194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7DC32-0A44-0A5A-901B-7B5F973AA70D}"/>
              </a:ext>
            </a:extLst>
          </p:cNvPr>
          <p:cNvSpPr txBox="1"/>
          <p:nvPr/>
        </p:nvSpPr>
        <p:spPr>
          <a:xfrm>
            <a:off x="3752658" y="323795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*RP</a:t>
            </a:r>
          </a:p>
        </p:txBody>
      </p:sp>
    </p:spTree>
    <p:extLst>
      <p:ext uri="{BB962C8B-B14F-4D97-AF65-F5344CB8AC3E}">
        <p14:creationId xmlns:p14="http://schemas.microsoft.com/office/powerpoint/2010/main" val="2885746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22268-BEB2-FF8B-FDBA-F5271DBC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D47BF31-416F-F89E-C302-9893647319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34B6E8F-481B-1F59-392D-B1CE274E3D5E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EFD44C3-A782-76A5-F48A-9AA7C428C1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2D6EBC8-9EC9-CC02-BCFA-B3973F4EB93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85B249A-69EF-24BA-74E7-57D23F1809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4F6ADA8-10A3-7603-805A-72FE8CF042D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ACB66CC-BE5F-751C-A95D-A97F79CC91A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E09C6E2-E9BB-0DD5-ADF9-2D3F37245A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BE19699-27C9-E288-0D6A-53A1F6D8375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810BDC3-A7DE-542E-611B-3DD04DDC8D3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F182755-6288-ECD7-42BA-8FEBB505554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A3E6631-7A10-248F-274B-E11AC4EB44C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7EFD4D9-9442-C1A8-EFFE-152C88EFBED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9DDF1D0-81AF-2AEF-52A2-F3CB42266F2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8B1EB7CA-2692-82B5-7A37-8C32950D968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29DBB059-6264-CFED-2523-B6278C1C550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solidFill>
                <a:srgbClr val="FFC000"/>
              </a:solidFill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C2241F5-4302-AE0F-19E8-C817B5DE39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532168A-BA8B-488E-6DF9-AE8C0CCF7A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F62E36C-2AAA-13E7-AA90-17415CA37A3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50654E5-D34C-D630-E443-CF2EC5C96C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E85859E-9B3D-5E68-2660-6979CD4AFD1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94C01028-03F4-83CD-5C58-8E536E9918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A81B94CF-03F2-3431-9482-083FB68D331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275C48D-78A5-511B-448A-299378D58A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F10BA98-11BE-1E78-F1A4-B13DA32E601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0A74B2E5-10D7-CBB9-A7D1-A50CE269D12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87F9772B-7C57-F46C-AE94-830207AFBF9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C3287233-6649-CBCD-4492-247E6D396621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D9F60653-BD6E-F6A9-85F0-4729FE3DDB82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2DD7F564-1156-784F-462A-8F941EA5215E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0F0F80D7-E998-A3AB-D8FD-1B97199C6186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7216536-46BF-0A9A-42D6-5AC2B81F966E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8C70A5F9-7CEB-CBEA-53C4-1A12CD3FB3FE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B70F198-5C8A-3B15-29AE-6BEFA3C78E89}"/>
              </a:ext>
            </a:extLst>
          </p:cNvPr>
          <p:cNvGrpSpPr/>
          <p:nvPr/>
        </p:nvGrpSpPr>
        <p:grpSpPr>
          <a:xfrm>
            <a:off x="5770563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E96E6BDA-9C97-FC64-D69C-BB1C2A9E6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581213DF-AA42-835E-26D1-E33DC1DFC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857BE6A8-FFC9-99E2-2703-CC455C27C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DE8F3D66-E3F9-D5FF-35EA-93F11CE284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CC920E-74D7-F6B9-6D70-127CA62FC578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8B71D86-9F9C-85F4-068A-03E1137820F4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6BE811-64DA-F895-D75E-48DC7DC7C013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5A62049-9B43-3D81-B751-CF12DA4FDDE6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sp>
        <p:nvSpPr>
          <p:cNvPr id="12" name="Subtitle 2">
            <a:extLst>
              <a:ext uri="{FF2B5EF4-FFF2-40B4-BE49-F238E27FC236}">
                <a16:creationId xmlns:a16="http://schemas.microsoft.com/office/drawing/2014/main" id="{8FFC88E0-0D8E-35FE-AE50-7B14D07D7584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051F038-1DD6-618C-EBD4-D0A201C85C5C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4" name="Graphic 3" descr="Arrow Up with solid fill">
            <a:extLst>
              <a:ext uri="{FF2B5EF4-FFF2-40B4-BE49-F238E27FC236}">
                <a16:creationId xmlns:a16="http://schemas.microsoft.com/office/drawing/2014/main" id="{9597F526-C1BE-BA5B-468A-95B8B78F1C86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 rot="10800000">
            <a:off x="3635946" y="3749878"/>
            <a:ext cx="548640" cy="54864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F8B7974D-3E1B-F032-A07D-C8422D12FCB8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2: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E91A46-94F2-AFBD-8118-774046720A56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5078392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A8E8F0-BF84-0DC5-D8B9-3DEDC8A20141}"/>
              </a:ext>
            </a:extLst>
          </p:cNvPr>
          <p:cNvSpPr txBox="1"/>
          <p:nvPr/>
        </p:nvSpPr>
        <p:spPr>
          <a:xfrm>
            <a:off x="3752658" y="323795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*RP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4839E-84D3-9274-9C4F-A33DAE6879FF}"/>
              </a:ext>
            </a:extLst>
          </p:cNvPr>
          <p:cNvSpPr txBox="1"/>
          <p:nvPr/>
        </p:nvSpPr>
        <p:spPr>
          <a:xfrm>
            <a:off x="3703238" y="4473194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4085465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71F72-6255-6359-0223-E0E4865C3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D262F1-A7D0-3A7D-F4AE-5D81E50CF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4A723DF-6012-3F46-1931-0F2707E860DD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47711A3-AACB-3D59-32B4-D85EC98402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331EC0A-722C-FF03-740D-BAD5111035B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D697DC-8E31-4CA4-24AE-3C18BB6DBD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F7CEEF3-8430-A36D-9694-BB669280A67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5772F60-403B-DC24-3C23-3FF008F8C8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62CBC83-8020-B730-0FBA-ED3621E754D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5A0D0DE-DA2A-DC61-225C-AFDA9E45662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C13B0C6-942D-14B8-FA9C-8F6464082C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F02C0A2-2ACF-446F-EE10-B39C1D39085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022BEF8-6883-B3FF-AB55-6D14046EE76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85239CD-9740-6D2A-BCC9-F8398F3DBF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DE16038-A013-59EA-DF6F-A6A62AEF30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53E5390-397F-DDF1-97A8-5F791B05BF3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55AB021-FD3A-3D3B-6CE4-53F1E218D8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976FC05-D9A7-0C97-0DCC-6A102A14A15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ln w="38100">
              <a:solidFill>
                <a:srgbClr val="FFFF00"/>
              </a:solidFill>
            </a:ln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B71D417-81BA-2C68-333C-7F6FC84BB77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10C7A97-B65A-A5DA-C878-DBF5A8A7A8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72FB890-2AB3-B972-C4D1-FFE6F17BC99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86E2F238-0BF4-2580-9EE8-6B4DF32755A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D185E95-8528-084C-058D-F3B022BE589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A0B6C823-83EA-BFCA-1630-C783F299FD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0894800-25A2-26F8-F609-61DF9BE24D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F1023916-0684-B1AB-8085-4220BCC18AD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5B6CE69-68EE-908E-E528-ABE7E81D7DD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0BEF6D3-92B0-BDDB-79E9-87FBB6EA57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586E6D4A-A389-AD55-0B76-3163F3E7C533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7295A53C-3603-59A6-0E53-A1E0431C193C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CB7A561B-F1FB-8F27-3B4B-3500DABD00FF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9563D481-A4C3-4578-3CAA-1CC6A6D1E775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7AB04994-5EE3-5BBF-2622-A3FE2F864B05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8CCC21C8-BD78-7F23-34ED-158FD4184A4D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8030AFE-468B-C88A-B7B9-402D6854ED04}"/>
              </a:ext>
            </a:extLst>
          </p:cNvPr>
          <p:cNvGrpSpPr/>
          <p:nvPr/>
        </p:nvGrpSpPr>
        <p:grpSpPr>
          <a:xfrm>
            <a:off x="5770563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39DA8A1E-EAA3-1EE1-6513-1DBA1F51A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5CF6023C-CA6D-9897-914B-2AAD38D83D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48DEA294-A8B6-8E54-56AA-25D59DDA6E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A63FCDB4-6184-CF5F-0D37-31F077417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760CE0A-CBE5-A0FD-3346-865E9C605D90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8CD5DFE-8251-2618-2BEF-153300EE7F0F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E45A510-E6EE-E41C-E5B2-CE54B875A01D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AB9CB4B-CEAA-DF92-D9F6-E8F02AE5D7C7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sp>
        <p:nvSpPr>
          <p:cNvPr id="12" name="Subtitle 2">
            <a:extLst>
              <a:ext uri="{FF2B5EF4-FFF2-40B4-BE49-F238E27FC236}">
                <a16:creationId xmlns:a16="http://schemas.microsoft.com/office/drawing/2014/main" id="{297CE5E3-E6DF-8955-603F-F7D139D43D8C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24B7A70-3FCB-EF0A-A32E-D5F3E969AA03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F4A2EB2F-20B3-A5E6-B591-E972A91C0EF3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3: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9068D4-2439-7213-0E4F-2105E72A1696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5078392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10" name="Graphic 9" descr="Arrow Right with solid fill">
            <a:extLst>
              <a:ext uri="{FF2B5EF4-FFF2-40B4-BE49-F238E27FC236}">
                <a16:creationId xmlns:a16="http://schemas.microsoft.com/office/drawing/2014/main" id="{161FAE80-413D-6F64-7CBC-39536273F6D8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369612" y="4206242"/>
            <a:ext cx="548640" cy="5486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1AC6E8-8DD0-3C2A-3A00-3A51DA20A3A7}"/>
              </a:ext>
            </a:extLst>
          </p:cNvPr>
          <p:cNvSpPr txBox="1"/>
          <p:nvPr/>
        </p:nvSpPr>
        <p:spPr>
          <a:xfrm>
            <a:off x="2925094" y="448773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*PW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52C554-0889-40B0-2FC7-95E1BD5339DC}"/>
              </a:ext>
            </a:extLst>
          </p:cNvPr>
          <p:cNvSpPr txBox="1"/>
          <p:nvPr/>
        </p:nvSpPr>
        <p:spPr>
          <a:xfrm>
            <a:off x="1821051" y="448773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*RP</a:t>
            </a:r>
          </a:p>
        </p:txBody>
      </p:sp>
    </p:spTree>
    <p:extLst>
      <p:ext uri="{BB962C8B-B14F-4D97-AF65-F5344CB8AC3E}">
        <p14:creationId xmlns:p14="http://schemas.microsoft.com/office/powerpoint/2010/main" val="1206919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7241-F9F7-913C-0DE3-4553CC334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EAF5E2-1289-0000-6899-6ED4EB8C3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F8B8CB7-8029-46CB-086B-7127A97E8954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A754ABA-5280-B234-0ABC-4F9DC9DB8B9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CEB0514-F7A8-2B01-C903-0EA444F36E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079FC72-6095-52EE-A7CA-085B201C55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DD0CF72-D19E-115D-9C6F-4E31522FCB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C887E1A-D43A-4297-4EFD-8FABC75989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B979EB8-2D32-4B2F-18DE-89C68B92FE6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0CDCE42-EA1D-E03D-C1B7-BA1638145E0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ACDDACA-4EC1-49D8-63C0-5A1653D50C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3F3D8AC-5774-179A-F5CD-E45DFD721A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31E8198-B640-61AF-A530-73A27488D1F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7141C84-8BD3-2E63-E6DC-897FCFA974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3DD0CE4C-D49E-049A-DB12-C33499B12AF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496C8E32-9826-BC37-7209-B7B621325D3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F0874B7-7311-8110-05A8-8CA701F34D6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D71BD5E-9E55-A28C-91D2-73915FE1B7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ln w="38100">
              <a:solidFill>
                <a:srgbClr val="FFFF00"/>
              </a:solidFill>
            </a:ln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4AE0B76D-7B1A-2545-D5B4-A70D4F84471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BE9976B-8142-81DC-C5DF-653C4B39FD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67ABB3C-6B64-EBA5-E6B5-A3292C2C2CB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8F4A284-E5E5-820D-0879-8F8275F0BA1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A371E78-0EAF-8596-FB75-27C1624993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C5DBB0A-F39F-BAF6-D24F-7FFC6934B1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0F26200-01E7-6C0C-E118-C37312D7E84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13AD83D-69C7-711D-36D9-90D0DD1B000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1D7B490-6A99-E241-EA27-FBB8736AAB3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06939E43-29F5-A327-ACDE-3946403566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51D6012D-E366-461C-BCAD-327886A40F5F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754426A6-0658-915D-B81A-84CCC3705188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BAE3585-0D40-F2E5-8503-FF8DCD491593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FCF6BDE-3EE8-D4FA-C286-7E9F981B6A18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276FBCC-0120-491E-2F12-52CE960BEA38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74D7F260-556F-F1F1-7424-A89F09FBFBF8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E1DD204-267F-E98D-C9FA-463D82D23BC3}"/>
              </a:ext>
            </a:extLst>
          </p:cNvPr>
          <p:cNvGrpSpPr/>
          <p:nvPr/>
        </p:nvGrpSpPr>
        <p:grpSpPr>
          <a:xfrm>
            <a:off x="5770563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E5D3CA3B-489F-6FD6-6801-24270B944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F177A682-0EDB-3F89-5786-FB0B8B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233634EC-F696-E3B6-2D4E-0C060E94E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AA983C56-D7CA-4513-DFA2-05A050D47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DD36509-4CD8-DFFD-FB18-20DC6516F70F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1A0DF9B-B35E-DDC1-685F-D94EF197185E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D7A5BA6-A351-407B-78B0-A8A9B57E9C7F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2CC3A65-699F-4FA3-112A-303EDF7F0FF9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sp>
        <p:nvSpPr>
          <p:cNvPr id="12" name="Subtitle 2">
            <a:extLst>
              <a:ext uri="{FF2B5EF4-FFF2-40B4-BE49-F238E27FC236}">
                <a16:creationId xmlns:a16="http://schemas.microsoft.com/office/drawing/2014/main" id="{0D8B8E1B-59FF-E8F1-ECEE-CB0D8C3CE286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75278B5-F71F-37AA-9E55-DAB37544B67C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F5F374C3-06C7-9445-6A9C-4EEB410F8E46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3: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F91EF5-BFEE-4792-4D74-51E771626A7E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5078392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10" name="Graphic 9" descr="Arrow Right with solid fill">
            <a:extLst>
              <a:ext uri="{FF2B5EF4-FFF2-40B4-BE49-F238E27FC236}">
                <a16:creationId xmlns:a16="http://schemas.microsoft.com/office/drawing/2014/main" id="{990D7CEA-9749-4AEC-86D4-A48F5ED99EEE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369612" y="4206242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3E37D8-58BE-2898-3198-64CCCD708B29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5078392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2A50FC-5436-5ACC-F3DC-3790E4C396DA}"/>
              </a:ext>
            </a:extLst>
          </p:cNvPr>
          <p:cNvSpPr txBox="1"/>
          <p:nvPr/>
        </p:nvSpPr>
        <p:spPr>
          <a:xfrm>
            <a:off x="1821051" y="448773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*RP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09DD1A-3106-2B7E-C680-6C746CED16C3}"/>
              </a:ext>
            </a:extLst>
          </p:cNvPr>
          <p:cNvSpPr txBox="1"/>
          <p:nvPr/>
        </p:nvSpPr>
        <p:spPr>
          <a:xfrm>
            <a:off x="2925094" y="448773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525155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5247-0347-44DF-47D6-A0595902E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C943C6-6CD7-6E59-E407-C719F8A0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5DC939C-C80F-A169-E355-A20A905AAD85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6980B-6C55-708D-F293-ECEF6CE45A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05213E4-79B3-0B84-959A-CEE39CCBEE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5373798-0A40-D28D-8CC0-F67B9EB22CF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C6C5111-6240-22E0-B874-28EBB0C8B9B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EE2CE0C-66BD-8B84-3F0D-CCBE40C4F49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0CD5001-1FA0-ABE2-3D99-4C6FBB5D92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4CCAB99-C397-651B-CC1A-8232A35E57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4C03D31-26F3-5A0C-1A3E-9EB9AB0B93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AB8AAC9-94A8-BBDA-A3B6-8A11DF73DE7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0F906DD-AF51-DABD-145C-36225F9802D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55BEAC3-2DB1-A5EB-62CE-3A9DDA227A3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5283B64-2DB1-23CB-D3F0-24A0B95B47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8C198AC-2303-667F-DD1E-678118051A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3045FF9F-4CF2-DFC7-F285-EAFD7E7B86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CF5DCB4-C2D7-641D-9804-BFFA28AA85F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376DE2A-F63F-A6B1-681B-8FAC0034FB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3A3D0035-4714-00B7-971B-4E2E6DDF631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B6E2D903-D2FA-5E00-3B6C-8D072C574A7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D1130FA-CBBA-05DD-E117-55F7FDEE8EB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4BA250F1-C9F0-31F5-D009-D19FD166077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DD54BF6-C2A0-A8FA-D1B7-E6BC479FB5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9862FEA-4BBD-48F2-8266-270CCADE2A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94967EB-307B-03AF-D60E-D392C6D0B5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B4FEC63F-4CA5-85ED-245F-08904EC8DFB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A1F3B4D5-EA85-579F-2F8E-0C72B0B00B7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E10175B1-B363-618C-008F-DF5CA8F7A00C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9862AF4A-DCD1-6CEE-F910-C16AA81BA598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F1C2257-EA72-5116-402E-AA16A313FD91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19792BC-FB8F-1152-7504-48DE5AD02613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EB8166C-F1AB-C6E6-CAB7-5A75E518F1A0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142AC8A1-FFB3-EF6D-0187-0C9C3B333F43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F056BA6-31F5-22E8-9CCB-4B51E85A372C}"/>
              </a:ext>
            </a:extLst>
          </p:cNvPr>
          <p:cNvGrpSpPr/>
          <p:nvPr/>
        </p:nvGrpSpPr>
        <p:grpSpPr>
          <a:xfrm>
            <a:off x="2412461" y="3243516"/>
            <a:ext cx="6661207" cy="1473489"/>
            <a:chOff x="2878620" y="4368286"/>
            <a:chExt cx="6661207" cy="1473489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B862F8EB-0DF0-5A8B-F875-67659ED67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D450831F-C3A7-E912-6A9A-0149108C8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C978077C-19FA-C56A-34FC-65CE0B134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D1845CD-2C71-8F56-3741-7AF3CF2A1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2878620" y="529313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AE75D24-F001-179A-88D9-85E4490C87CC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1C3D09C-56BC-EAB3-174A-AC0089B8366A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7D06E70-9F74-6128-410E-BF102FA12172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774FD3-F9C1-0A2A-41F4-6D674E3282E3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sp>
        <p:nvSpPr>
          <p:cNvPr id="12" name="Subtitle 2">
            <a:extLst>
              <a:ext uri="{FF2B5EF4-FFF2-40B4-BE49-F238E27FC236}">
                <a16:creationId xmlns:a16="http://schemas.microsoft.com/office/drawing/2014/main" id="{82D8F429-EE03-FC8C-7179-0A19A2B8201A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8E6A5A-2D46-359D-04E3-3D6CE440A538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6B814C1F-28F6-EE99-9839-E5FEA8AC3F5F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4: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A84BC4-2A97-ACE8-B116-96774D6AEB87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5078392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551750-B50A-37F7-A8BD-63523127580C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5078392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6" name="Graphic 15" descr="Arrow Right with solid fill">
            <a:extLst>
              <a:ext uri="{FF2B5EF4-FFF2-40B4-BE49-F238E27FC236}">
                <a16:creationId xmlns:a16="http://schemas.microsoft.com/office/drawing/2014/main" id="{3AAC9954-6A0C-E3E7-18C3-5BC28A3EE012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0800000">
            <a:off x="8358338" y="3258248"/>
            <a:ext cx="548640" cy="548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B45D94-8D53-B163-594A-606FE8444679}"/>
              </a:ext>
            </a:extLst>
          </p:cNvPr>
          <p:cNvSpPr txBox="1"/>
          <p:nvPr/>
        </p:nvSpPr>
        <p:spPr>
          <a:xfrm>
            <a:off x="2995773" y="448773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*RP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6A5D8-F082-4644-E317-4FA1AC90D22A}"/>
              </a:ext>
            </a:extLst>
          </p:cNvPr>
          <p:cNvSpPr txBox="1"/>
          <p:nvPr/>
        </p:nvSpPr>
        <p:spPr>
          <a:xfrm>
            <a:off x="1821051" y="448773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887786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214C6-21C7-FE4C-9220-3BFA5BD47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6E11023-7C3B-03AA-316E-C438FD6DF5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2C71897-2763-9B72-6BFE-BACBEC16891D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B9D90D2-891A-484A-5F61-9138637D1FE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4FD4795-3AC3-5524-D754-1FE08361D0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D6D557-3093-AA36-71F1-039CE035D3E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0D1A29C-9537-CD84-EBBE-36ABD332D9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6BF56DB-6E31-2052-9021-468FD32320E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noFill/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8E98C41-86AA-8BA3-AE99-94AC2DE9BE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B26E09A-4EC9-4CC0-46DE-E120E250628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564A9C2-7277-35B1-E9D4-B08A9BD8005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EDAB600-AE97-A050-EC53-7A9CDD8E7EC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AFFE9FA-30A8-D766-42A8-F448F06F0A4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02CA3FB4-79B4-1A93-89C7-B89972AEE3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9B64EB1-87ED-3AC3-07C0-95D689450E3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9B8D972-66BE-BD40-634E-D2989E494B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FDBA5D41-99AF-9AC4-C2C5-60EAC3066DB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8075F075-18C2-ECA9-12E0-8D874BAFA7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867C78A-4B9A-3BDE-417B-DDBC567142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9D33B5F-601B-452B-555F-1028CCD5029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0C3325F-40C1-B47B-4279-8F54D53A45F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728F295B-E4E1-1151-97EB-707FEB95D0C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619DADC8-983E-4468-CF44-06ADCFF4D65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2FF7292-2E97-349F-5B71-E2196DCB1D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205EA2A-A75F-6856-8479-0783763DF3C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0587EF5-2AF5-478D-050C-08234364155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587CD1C-CACB-6F4D-B011-C016F3937D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FA32C18-8FE7-913B-4A1A-C19ADC00CF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E5D09A3B-063A-4FCB-8280-AA372018F43C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EF781363-17BC-919A-B886-B7821DD5FD9F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5701E1E-D9A0-6E17-424A-13E7F7652679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8B4664A6-156E-846B-15DA-A383E3F59049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49EB2A82-226B-F5A7-16C5-547CB2DFB581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9E572F66-AFD4-E7EB-301A-0E33420D972E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C9D1E2E-A1D3-B842-23E2-2538E306B6AD}"/>
              </a:ext>
            </a:extLst>
          </p:cNvPr>
          <p:cNvGrpSpPr/>
          <p:nvPr/>
        </p:nvGrpSpPr>
        <p:grpSpPr>
          <a:xfrm>
            <a:off x="2412461" y="3243516"/>
            <a:ext cx="6661207" cy="1473489"/>
            <a:chOff x="2878620" y="4368286"/>
            <a:chExt cx="6661207" cy="1473489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119A0F41-830D-92C8-84CD-2787C257C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A052FBE7-D9F3-5671-3E91-745843749F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D99E97F0-D306-A406-D450-BEF63E80E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2498A440-259B-C078-EEF2-68442338E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2878620" y="529313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E0A17C9-8C0B-2195-E378-DC96E1027CAF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693C52E-48C3-3B67-6F9F-28838E2A2D6F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F2E15-3D54-BF05-DD98-AC9B20B2B5D4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CEB6355-F046-8930-7C30-6095242A166A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sp>
        <p:nvSpPr>
          <p:cNvPr id="12" name="Subtitle 2">
            <a:extLst>
              <a:ext uri="{FF2B5EF4-FFF2-40B4-BE49-F238E27FC236}">
                <a16:creationId xmlns:a16="http://schemas.microsoft.com/office/drawing/2014/main" id="{DACB54A9-2503-82EB-0B31-1AFBB8230139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A9B0B02-55E2-F62C-BF10-5C77E1F56844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7C4D17D1-BD9A-FE87-1D25-7B45E565B51F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4: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B32DC9-E0D9-9F90-7381-F3BEA8B92D75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5078392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BC04A2D-0553-F5DD-366F-63034F5794AF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5078392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6" name="Graphic 15" descr="Arrow Right with solid fill">
            <a:extLst>
              <a:ext uri="{FF2B5EF4-FFF2-40B4-BE49-F238E27FC236}">
                <a16:creationId xmlns:a16="http://schemas.microsoft.com/office/drawing/2014/main" id="{5D63ED24-0C12-BE53-BB0D-F05E22F6A88C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0800000">
            <a:off x="8358338" y="3258248"/>
            <a:ext cx="548640" cy="54864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1AE1536-8964-3E2F-6C4D-EA3B1422304B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50783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5306DD1-1C09-71B9-CA78-02249F90579D}"/>
              </a:ext>
            </a:extLst>
          </p:cNvPr>
          <p:cNvSpPr txBox="1"/>
          <p:nvPr/>
        </p:nvSpPr>
        <p:spPr>
          <a:xfrm>
            <a:off x="2995773" y="4487731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*RP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6CAE6E-9FEF-99A8-B4D0-C8DA94689905}"/>
              </a:ext>
            </a:extLst>
          </p:cNvPr>
          <p:cNvSpPr txBox="1"/>
          <p:nvPr/>
        </p:nvSpPr>
        <p:spPr>
          <a:xfrm>
            <a:off x="1821051" y="448773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926912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EA784-10C3-8285-51FD-A5D3B3239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6760AC-6255-E70E-B8D0-4CAC4A6D4A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1D459D9-CA25-6B7E-4588-59C7EC47CF0F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2C0F6D2-24A1-1AF3-6F98-5025D1EEEC7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704F021-707C-E7B7-BFF0-2A36DBFCF3A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085C108-184A-A473-4D7C-A1E26BB165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52E5295-A00A-2C91-4103-69422A386E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343CC52-7C94-7786-C46E-709A587732B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998936B-413A-6256-AF24-C4AB0B0C9B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0E649B1-4E47-D289-BC9D-1DC1FBC267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4BFB64E-2A0E-B0A0-E2FB-287C4AB6ED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6B1C11D-9CD0-E0F7-91B0-D6D7DEE7320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4EA5D30-9FEE-2460-4F54-EE4ADA7A026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E5A36C4-B2D7-8730-37C8-CA330F0D43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EF0DE8F-D4A9-6D28-2C6B-6C1138D27A5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1FFE8DB-2D42-0CF4-B95A-19AB11D9139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2C594EB-3D82-2A46-9443-C3A9379BF05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ln w="38100">
              <a:solidFill>
                <a:srgbClr val="FFC000"/>
              </a:solidFill>
            </a:ln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BCD27F1B-0DE7-D961-CE56-3777AC85E82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ln w="38100">
              <a:solidFill>
                <a:srgbClr val="FFFF00"/>
              </a:solidFill>
            </a:ln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CF5BC134-622F-BB77-15E3-C8B76D511E9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9453950-35C2-0B82-74A0-0A35A71B6F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9750133-2AFD-EB32-BEE0-8B4573BE20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444381B-9674-F07D-5512-F03B92703C4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A4785AE4-35AF-296B-81CA-869306C6DE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D160F4D-2BBA-860C-CD10-89FD911788A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38380819-AA0A-F43A-9651-353E836DA75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B3323FA-33FE-DC33-2338-E56749074E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8C13E496-0127-3BBE-463D-A9D290CAE2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A29ED48-5529-3D51-21A3-C9E60537F3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632E163E-C342-C56E-A289-C7C2882B4DDA}"/>
              </a:ext>
            </a:extLst>
          </p:cNvPr>
          <p:cNvSpPr txBox="1">
            <a:spLocks/>
          </p:cNvSpPr>
          <p:nvPr/>
        </p:nvSpPr>
        <p:spPr>
          <a:xfrm>
            <a:off x="4985998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9640BA7D-23FC-C9E8-0260-B3DEF777BB13}"/>
              </a:ext>
            </a:extLst>
          </p:cNvPr>
          <p:cNvPicPr preferRelativeResize="0"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165004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2F3EA6E8-30F2-9D00-6BAE-27456F4432FD}"/>
              </a:ext>
            </a:extLst>
          </p:cNvPr>
          <p:cNvPicPr preferRelativeResize="0"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D76AFA0-CAEC-952A-2688-C5E9AEA6F6E8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166310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C448FD28-EEE3-C3D0-E77F-37B1CC68CC97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1656579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64" name="Subtitle 2">
            <a:extLst>
              <a:ext uri="{FF2B5EF4-FFF2-40B4-BE49-F238E27FC236}">
                <a16:creationId xmlns:a16="http://schemas.microsoft.com/office/drawing/2014/main" id="{F69AE252-1733-6A64-3CF3-2615D508926F}"/>
              </a:ext>
            </a:extLst>
          </p:cNvPr>
          <p:cNvSpPr txBox="1">
            <a:spLocks/>
          </p:cNvSpPr>
          <p:nvPr/>
        </p:nvSpPr>
        <p:spPr>
          <a:xfrm>
            <a:off x="5042249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6AE759F-FF33-000E-4567-088C2307393D}"/>
              </a:ext>
            </a:extLst>
          </p:cNvPr>
          <p:cNvGrpSpPr/>
          <p:nvPr/>
        </p:nvGrpSpPr>
        <p:grpSpPr>
          <a:xfrm>
            <a:off x="2411610" y="3243516"/>
            <a:ext cx="6662058" cy="1624893"/>
            <a:chOff x="2877769" y="4368286"/>
            <a:chExt cx="6662058" cy="1624893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E67F2CC8-26C0-DB7C-869D-C6DFA722C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4ABAE3BB-EAF3-43B7-A315-D7845DC29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E0462C09-0F11-33A2-0A6A-C4CA2DD28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1979C783-B7DC-A784-2C8A-B3F18A4DB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2877769" y="5444539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32C7B0A-C5E0-617C-A868-E2E948ADEE69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0BA9D75-760E-157B-F9CE-539A9EC2CEDB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BF6166F-CF51-A037-5192-3ADE1877685C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AC27BBD-1710-BA44-ED82-845426336116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Graphic 1" descr="Arrow Up with solid fill">
            <a:extLst>
              <a:ext uri="{FF2B5EF4-FFF2-40B4-BE49-F238E27FC236}">
                <a16:creationId xmlns:a16="http://schemas.microsoft.com/office/drawing/2014/main" id="{5A238550-AB32-92DA-7596-3B0C632F5319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999833" y="2948695"/>
            <a:ext cx="548640" cy="54864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ADDACA84-D951-4571-7527-996EAD9C9BC8}"/>
              </a:ext>
            </a:extLst>
          </p:cNvPr>
          <p:cNvSpPr txBox="1">
            <a:spLocks/>
          </p:cNvSpPr>
          <p:nvPr/>
        </p:nvSpPr>
        <p:spPr>
          <a:xfrm>
            <a:off x="5230978" y="4526531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  <a:p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732827C-1707-40E6-8D10-80E67B6B8F8C}"/>
              </a:ext>
            </a:extLst>
          </p:cNvPr>
          <p:cNvPicPr preferRelativeResize="0"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518" y="5078392"/>
            <a:ext cx="731520" cy="731520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4" name="Graphic 3" descr="Arrow Up with solid fill">
            <a:extLst>
              <a:ext uri="{FF2B5EF4-FFF2-40B4-BE49-F238E27FC236}">
                <a16:creationId xmlns:a16="http://schemas.microsoft.com/office/drawing/2014/main" id="{CC598807-A957-1971-AC7D-19DE13DAC884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 rot="10800000">
            <a:off x="3635946" y="3749878"/>
            <a:ext cx="548640" cy="54864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02DD1AB9-9E5B-445D-2DC0-C7446A30F220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Overall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3641FC-460C-87AD-D324-02DE44D23A45}"/>
              </a:ext>
            </a:extLst>
          </p:cNvPr>
          <p:cNvPicPr preferRelativeResize="0">
            <a:picLocks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817" y="5078392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10" name="Graphic 9" descr="Arrow Right with solid fill">
            <a:extLst>
              <a:ext uri="{FF2B5EF4-FFF2-40B4-BE49-F238E27FC236}">
                <a16:creationId xmlns:a16="http://schemas.microsoft.com/office/drawing/2014/main" id="{951502F7-3B69-D8BE-03C7-2CC462CA2BB2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2369612" y="3990447"/>
            <a:ext cx="548640" cy="5486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6024E8-8A8E-5EF7-8935-2365F00A4F00}"/>
              </a:ext>
            </a:extLst>
          </p:cNvPr>
          <p:cNvPicPr preferRelativeResize="0"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116" y="5078392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6" name="Graphic 15" descr="Arrow Right with solid fill">
            <a:extLst>
              <a:ext uri="{FF2B5EF4-FFF2-40B4-BE49-F238E27FC236}">
                <a16:creationId xmlns:a16="http://schemas.microsoft.com/office/drawing/2014/main" id="{4BF63DBA-84FA-7D53-88BC-FF447C9190FD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 rot="10800000">
            <a:off x="8358338" y="3258248"/>
            <a:ext cx="548640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3063D6-4A14-F4DE-1BDA-F633F1C2D5EE}"/>
              </a:ext>
            </a:extLst>
          </p:cNvPr>
          <p:cNvPicPr preferRelativeResize="0">
            <a:picLocks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415" y="5078392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8BC407E-DC37-1781-CE8D-41B7E637BB5F}"/>
              </a:ext>
            </a:extLst>
          </p:cNvPr>
          <p:cNvSpPr txBox="1"/>
          <p:nvPr/>
        </p:nvSpPr>
        <p:spPr>
          <a:xfrm>
            <a:off x="3041412" y="4594089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B6D905-EB59-F98D-ABD3-11D85C36B2DF}"/>
              </a:ext>
            </a:extLst>
          </p:cNvPr>
          <p:cNvSpPr txBox="1"/>
          <p:nvPr/>
        </p:nvSpPr>
        <p:spPr>
          <a:xfrm>
            <a:off x="2245189" y="3005725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*PW1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253F5E-1F3F-843A-10C6-600F0904EC87}"/>
              </a:ext>
            </a:extLst>
          </p:cNvPr>
          <p:cNvSpPr txBox="1"/>
          <p:nvPr/>
        </p:nvSpPr>
        <p:spPr>
          <a:xfrm>
            <a:off x="3837376" y="4594088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*PW2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895FB5-BAC1-123A-C8B0-88637AFE881F}"/>
              </a:ext>
            </a:extLst>
          </p:cNvPr>
          <p:cNvSpPr txBox="1"/>
          <p:nvPr/>
        </p:nvSpPr>
        <p:spPr>
          <a:xfrm>
            <a:off x="1814209" y="4616229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*PW4</a:t>
            </a:r>
          </a:p>
        </p:txBody>
      </p:sp>
    </p:spTree>
    <p:extLst>
      <p:ext uri="{BB962C8B-B14F-4D97-AF65-F5344CB8AC3E}">
        <p14:creationId xmlns:p14="http://schemas.microsoft.com/office/powerpoint/2010/main" val="2232064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DE9B-8293-F8DD-0492-5416474B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3C8314-5445-ACDF-63E1-8E11B45E3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09430" y="2491495"/>
            <a:ext cx="4834667" cy="598257"/>
          </a:xfrm>
        </p:spPr>
        <p:txBody>
          <a:bodyPr>
            <a:noAutofit/>
          </a:bodyPr>
          <a:lstStyle/>
          <a:p>
            <a:r>
              <a:rPr lang="en-US" sz="6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Tutorial 1 –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8425F44-604C-3736-CDBB-007C8275F0C8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  <a:effectLst>
            <a:outerShdw blurRad="76200" dir="13500000" sy="23000" kx="1200000" algn="br" rotWithShape="0">
              <a:prstClr val="black">
                <a:alpha val="2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A73A9D-263F-E943-96D8-67F7F4AB588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F5AEC75-B683-3DB3-E795-B8937FB6BC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3746B0D-F9B2-4F17-4404-6ED5E0AC77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88CB087-3C37-535B-AAD8-CE94C48C5A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C21E542-E3DA-AF56-90EC-33425F60C5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B733FE4-193E-2AEB-A972-FE5025BC379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89DF538-7D6E-04C2-4F56-9934139525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73AAD2D-8E16-E1DE-2D74-D1757917BC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CAE6B88-B603-8E10-CE09-883AAD263B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CA69ED06-75A3-7B6B-B8D1-77705F45F8D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71CCC2F-9A07-7227-D3F2-830F7255E39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D2C3637-62DC-3E0F-3308-C467B6E039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C245D03D-19C0-9E09-40CC-1BC0015736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EB2FAD69-8BC7-815D-3E7B-1AC89C1CE0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E463197-69BF-127C-847E-E49757E645D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695A7B1-A973-B404-B6FE-CE9BB29CCED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27BFE55-DA5D-5516-4941-D97725D5D75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24C4B19-A80E-4CF1-04E8-A0E03346DE7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DDB3EB2-DBB3-B9FD-555A-A481FD6E8C4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C8B9568-C333-F3CF-CA2E-1FAE6273BA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B92E7DF-8F0C-7BF9-B166-3BF3C5C4E38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028DEC6C-3C7B-788B-8A62-D765AEBB34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37968E7-935A-574C-7723-4EAA7D2CA90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6BE61E64-705A-B12C-20B3-4DE9F4F596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5729A82-EC5F-A2A9-0BA3-EABCD22EB63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</p:spTree>
    <p:extLst>
      <p:ext uri="{BB962C8B-B14F-4D97-AF65-F5344CB8AC3E}">
        <p14:creationId xmlns:p14="http://schemas.microsoft.com/office/powerpoint/2010/main" val="2854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E7710-265D-D174-7D72-3C8578D4E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3837C37-AEBD-01BD-5EFC-7CF9AFA642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326AD81-6BD3-1640-8924-360161F5CFAA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BB4916-EF7D-BBAB-4021-423E7FA86F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1FBF3F9-1F6D-FDD5-B3A2-41E6E12083B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9A4ABA4-3455-BBDF-E797-1B6B552111F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4622F0D-3A05-0215-51B0-19E6436691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17DC0CF-8096-ED8A-F6C0-74349463A6F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0F18006-04DE-EEA2-A1E2-D7448F35E5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7F7E8D4-69FF-862F-AC83-799D1C1B38A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2BC6CE7-E45B-B5BD-1627-7AB83A0655F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14499D4-9E9F-728A-468C-D5BF65F40C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250D480-551A-5C36-81A1-05C99A03FF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717E4A6F-0367-8EE4-ED3F-15FC115BDA6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C5A7DD2-431D-E586-32E5-CA2E75C533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0B2CA900-1606-3508-A06D-038FDC1ED2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A4012F7-3317-0716-6260-1A14BA5A11A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884BA27-551C-9107-7CAA-D503B1ACAF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C884CD55-5ACB-2C0D-81F4-B4AE4187E1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C04E755-4366-1D0F-E43B-BBE6A7C4FFB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AEFA345-DD8E-17D0-C8D7-EF29DB056C6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D15A3A-2EF4-FACA-6EFF-4B1D0D92AF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19E91E6-A86A-FF15-8042-FF32DFAEA50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A18CFF58-08F6-F0B6-A0FD-9522087E6D7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C59F472D-6943-1937-B38F-7DBCC00807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84DA0432-ACCA-3E7F-1F82-DD8AAFA6204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CF969BC5-75BC-536D-8422-3804A1135A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066CB8E-4A62-059A-C053-59F5BC2E6F8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83454F87-4AC6-1986-DE92-1AA58A9880FE}"/>
              </a:ext>
            </a:extLst>
          </p:cNvPr>
          <p:cNvSpPr txBox="1">
            <a:spLocks/>
          </p:cNvSpPr>
          <p:nvPr/>
        </p:nvSpPr>
        <p:spPr>
          <a:xfrm>
            <a:off x="4985998" y="1885354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0D4D7F89-B133-BFBC-175F-410F8B0BCC19}"/>
              </a:ext>
            </a:extLst>
          </p:cNvPr>
          <p:cNvSpPr txBox="1">
            <a:spLocks/>
          </p:cNvSpPr>
          <p:nvPr/>
        </p:nvSpPr>
        <p:spPr>
          <a:xfrm>
            <a:off x="5042249" y="3482608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ED107FB-2B67-79A9-653A-6245E975AC7D}"/>
              </a:ext>
            </a:extLst>
          </p:cNvPr>
          <p:cNvGrpSpPr/>
          <p:nvPr/>
        </p:nvGrpSpPr>
        <p:grpSpPr>
          <a:xfrm>
            <a:off x="5770563" y="4019527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1522D823-E929-3F36-D5E4-17A3ED9F6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86B8D0E8-E84D-3D13-049C-6C9E14471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38E87EB5-9892-F43F-B4A0-FB881DBE3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A4B0E791-786E-F0BE-D26B-EA954DB8E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4DF2F63-89E4-6CE4-AD9C-90AECD4F7DA1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B71968B-3A90-1913-0865-5C42F72EFE15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A2FDAB9-2A1A-B3FB-5F87-B37DF4DD35F1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308C4BE-DD7E-6FCD-5A1F-7751DABB045C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94B5A70-B516-027B-9046-F1C2923D1082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013" y="2419530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0C161D-9A17-1933-350C-5E4127F84AD6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022" y="2432590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8A4BDA-3A6F-0F0D-9297-391C49AF646F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6529" y="2419530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C087F8-4D95-6233-C530-A1414D97DC0E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0707" y="2432590"/>
            <a:ext cx="731520" cy="731520"/>
          </a:xfrm>
          <a:prstGeom prst="rect">
            <a:avLst/>
          </a:prstGeom>
          <a:ln w="38100">
            <a:noFill/>
          </a:ln>
        </p:spPr>
      </p:pic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0476CEE3-A81C-0527-7C75-A903C07E441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990512" y="1336714"/>
            <a:ext cx="548640" cy="54864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120CAB60-E769-C83D-5762-CC2A1F22EB2C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24EC0C-E976-BF2D-F28F-F561D7124E0E}"/>
              </a:ext>
            </a:extLst>
          </p:cNvPr>
          <p:cNvSpPr txBox="1"/>
          <p:nvPr/>
        </p:nvSpPr>
        <p:spPr>
          <a:xfrm>
            <a:off x="1832086" y="211997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413E1B-4F6D-C502-0B8D-7AD060828792}"/>
              </a:ext>
            </a:extLst>
          </p:cNvPr>
          <p:cNvSpPr txBox="1"/>
          <p:nvPr/>
        </p:nvSpPr>
        <p:spPr>
          <a:xfrm>
            <a:off x="1819349" y="527374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724747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A364D-240D-2166-A1DE-89D1DEF7C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AAAE1DE-6B5E-0389-D74F-FBDC2662C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23103E5-913E-34CA-7821-2DF7775EA7AC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4A799F4-325B-73D9-4411-F838D6702F1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FEEE69D-1403-A62F-12E5-39459BF0A15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3084E4-F49F-BE56-F4AC-529716CE5A6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666A142-AF53-BD8E-415C-D1628C5D7B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F0851D3-113F-C235-D0B1-66E3BA768D5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D0F665F-D974-1980-C445-D2517238C5C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8831AEF-20C9-D06D-9890-D53032AEBB6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C9EC0AE-F5CF-A724-F4D2-E9F135F62C9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E75F153-E049-C0E6-03A3-07B558E60C3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1B1E3DE5-DD20-07AE-3B8F-9C31D629F5D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DE49D794-E8F4-61DA-A33B-A00BB8DBD8F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9623B242-B9CC-2269-FF21-4FA82AB30A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432FD6C-AE3E-5923-1AD2-9540984AB2C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F1B0F0CB-D54C-4B5A-2106-AE34FD2B4A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21A486D-F591-C068-FE95-2738D831707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2EBA703-ECAC-A099-F8C8-A99121B55B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ED3F3C9-FA3F-4BEE-0D60-104B4907CF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D0C30FA-A0A3-3DF6-3B73-AA2FD1EA2F5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568BD52-EE41-BD53-0826-614F7C6E05D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7E74167-1576-B04D-BE9D-2A174404A41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FF764AB-11B7-BFD6-0AC9-94EDDF8E55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999D459-2856-C91F-C14D-165513ED91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6B29D5CA-C019-61AB-A2B7-045E7FE8FE6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39AEA4D5-EDA7-6B37-FE88-E6E518A5AD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DE1E137E-FEF0-602C-305F-4815EC6D914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D3AE2AC6-18AE-C9AC-AF3F-BF66FE7705FF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C2D859F5-CDF6-8B1A-4CED-A88D884BB850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46CC3C7-4500-2BE4-7EB4-AAF43DB24418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26793761-5248-E477-F0DD-9B86A2405C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2DCB9BA1-4652-3466-6F4C-B759E4BDA5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C65C0D2B-AAD0-D4CD-8543-B746472AD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40E10E4-D050-736A-506B-CC4EC74564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0ABDF8C-E372-4646-D405-2AA393BE9FEB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1B00E3D-FD1F-C126-CA54-279374C8439F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40B4A2F-A8C7-B938-39E0-D80DB76D8A8E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8D50496-B187-8993-7631-732C918E7BC7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9E2371B-74F8-4E2F-579B-447C13A423E0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ECE87-8B00-B0A7-EEBC-1F02BE249EDF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F13020-25EF-32CC-D355-F58D04E7D067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A5E4EF-947E-1E1B-D226-604087A08C33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noFill/>
          </a:ln>
        </p:spPr>
      </p:pic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0AACFDB7-F0E2-238F-B8E3-E36FB6B4901D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990512" y="1336714"/>
            <a:ext cx="548640" cy="54864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D15E711-B16E-3A69-A122-7E4191C68B82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BBCDCE-D96E-F82F-3099-A80A6D3103DE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B71473BF-D9F5-9F00-FC60-57BA09719755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1: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D3524D-DAEB-75B6-9364-60C09E8E1C8C}"/>
              </a:ext>
            </a:extLst>
          </p:cNvPr>
          <p:cNvSpPr txBox="1"/>
          <p:nvPr/>
        </p:nvSpPr>
        <p:spPr>
          <a:xfrm>
            <a:off x="1832086" y="2119976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*RP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47C06-9DF4-B396-5037-8957CDD98A96}"/>
              </a:ext>
            </a:extLst>
          </p:cNvPr>
          <p:cNvSpPr txBox="1"/>
          <p:nvPr/>
        </p:nvSpPr>
        <p:spPr>
          <a:xfrm>
            <a:off x="1819349" y="527374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22813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90B46-D597-82A7-0147-5C52A5C1D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57450A-5D74-B84F-CEBA-369679A895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DD131D9-4062-0C2C-EDFE-1B288899B613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B91C078-CF4E-2DE5-9EA4-BC9862618D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C482C6F-DE59-A2BB-8E99-82F2B1D1191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3DEA63-BB62-0802-EA85-1B3E41843D7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E0350E-EEB4-E757-DC5C-030672C3CAC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9389CD-3B9F-FBC8-4FFD-F492648F2A7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3AC1AAC-1720-E2E1-4A55-D94FDFF711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6032C9F-1FC3-104E-FBB0-0F22190321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solidFill>
                <a:srgbClr val="FFC000"/>
              </a:solidFill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C860718-5314-33A9-D9F9-78B13AF80B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7371092-F862-DE11-A734-4634649E410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93489CB-A04F-FCBB-ACBE-F18FAE82CA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0693FA08-4C91-555E-F365-824410CAA01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AB943FA-34DA-69A2-E513-F9EBCDD3AE0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7DFB1D-AFA4-AAB3-AD51-B93F9BF2F5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B901604A-B6EF-EF6B-BA80-8A77314A10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6AF2C047-37AA-9343-09DE-FC29066B5D2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1985D7F-CA6D-7053-6BB7-59B8243B60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7F64429-773A-9F46-C518-C92E151E339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EA45212-21C5-A73A-3AF7-D9FBD0ED439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38EC7464-A0B2-51CD-9AA2-B6946A5D9A2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4B99E487-8F83-C66E-CD45-9AB016F1CD9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E5B48815-C856-B720-A88F-121260385F6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9EEB3A1D-A135-D79D-F387-86585B13B2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CDE1AAF-87C5-36B2-6676-65EFB5CE4CA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2E4593DE-6D9C-875A-4AB5-60D3D9B4F88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DBDE2DE9-6826-4D0E-D877-88E550538F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BA25A664-3DA3-A23D-BFF1-A21AE160FC36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2F57F021-2C08-2F02-4498-7FEDEDD7C93F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1013229-761A-1DBE-EBFA-0D2FE41F0968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DC42865B-5B2D-9220-01C8-B6F596D8E3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F80DE512-C49E-9438-CFAD-450A9AFAC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AD086A0B-3246-086E-1DE1-D0632574F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C009CE3B-AC07-0259-70D9-EDECD847C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CACAE66-0991-D29A-2BEC-D05F19223D47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1D6022B-C973-F0B8-87E8-11B42034D147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C0F0BD1-7FB4-B484-F814-FB00D77E4BCB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C7C4076-E02A-748E-552B-61B70F9CFE67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D4E05D11-3795-887A-29F9-75818CACBD8D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DD6A2B-CFEC-0918-8552-1CE52125E230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97A920-E1BC-3DAB-C6AB-90DDB12084CB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FF6C8E-0BC0-1C72-B40E-B41BF0893A53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noFill/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F1B867FF-98C1-6CBA-250F-7C95F0B11232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814ABF-09B1-4C7F-5731-A9CB317568BA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743E94A6-E87A-9D12-FC33-7D7015A52761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2:</a:t>
            </a:r>
          </a:p>
          <a:p>
            <a:endParaRPr lang="en-US" dirty="0"/>
          </a:p>
        </p:txBody>
      </p:sp>
      <p:pic>
        <p:nvPicPr>
          <p:cNvPr id="18" name="Graphic 17" descr="Arrow Up with solid fill">
            <a:extLst>
              <a:ext uri="{FF2B5EF4-FFF2-40B4-BE49-F238E27FC236}">
                <a16:creationId xmlns:a16="http://schemas.microsoft.com/office/drawing/2014/main" id="{72336810-DA0E-B5E7-F343-CBEBF6489BB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 rot="10800000">
            <a:off x="1236014" y="5300379"/>
            <a:ext cx="548640" cy="5486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8EE3DE6-2088-F972-C1F1-0D7B7114211A}"/>
              </a:ext>
            </a:extLst>
          </p:cNvPr>
          <p:cNvSpPr txBox="1"/>
          <p:nvPr/>
        </p:nvSpPr>
        <p:spPr>
          <a:xfrm>
            <a:off x="1078530" y="4816922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*RP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BA349-F2F2-9928-E36C-A465D3FE2DB4}"/>
              </a:ext>
            </a:extLst>
          </p:cNvPr>
          <p:cNvSpPr txBox="1"/>
          <p:nvPr/>
        </p:nvSpPr>
        <p:spPr>
          <a:xfrm>
            <a:off x="1041916" y="163562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353860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ED8E0-C55F-C2F5-0489-CC448C285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0DC393-EB1A-8C33-CDFC-FAB0B851A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4F35C53-C6DB-CD3D-1B35-D5709FC99761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28D65DE-AB71-7F82-39B7-4018BB798A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9F54E-BF89-8C45-6F22-126815FABDE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2B832FF-949A-9B68-0DA1-417C8CACA0C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A911EBE-9525-7608-801F-BCB248629A4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CA27D67-396E-C201-3068-CDE4A5BC90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82F1383-D101-E8CA-B249-37AE8E6051A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04644B74-CBFA-45A3-4A12-AB2E82AB588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solidFill>
                <a:srgbClr val="FFC000"/>
              </a:solidFill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F9705F-225E-2CB5-3EAC-CDADBC687E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BEADF11-DD44-0DB9-E499-2A54D659E95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1AA25128-7BE8-3E0D-F02A-FC7EBC43F88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0DA2FBE-2A01-72C6-FF37-F6A3F537C9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BCECD74-4575-C23D-A0AF-EFDB4B24F21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CE0630B7-CA89-8E31-1494-B694217879D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F5078AF5-AF90-08F4-0047-E9DE0BDEBD0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8041C90-1A57-74B1-F1E2-636C65959B6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6C4E19E-7D57-1FDD-641C-75F7FA251D6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E20F78D-0439-E7CD-9A7A-008D1B6BA8E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D08196-B115-9DD2-6912-52B3AC9C6CE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3AD39C1-5804-6891-4E1A-3F886BA03CD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39A75B4-C9A6-D02D-8B4E-8AF35DB1447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3913D24F-5E04-D9F2-B702-99615898B2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4D2BC48-8593-07B7-F0CA-69F27830932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6148C120-4366-FACF-6397-93E6ABE4ED4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8DF5973-FFBE-2A93-9AD7-C988A9E6B34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F2252AE-E851-1236-6E3C-885782B89F9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81277172-5F0A-A9C1-45F8-99F2F380A3A0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B2828921-3A33-12C8-6A35-BA1A4CB42FA6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202FA05-29ED-E4F9-43DA-AD52B64AB51B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2C73E83A-1BA1-4745-2C45-934D4ABE3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C700F01A-4D65-1B2C-5E29-7C6A89F804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D6129A6E-5D4D-68EF-CB9D-EEB07DEDF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7472DECD-8885-AED6-A267-4B8D20D66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B55F628-4E18-4D56-3D5D-65B41273EC10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FF420C5-675E-2E23-3AD2-3FEFB74E66E7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A1DFDB7-27B7-95AF-16B5-48C855E02B6B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5C2E06F-800E-CDA8-3B8B-EBD1AF528A7E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596504A5-4E0F-4A7A-411F-A4E1D97D9009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9FB078-04BB-A58F-9495-799540532AAD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CFEF64-4D0A-023B-BCF6-F738174B59F5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noFill/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110F36-EE7A-CF3B-7C96-05C012673633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noFill/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C66F5630-B314-EDA6-FA5F-5EFA4C52E5AE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2A7131-DA74-1F77-5E01-CC0022E812E6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365EECC3-5AEC-7CC9-3D54-3BC3179F0B9C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2:</a:t>
            </a:r>
          </a:p>
          <a:p>
            <a:endParaRPr lang="en-US" dirty="0"/>
          </a:p>
        </p:txBody>
      </p:sp>
      <p:pic>
        <p:nvPicPr>
          <p:cNvPr id="18" name="Graphic 17" descr="Arrow Up with solid fill">
            <a:extLst>
              <a:ext uri="{FF2B5EF4-FFF2-40B4-BE49-F238E27FC236}">
                <a16:creationId xmlns:a16="http://schemas.microsoft.com/office/drawing/2014/main" id="{D06D161A-FBB3-7E80-04D1-541F2EDAEBE2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 rot="10800000">
            <a:off x="1236014" y="5300379"/>
            <a:ext cx="548640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22090BA-0400-3E1D-8633-18D4E8C89650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5001588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38EA119-B1E2-F654-708A-1FF176ABCC1F}"/>
              </a:ext>
            </a:extLst>
          </p:cNvPr>
          <p:cNvSpPr txBox="1"/>
          <p:nvPr/>
        </p:nvSpPr>
        <p:spPr>
          <a:xfrm>
            <a:off x="1078530" y="4816922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*RP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DF4258-DD44-7864-05BE-1033BFA9A657}"/>
              </a:ext>
            </a:extLst>
          </p:cNvPr>
          <p:cNvSpPr txBox="1"/>
          <p:nvPr/>
        </p:nvSpPr>
        <p:spPr>
          <a:xfrm>
            <a:off x="1041916" y="1635623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1272451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A9B38-5B2F-64A2-7CBC-37D7DF2BC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563056-3566-3377-935E-0B8D6F690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F715050-4FD0-0100-AB20-3076205A5D32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FCBC79C-BB9B-8D70-0301-BA5F018F31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8DDB46C-EF8F-53E4-393F-963604D435C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D694B29-B007-8C7E-ACB3-67EE3D29E77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E51F3CE-29C1-CBFC-B398-6231770FC25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17AD90A-0A5C-8A18-171C-818F7E8E661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11C618C-6C15-E23E-FF63-D9F94E14994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FACE1BC-997A-F4FE-6478-A3EBEF36F9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D02AB94-259C-ABE1-BF68-6201F34059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E607E83-C44A-D344-641A-9646544031D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1355369-C395-5D0F-9DFA-5B3AF20D6CD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FBBC729-47C9-B9DA-7B04-98ECA6C2FA3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447258F4-A9B4-8E81-826B-850DF27CC3E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9FC2370-0312-93B4-38CB-C02406F32CE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1B12931-D819-A85F-E954-C7C477BC448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A64E537-09E7-0512-FE07-1487336A5DC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1139346-73B1-4CE4-9959-051ABA5C80F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4D45EB7-2D32-F76B-3595-D84BB03D2C0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C05C12CF-6A77-75B5-9F95-1E309A35730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D24B319D-B17E-2355-D825-1F58A2AEAB3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9E98F989-D783-7C3B-4B19-8D65D599FE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B83DD5AA-E158-591E-685D-97F5891D7FB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4FDDE96-AA5B-9538-4CF5-E223074B4C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EF59E6A8-3945-6EAB-DC6E-0804CE3DC5E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79D4A7B8-7260-E747-2969-C1E74538D33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F9E43ED4-9368-45A6-8A22-5F9E4B10EA7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ln w="38100">
              <a:solidFill>
                <a:srgbClr val="FFFF00"/>
              </a:solidFill>
            </a:ln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84A66E1D-4EA2-ABE6-1ECA-8D1ECE8F4BFD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24F60449-D49D-06E8-8779-D27FC80FD5DE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A90C47A-09D0-8D59-96E0-2E73D2B79DBD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B6DF5EBC-A446-8984-C65A-81286F783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97A087C7-4A25-0734-3EE5-EEF5EE17E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78102415-984B-4EC7-AFEC-219369692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0C8EDA85-D8A3-6AB8-FE5B-495E6E5EB1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0D124C5-D0BE-8CB3-0ED1-7A6C16C8EF7C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EF89901-B584-9F2D-DB74-92E73F414EB4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6168EBF-78C3-23FD-7FBB-1ACBF6196CA5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DD396D0-12D3-AC1E-7728-C99E54AD3AB5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71C24EC6-631E-3A61-096D-49EC0ED35366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5DB588-2424-742D-6D2C-7E7CE6255FB3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C986EB-953E-7109-038B-0E96826B0241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8348A3-2216-6C2E-18FB-A218D250C7B1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noFill/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81851B3D-E8B7-8D11-9A4B-DD284E45AD25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95D84A1-D3FF-51D7-A6F2-1155658EFF54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EF2AF773-6ECE-FB80-23E1-4C0C2696AA65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3:</a:t>
            </a:r>
          </a:p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9BDB9D6-7EF9-4087-F2DB-E1B6F6C69715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5001588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22" name="Graphic 21" descr="Arrow Up with solid fill">
            <a:extLst>
              <a:ext uri="{FF2B5EF4-FFF2-40B4-BE49-F238E27FC236}">
                <a16:creationId xmlns:a16="http://schemas.microsoft.com/office/drawing/2014/main" id="{F683C7D3-C5C6-9D9F-2E11-79206A409E62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5400000">
            <a:off x="4711678" y="3340081"/>
            <a:ext cx="548640" cy="5486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568E5B-324E-DCBE-53A1-5740E3D44809}"/>
              </a:ext>
            </a:extLst>
          </p:cNvPr>
          <p:cNvSpPr txBox="1"/>
          <p:nvPr/>
        </p:nvSpPr>
        <p:spPr>
          <a:xfrm>
            <a:off x="4176034" y="3241625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*RP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14F81B-F7E0-14CE-9854-3EF8AF4CDEC0}"/>
              </a:ext>
            </a:extLst>
          </p:cNvPr>
          <p:cNvSpPr txBox="1"/>
          <p:nvPr/>
        </p:nvSpPr>
        <p:spPr>
          <a:xfrm>
            <a:off x="1042367" y="321513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2776336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C5C37-B0F4-CB6C-D79A-5EF20DE9F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D4B265-5D01-893C-7F8B-0906DA3C0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BCA3D79-BE60-D81D-FF9F-CA6428EEC47D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DB7437B-FD1F-23B4-5976-8A2695E5D54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5F20FF7-FB53-ABF6-4E97-927624E9E0A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3BB4AD0-52DF-A1FC-B224-9C6DC0F7088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B4A9A49-018E-E768-A2A6-2EF53C3A02C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D6061F1-1082-C478-6795-96D85BA818B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1C0F359-4A4B-11FE-2F64-655AF4306C5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91D6453-2629-302E-58D0-77439EDB8DC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D9836D2-FD70-E14C-538B-040349C02A4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226D677-9BB2-A4ED-4550-76EE5403F2A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05FFE14-6AB2-8EFA-2AC2-E3C0C899A7C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CF899EB-7C7A-3DD1-195E-EED9544C817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365D6B0-4DF9-6451-4074-08E3BFBA7BE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1B2702D-2795-790E-2DB9-5B19BE356E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32133B8F-B74F-F97D-76F3-6F027BCED8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236CC0B-3476-D840-CC45-3E55A3CA191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9C241A9-C78C-58EE-2B49-216BD08AB6B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3411527-550D-E8D4-46AD-4867D686D84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D7BDD11-BDF1-97DA-89D4-96025CA2209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20F87ACE-860B-0D7A-9A0E-FA782EE1D5E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724503A-1D43-AE76-6176-298D1F8CD8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FB65655-50A3-B3E6-D374-43034384723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2134AFC2-4533-745B-EB50-31650C7C75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FC13F16-017F-73B6-9AFC-2C054A6D645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07E57B61-A170-DC09-1A54-0094D8F95BD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FA8FBE4B-7B4C-F96A-F2A8-A745D8064C0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ln w="38100">
              <a:solidFill>
                <a:srgbClr val="FFFF00"/>
              </a:solidFill>
            </a:ln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08D8FB52-FDC5-7BAE-DC11-6302FACDE1C9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143E9C65-134F-A3B1-EEF4-72C753C62C70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D3D114A-5D10-F264-B297-0789E6F0CE65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29DAFC0F-924F-1F49-0583-795E0A4314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66685EBA-80DC-3E9F-386B-2AD8B6A89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B75F68E1-C79C-AD72-B6B3-ECA5C968C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86243F1B-A2A2-3794-8F1D-B39246A16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F3A051-B680-DB32-94D5-D3DB640D8DF4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C985E9E-E7F8-734B-A0F5-64C1D538855A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2CF73C7-8E55-C1C9-56B9-BAE6962B0FFB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BC0B7E4-D923-0613-5966-1094203CA2E3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4EFC163-9192-ECE9-89FC-EFB6140DA5D3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90C6AB-9B06-165B-E8D0-B1F20F9782D2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643A95-6DA8-FAE3-4DFC-86851DC7E844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62D908-F479-08EA-4D53-8BED416DE4E2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noFill/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39D03D76-640C-46D6-5005-AB8217CDE4E4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D02386-8DE4-5824-9157-426B93132D86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FCC3C11C-EB3B-6E4D-42FD-A1DD77E8A24D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3:</a:t>
            </a:r>
          </a:p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9760205-7F3F-4470-2BDD-7C1E1A368E31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5001588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22" name="Graphic 21" descr="Arrow Up with solid fill">
            <a:extLst>
              <a:ext uri="{FF2B5EF4-FFF2-40B4-BE49-F238E27FC236}">
                <a16:creationId xmlns:a16="http://schemas.microsoft.com/office/drawing/2014/main" id="{E4934A03-414A-2F9C-66CA-50BF9FFC8114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5400000">
            <a:off x="4711678" y="3340081"/>
            <a:ext cx="548640" cy="5486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0EAF6A9-1DF3-5539-3AC8-08B5EFD5A9DB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5001588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9DB700D-D7B1-4F4C-0DC2-D7C35F501350}"/>
              </a:ext>
            </a:extLst>
          </p:cNvPr>
          <p:cNvSpPr txBox="1"/>
          <p:nvPr/>
        </p:nvSpPr>
        <p:spPr>
          <a:xfrm>
            <a:off x="4176034" y="3241625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*RP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81CB35-8825-F063-83E8-0A6B4F308110}"/>
              </a:ext>
            </a:extLst>
          </p:cNvPr>
          <p:cNvSpPr txBox="1"/>
          <p:nvPr/>
        </p:nvSpPr>
        <p:spPr>
          <a:xfrm>
            <a:off x="1042367" y="3215131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514718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25572-77C0-CAA0-46A9-5E5C13255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C20F07-0D42-5B54-54B2-579E993132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96B4011C-EAA3-58F2-714F-5F923DDEB6E1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13A8CB4-3A01-FB1D-0BDE-2ACC4D007DE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C05D364-F768-9AD1-0002-F0D38AFA3D2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08B427F-DDF1-0140-02A2-E6DB419F47E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6B8B534-A5E4-03DB-8EA6-D91431682ED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B4699E4-9ECD-33FA-732B-33B7A848A00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4E403DE-99DA-3661-E2B1-AAF50FAAAB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C2FF7C0-38AA-E5AE-01F7-B7B1D735147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3CA57FF-8451-C4B7-17B1-46AB2D9E737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5F50EB1-F928-EEF1-4FEA-B255A9EC2DF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453BBE4-49CB-DD22-2739-0BC24E2F81A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D548C55-82B5-DD7D-244C-F711C500002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3AADCA-789B-CEA9-5876-D25848B8DAD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652D8178-DA57-D349-6E86-2F1CEAC194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36C53D77-2363-ECC8-708A-3E195AE2657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A4FDB89-3CED-2B49-B0CA-E36461292C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1E947E3-166B-FA82-4AEF-2637DF8BA21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F4ABAA8-FE71-8E2F-96B3-099D9040F3E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459E350-03EF-BEA4-CB4B-90AAB708A7B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F4FD660-F419-0668-1720-0C7772B9535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929A25D3-0390-D4D5-7642-85D35167530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D95F71C3-642D-F00F-ABAE-8D5B462A16F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65DAF6A-3317-65CA-D763-D395E29DB5C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FCC8818-9F7A-61BD-DA46-28CA0CEBDB8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F3C8519-6DD4-A7F7-BF22-DAFD56DFBB5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7F7E2427-7716-CC39-F7FD-DC053AC8BD4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B3C2BBC7-668F-E3FE-67FA-B13DD66C6176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E441675F-8376-3A20-9CD6-355B8C0BB55A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FDCDC91-629C-124D-5C8C-D0F5B4E51602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B69F4575-E0F3-4F2D-65A4-E8385D7F69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2474C2E4-646D-3DFF-A45F-5B9AD2F0B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9BA748EB-6E78-23B5-CFF1-25D62F31A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ACA2666D-757F-406E-E48C-E64333E7D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E6310C0-624A-AAB1-5162-00BAEFAFB969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A99A860-E648-9EA5-0E22-3997145E0E4A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3571F32-5A45-DF5F-4BCA-56DB0D50E21C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0803DED-89E0-A995-CB23-69FF20E6A118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5B661A8B-D1F8-5154-B575-43EBBDD0089F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9992EB-65C3-695D-4E5E-6AED31A2239F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D081CE-8112-D6AD-0DE8-485B3A0FDB94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3AF3BE-E90E-4335-67BA-38DBBA57AB6D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F6EE3D9D-19FB-EAC6-253A-966D76827F29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FD9A521-8019-6442-C800-B0FB7E07762F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397BD387-9869-CB64-0C7E-989345F22DC4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4:</a:t>
            </a:r>
          </a:p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C38C0C8-A817-2598-4F0D-CE7F5B9BB9CA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5001588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3B4373C-1572-F752-8867-FC45E328709B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5001588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27" name="Graphic 26" descr="Arrow Up with solid fill">
            <a:extLst>
              <a:ext uri="{FF2B5EF4-FFF2-40B4-BE49-F238E27FC236}">
                <a16:creationId xmlns:a16="http://schemas.microsoft.com/office/drawing/2014/main" id="{ED83886E-F872-CCF9-9D78-D630C72C1D69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6200000">
            <a:off x="887172" y="4205815"/>
            <a:ext cx="548640" cy="5486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258741-3157-0668-FAB5-5390D177204F}"/>
              </a:ext>
            </a:extLst>
          </p:cNvPr>
          <p:cNvSpPr txBox="1"/>
          <p:nvPr/>
        </p:nvSpPr>
        <p:spPr>
          <a:xfrm>
            <a:off x="1433247" y="399711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*RP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12E196-115E-3657-9772-43EBB2ADBBAB}"/>
              </a:ext>
            </a:extLst>
          </p:cNvPr>
          <p:cNvSpPr txBox="1"/>
          <p:nvPr/>
        </p:nvSpPr>
        <p:spPr>
          <a:xfrm>
            <a:off x="4496221" y="400691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3254780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8A572-F4AD-5356-F42F-42F81A6F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D477D1-C791-76B9-046F-5AAB048696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3E7DF5B-EC3B-1D88-2718-687CC7D38DE5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2809FA-D3A3-CFC5-9148-0811B85CED8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D7CDEBB-2376-2680-1276-B5C2135A158B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77DDE46-276C-3933-89F1-54B9364CC02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9EF8CC2-00CE-73BC-8406-CCF9B41FB4B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F983CFF-F7FD-64D9-C6D0-8564604B6EF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02FC820-2991-ADA2-6B2C-8889BD50AF5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18C141E-428B-F85D-64B0-707A1AF7C2A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3D5F835-515B-30C3-D55E-5097CF2BE7B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6E4DD60-1FD8-CDA8-4DAC-8520ED2BF28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1CD8662-0D92-3F5D-C993-80D10722306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7F3862B-4330-119E-E0E0-13854D60C5D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4295922C-AB3F-324F-9A81-A9B79FE5DCB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6640A2B-A320-3503-FD20-12A9860C83E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41114B46-94E5-DFB5-0FF3-C5E9515CEFDC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5291B8A-ACFD-8ACF-354B-BE0C681590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DA5ABD10-6E9A-2CFB-5C26-0D436C767AC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F168D55-3D5F-9002-3102-69EEE483613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7728BA2-BCCD-FFD3-9EE0-6BB032AF845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5B0CCE96-EA0A-FFC3-0E0A-6BEE71B2A66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C7DCBC5-EE75-C8BA-5FEA-A71C41FE1F1A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1DB687D-2785-FCA1-FD86-CC836B36126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87C72D84-A38F-D6AE-FB52-3FCF6EF4DFB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46FAFBE-8646-D90E-DBF5-9BCB7FC915E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6480CD05-C642-D340-5E45-BDC9C565706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58F6615-560A-BBB4-E700-F32ECFF8E7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EE1BB598-3D8C-D8B9-25A4-9E1B76191A6C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D34241B3-1D2D-5ED9-B65E-25CB8ADA8CC3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E52C905-2D64-FB57-665E-7AF54D74BB48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9E81BA79-94A2-C7FD-E2DD-2EF26BBC3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E06632BB-B877-B0C6-8705-C7C65148D7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FF00B9C3-14F2-C52C-C07F-10B93A02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93817C49-E0AB-15A8-7982-36EAB762E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7612BA1-449E-CEC5-6337-1FA80F26AE38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F3D9F6-36E8-6CE0-5535-D6931696044C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4C40FA-4830-1D24-02F4-8233147B7485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1AD29A2-C02A-7638-4857-877EB827337D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C533F3B-4E1F-A2E8-B9B2-3FF9B7FCCE60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DC7F5E-70D2-0A4F-F7C3-CE1216B98BD3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528EA0-5AA8-912D-EE51-29D94F43E25A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1D3EA4-60CD-1AA6-C18F-71FE45B582D3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6DBDF799-34E3-5A2B-80C8-1666C21D5A8B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FA6F3F4-83AE-AA15-F4AF-68391EDE0184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1E97E099-5142-548F-C199-9D7502D3FB83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4:</a:t>
            </a:r>
          </a:p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AA20660-7D4F-4282-0504-07A025CBB299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5001588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AC002F9-AE0D-B914-D2DA-66611A905923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5001588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27" name="Graphic 26" descr="Arrow Up with solid fill">
            <a:extLst>
              <a:ext uri="{FF2B5EF4-FFF2-40B4-BE49-F238E27FC236}">
                <a16:creationId xmlns:a16="http://schemas.microsoft.com/office/drawing/2014/main" id="{2CC82486-FE4F-A1BF-5ACA-EA0B03DB0169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 rot="16200000">
            <a:off x="887172" y="4205815"/>
            <a:ext cx="548640" cy="5486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6E51AD-C06C-B5BE-6AEC-C0C2672F1601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5001588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08469BC-0516-A7E8-59E2-F7E55654EA52}"/>
              </a:ext>
            </a:extLst>
          </p:cNvPr>
          <p:cNvSpPr txBox="1"/>
          <p:nvPr/>
        </p:nvSpPr>
        <p:spPr>
          <a:xfrm>
            <a:off x="1433247" y="3997113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*RP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F2CC93-3F3A-594D-7D65-1BB03622FB04}"/>
              </a:ext>
            </a:extLst>
          </p:cNvPr>
          <p:cNvSpPr txBox="1"/>
          <p:nvPr/>
        </p:nvSpPr>
        <p:spPr>
          <a:xfrm>
            <a:off x="4496221" y="4006910"/>
            <a:ext cx="62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*PW</a:t>
            </a:r>
          </a:p>
        </p:txBody>
      </p:sp>
    </p:spTree>
    <p:extLst>
      <p:ext uri="{BB962C8B-B14F-4D97-AF65-F5344CB8AC3E}">
        <p14:creationId xmlns:p14="http://schemas.microsoft.com/office/powerpoint/2010/main" val="8593689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876AA-C4B8-6366-A69A-CFE9AAE72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51AC5C-C7CB-2A8E-4D21-56CB82AABE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3698" y="334802"/>
            <a:ext cx="9144000" cy="598257"/>
          </a:xfrm>
        </p:spPr>
        <p:txBody>
          <a:bodyPr/>
          <a:lstStyle/>
          <a:p>
            <a:r>
              <a:rPr lang="en-US" dirty="0"/>
              <a:t>Tutorial 1- Special Case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2753D86-21EA-E50C-A2A3-FB5FC0A995BA}"/>
              </a:ext>
            </a:extLst>
          </p:cNvPr>
          <p:cNvGrpSpPr/>
          <p:nvPr/>
        </p:nvGrpSpPr>
        <p:grpSpPr>
          <a:xfrm>
            <a:off x="1144574" y="1688010"/>
            <a:ext cx="3868712" cy="3886690"/>
            <a:chOff x="3081528" y="1265223"/>
            <a:chExt cx="3868712" cy="3886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EE839E9-F9A8-24A1-F857-9EAB28AE97CF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0598" y="28473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7FE3FCB-B467-0409-95ED-70FFBAB6FBB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128742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6F6C4D4-30A3-5F40-9EAA-7CC08BE264E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956" y="207066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D75AB0E-71C2-FEAF-85FF-F82FE0AD999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05694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BA859D-C863-464E-EBC8-BC2B050F830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2054015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676B8D3-667E-AE5C-A982-8EF45FD86A44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128481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300181F-51F4-1CF4-A8A3-4A935934CB7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1269132"/>
              <a:ext cx="731520" cy="731520"/>
            </a:xfrm>
            <a:prstGeom prst="rect">
              <a:avLst/>
            </a:prstGeom>
            <a:ln w="38100">
              <a:solidFill>
                <a:srgbClr val="FFC000"/>
              </a:solidFill>
            </a:ln>
            <a:effectLst>
              <a:softEdge rad="0"/>
            </a:effectLst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7441310-D030-41E0-D6AC-2615C5986CD3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20133" y="285391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DF2DA53-6B9E-A6A2-5A35-62FEC99651A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59004" y="1265223"/>
              <a:ext cx="731520" cy="731520"/>
            </a:xfrm>
            <a:prstGeom prst="rect">
              <a:avLst/>
            </a:prstGeom>
            <a:ln w="38100">
              <a:noFill/>
            </a:ln>
            <a:effectLst>
              <a:softEdge rad="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C8492C06-E38A-B835-FB6B-986AD4CED518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1432" y="2068708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D846D89-1199-FCCF-094D-EE0D95329CF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1063" y="2842807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3C1A0090-2B97-DC81-BE14-E4686167A986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2060824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206C152-57FF-21F4-CDA0-78821B76E1DD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3636498"/>
              <a:ext cx="731520" cy="731520"/>
            </a:xfrm>
            <a:prstGeom prst="rect">
              <a:avLst/>
            </a:prstGeom>
            <a:ln w="38100">
              <a:solidFill>
                <a:srgbClr val="00FF00"/>
              </a:solidFill>
            </a:ln>
            <a:effectLst>
              <a:softEdge rad="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1F65DC2-CD9F-7698-8848-43318085F5D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422" y="363715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AAB5E07D-93D8-5647-3F42-909F4CE0D50E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0124" y="3633870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22B56ED-8E26-95F5-8321-39CE61F03BB0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9670" y="285260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D69BC4A-1ABE-2FC3-1D5B-D996ADCDC83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5826" y="3631599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CE7AAE6-852D-BF2B-4CDA-EB4794BB715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3632577"/>
              <a:ext cx="731520" cy="731520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47D2ADB7-9038-22C0-837C-807DB3D010F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4988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7C02DB4-FC1E-1DAD-4D0F-54601AD8A14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6480" y="1274301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7EA6E2B8-6714-7305-1258-521F54489EE9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257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96E77C2-4510-D6AB-8FD2-653375C00AC1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526" y="4420392"/>
              <a:ext cx="731520" cy="731520"/>
            </a:xfrm>
            <a:prstGeom prst="rect">
              <a:avLst/>
            </a:prstGeom>
            <a:ln w="38100">
              <a:solidFill>
                <a:srgbClr val="FF0000"/>
              </a:solidFill>
            </a:ln>
            <a:effectLst>
              <a:softEdge rad="0"/>
            </a:effec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E65E249-693B-8996-17A9-E8F1FC3ACC62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3795" y="4420393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0DEDA1D7-6B89-7984-9D8E-A2298134FB87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8720" y="4420392"/>
              <a:ext cx="731520" cy="731520"/>
            </a:xfrm>
            <a:prstGeom prst="rect">
              <a:avLst/>
            </a:prstGeom>
            <a:effectLst>
              <a:softEdge rad="0"/>
            </a:effectLst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A58ED290-E8A3-E940-2C38-A840F84466A5}"/>
                </a:ext>
              </a:extLst>
            </p:cNvPr>
            <p:cNvPicPr preferRelativeResize="0">
              <a:picLocks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1528" y="2844762"/>
              <a:ext cx="731520" cy="731520"/>
            </a:xfrm>
            <a:prstGeom prst="rect">
              <a:avLst/>
            </a:prstGeom>
            <a:ln w="38100">
              <a:solidFill>
                <a:srgbClr val="FFFF00"/>
              </a:solidFill>
            </a:ln>
            <a:effectLst>
              <a:softEdge rad="0"/>
            </a:effectLst>
          </p:spPr>
        </p:pic>
      </p:grpSp>
      <p:sp>
        <p:nvSpPr>
          <p:cNvPr id="59" name="Subtitle 2">
            <a:extLst>
              <a:ext uri="{FF2B5EF4-FFF2-40B4-BE49-F238E27FC236}">
                <a16:creationId xmlns:a16="http://schemas.microsoft.com/office/drawing/2014/main" id="{A2BEF758-6BFD-F033-70F4-5E6572A3E879}"/>
              </a:ext>
            </a:extLst>
          </p:cNvPr>
          <p:cNvSpPr txBox="1">
            <a:spLocks/>
          </p:cNvSpPr>
          <p:nvPr/>
        </p:nvSpPr>
        <p:spPr>
          <a:xfrm>
            <a:off x="5031954" y="110934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Password:</a:t>
            </a:r>
          </a:p>
          <a:p>
            <a:endParaRPr lang="en-US" dirty="0"/>
          </a:p>
        </p:txBody>
      </p:sp>
      <p:sp>
        <p:nvSpPr>
          <p:cNvPr id="64" name="Subtitle 2">
            <a:extLst>
              <a:ext uri="{FF2B5EF4-FFF2-40B4-BE49-F238E27FC236}">
                <a16:creationId xmlns:a16="http://schemas.microsoft.com/office/drawing/2014/main" id="{71F5D797-4D33-8D69-7E23-C2FF783ABBB6}"/>
              </a:ext>
            </a:extLst>
          </p:cNvPr>
          <p:cNvSpPr txBox="1">
            <a:spLocks/>
          </p:cNvSpPr>
          <p:nvPr/>
        </p:nvSpPr>
        <p:spPr>
          <a:xfrm>
            <a:off x="5088205" y="2706597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Registered Direction:</a:t>
            </a:r>
          </a:p>
          <a:p>
            <a:endParaRPr lang="en-US" dirty="0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E69E0A6-DF84-4D3F-626F-3EC457CBBEAD}"/>
              </a:ext>
            </a:extLst>
          </p:cNvPr>
          <p:cNvGrpSpPr/>
          <p:nvPr/>
        </p:nvGrpSpPr>
        <p:grpSpPr>
          <a:xfrm>
            <a:off x="5816519" y="3243516"/>
            <a:ext cx="3303105" cy="1060335"/>
            <a:chOff x="6236722" y="4368286"/>
            <a:chExt cx="3303105" cy="1060335"/>
          </a:xfrm>
        </p:grpSpPr>
        <p:pic>
          <p:nvPicPr>
            <p:cNvPr id="66" name="Graphic 65" descr="Arrow Up with solid fill">
              <a:extLst>
                <a:ext uri="{FF2B5EF4-FFF2-40B4-BE49-F238E27FC236}">
                  <a16:creationId xmlns:a16="http://schemas.microsoft.com/office/drawing/2014/main" id="{91DCD7BE-6673-80C9-42A7-D167E2E3D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51409" y="4368286"/>
              <a:ext cx="548640" cy="548640"/>
            </a:xfrm>
            <a:prstGeom prst="rect">
              <a:avLst/>
            </a:prstGeom>
          </p:spPr>
        </p:pic>
        <p:pic>
          <p:nvPicPr>
            <p:cNvPr id="68" name="Graphic 67" descr="Arrow Down with solid fill">
              <a:extLst>
                <a:ext uri="{FF2B5EF4-FFF2-40B4-BE49-F238E27FC236}">
                  <a16:creationId xmlns:a16="http://schemas.microsoft.com/office/drawing/2014/main" id="{0FAB26DB-8884-19C3-1C0D-463D46DA7F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7103708" y="4376905"/>
              <a:ext cx="548640" cy="548640"/>
            </a:xfrm>
            <a:prstGeom prst="rect">
              <a:avLst/>
            </a:prstGeom>
          </p:spPr>
        </p:pic>
        <p:pic>
          <p:nvPicPr>
            <p:cNvPr id="70" name="Graphic 69" descr="Arrow Right with solid fill">
              <a:extLst>
                <a:ext uri="{FF2B5EF4-FFF2-40B4-BE49-F238E27FC236}">
                  <a16:creationId xmlns:a16="http://schemas.microsoft.com/office/drawing/2014/main" id="{2ABD70C4-72CD-1356-AE20-BC0DF83FA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974128" y="4376905"/>
              <a:ext cx="548640" cy="548640"/>
            </a:xfrm>
            <a:prstGeom prst="rect">
              <a:avLst/>
            </a:prstGeom>
          </p:spPr>
        </p:pic>
        <p:pic>
          <p:nvPicPr>
            <p:cNvPr id="71" name="Graphic 70" descr="Arrow Right with solid fill">
              <a:extLst>
                <a:ext uri="{FF2B5EF4-FFF2-40B4-BE49-F238E27FC236}">
                  <a16:creationId xmlns:a16="http://schemas.microsoft.com/office/drawing/2014/main" id="{6CEFAFE8-0CE9-3FCC-4E29-73C7C6C4C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 rot="10800000">
              <a:off x="8808306" y="4376905"/>
              <a:ext cx="548640" cy="548640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F34CF15-E3CF-08B2-CBD7-6645E89B6939}"/>
                </a:ext>
              </a:extLst>
            </p:cNvPr>
            <p:cNvSpPr txBox="1"/>
            <p:nvPr/>
          </p:nvSpPr>
          <p:spPr>
            <a:xfrm rot="16200000">
              <a:off x="6371649" y="4824268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North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DFBF654-3810-80D1-BCF5-792990274281}"/>
                </a:ext>
              </a:extLst>
            </p:cNvPr>
            <p:cNvSpPr txBox="1"/>
            <p:nvPr/>
          </p:nvSpPr>
          <p:spPr>
            <a:xfrm rot="16200000">
              <a:off x="7172291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South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FA3082B-BFDF-B644-FDD1-5447AF8CBC08}"/>
                </a:ext>
              </a:extLst>
            </p:cNvPr>
            <p:cNvSpPr txBox="1"/>
            <p:nvPr/>
          </p:nvSpPr>
          <p:spPr>
            <a:xfrm rot="16200000">
              <a:off x="8109056" y="4832029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East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0FC3D5D-99AC-9BE3-1496-1FD4C400D31E}"/>
                </a:ext>
              </a:extLst>
            </p:cNvPr>
            <p:cNvSpPr txBox="1"/>
            <p:nvPr/>
          </p:nvSpPr>
          <p:spPr>
            <a:xfrm rot="16200000">
              <a:off x="8943234" y="4824267"/>
              <a:ext cx="461665" cy="7315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dirty="0"/>
                <a:t>West</a:t>
              </a: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61E3E1FC-7851-4A9F-2B95-955D0CD5E0BB}"/>
              </a:ext>
            </a:extLst>
          </p:cNvPr>
          <p:cNvPicPr preferRelativeResize="0"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1643519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C0DC6F-2F75-39B6-7441-001D727C5EDA}"/>
              </a:ext>
            </a:extLst>
          </p:cNvPr>
          <p:cNvPicPr preferRelativeResize="0">
            <a:picLocks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1656579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584278-D012-E0BC-0672-43B022AA269F}"/>
              </a:ext>
            </a:extLst>
          </p:cNvPr>
          <p:cNvPicPr preferRelativeResize="0"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1643519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59FAAF-F333-635B-3A34-C39DCCBEB33D}"/>
              </a:ext>
            </a:extLst>
          </p:cNvPr>
          <p:cNvPicPr preferRelativeResize="0">
            <a:picLocks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1656579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</p:spPr>
      </p:pic>
      <p:pic>
        <p:nvPicPr>
          <p:cNvPr id="14" name="Graphic 13" descr="Arrow Up with solid fill">
            <a:extLst>
              <a:ext uri="{FF2B5EF4-FFF2-40B4-BE49-F238E27FC236}">
                <a16:creationId xmlns:a16="http://schemas.microsoft.com/office/drawing/2014/main" id="{A5E28790-967A-6BC5-8887-940725018000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1990512" y="1336714"/>
            <a:ext cx="548640" cy="54864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0F8496C4-FCBD-5A91-BC6F-3C7D1944D2DB}"/>
              </a:ext>
            </a:extLst>
          </p:cNvPr>
          <p:cNvSpPr txBox="1">
            <a:spLocks/>
          </p:cNvSpPr>
          <p:nvPr/>
        </p:nvSpPr>
        <p:spPr>
          <a:xfrm>
            <a:off x="5274139" y="4480135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Password Need To Click: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496C794-0A3C-E9E9-537F-6EDE2693F9DF}"/>
              </a:ext>
            </a:extLst>
          </p:cNvPr>
          <p:cNvPicPr preferRelativeResize="0">
            <a:picLocks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6969" y="5001588"/>
            <a:ext cx="731520" cy="731520"/>
          </a:xfrm>
          <a:prstGeom prst="rect">
            <a:avLst/>
          </a:prstGeom>
          <a:ln w="38100">
            <a:solidFill>
              <a:srgbClr val="FF0000"/>
            </a:solidFill>
          </a:ln>
          <a:effectLst>
            <a:softEdge rad="0"/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2F54B256-DF01-4BC5-E2B6-AC2E1B8C0D3C}"/>
              </a:ext>
            </a:extLst>
          </p:cNvPr>
          <p:cNvSpPr txBox="1">
            <a:spLocks/>
          </p:cNvSpPr>
          <p:nvPr/>
        </p:nvSpPr>
        <p:spPr>
          <a:xfrm>
            <a:off x="1008571" y="1165463"/>
            <a:ext cx="4140718" cy="5982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Overall</a:t>
            </a:r>
          </a:p>
          <a:p>
            <a:endParaRPr lang="en-US" dirty="0"/>
          </a:p>
        </p:txBody>
      </p:sp>
      <p:pic>
        <p:nvPicPr>
          <p:cNvPr id="18" name="Graphic 17" descr="Arrow Up with solid fill">
            <a:extLst>
              <a:ext uri="{FF2B5EF4-FFF2-40B4-BE49-F238E27FC236}">
                <a16:creationId xmlns:a16="http://schemas.microsoft.com/office/drawing/2014/main" id="{C8F1240D-42C5-4709-8EB8-AE977CCCEF24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 rot="10800000">
            <a:off x="1236014" y="5300379"/>
            <a:ext cx="548640" cy="548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4DEC34-3044-9CEB-5BEF-0073AA71A630}"/>
              </a:ext>
            </a:extLst>
          </p:cNvPr>
          <p:cNvPicPr preferRelativeResize="0"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978" y="5001588"/>
            <a:ext cx="731520" cy="731520"/>
          </a:xfrm>
          <a:prstGeom prst="rect">
            <a:avLst/>
          </a:prstGeom>
          <a:ln w="38100">
            <a:solidFill>
              <a:srgbClr val="FFC000"/>
            </a:solidFill>
          </a:ln>
          <a:effectLst>
            <a:softEdge rad="0"/>
          </a:effectLst>
        </p:spPr>
      </p:pic>
      <p:pic>
        <p:nvPicPr>
          <p:cNvPr id="22" name="Graphic 21" descr="Arrow Up with solid fill">
            <a:extLst>
              <a:ext uri="{FF2B5EF4-FFF2-40B4-BE49-F238E27FC236}">
                <a16:creationId xmlns:a16="http://schemas.microsoft.com/office/drawing/2014/main" id="{4D33483C-4494-1A5B-5730-C3BFAF7BF1E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 rot="5400000">
            <a:off x="4711678" y="3340081"/>
            <a:ext cx="548640" cy="5486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7147BB7-0058-D2DD-B28C-469804A9DB81}"/>
              </a:ext>
            </a:extLst>
          </p:cNvPr>
          <p:cNvPicPr preferRelativeResize="0">
            <a:picLocks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2485" y="5001588"/>
            <a:ext cx="731520" cy="731520"/>
          </a:xfrm>
          <a:prstGeom prst="rect">
            <a:avLst/>
          </a:prstGeom>
          <a:ln w="38100">
            <a:solidFill>
              <a:srgbClr val="FFFF00"/>
            </a:solidFill>
          </a:ln>
          <a:effectLst>
            <a:softEdge rad="0"/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FF459F9-C993-F37E-08FF-B1C5F5E84FF1}"/>
              </a:ext>
            </a:extLst>
          </p:cNvPr>
          <p:cNvPicPr preferRelativeResize="0">
            <a:picLocks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663" y="5001588"/>
            <a:ext cx="731520" cy="731520"/>
          </a:xfrm>
          <a:prstGeom prst="rect">
            <a:avLst/>
          </a:prstGeom>
          <a:ln w="38100">
            <a:solidFill>
              <a:srgbClr val="00FF00"/>
            </a:solidFill>
          </a:ln>
          <a:effectLst>
            <a:softEdge rad="0"/>
          </a:effectLst>
        </p:spPr>
      </p:pic>
      <p:pic>
        <p:nvPicPr>
          <p:cNvPr id="27" name="Graphic 26" descr="Arrow Up with solid fill">
            <a:extLst>
              <a:ext uri="{FF2B5EF4-FFF2-40B4-BE49-F238E27FC236}">
                <a16:creationId xmlns:a16="http://schemas.microsoft.com/office/drawing/2014/main" id="{A0CFC28F-0A13-4553-D0ED-D8A3A71BB6AB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 rot="16200000">
            <a:off x="887172" y="4205815"/>
            <a:ext cx="548640" cy="54864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6856322-1F6E-3DD1-9288-1E03F1EA38FE}"/>
              </a:ext>
            </a:extLst>
          </p:cNvPr>
          <p:cNvSpPr txBox="1"/>
          <p:nvPr/>
        </p:nvSpPr>
        <p:spPr>
          <a:xfrm>
            <a:off x="4620238" y="4596958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FF00"/>
                </a:highlight>
              </a:rPr>
              <a:t>*PW4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5AB62F-FB0D-270C-6643-2CFD8AD3011B}"/>
              </a:ext>
            </a:extLst>
          </p:cNvPr>
          <p:cNvSpPr txBox="1"/>
          <p:nvPr/>
        </p:nvSpPr>
        <p:spPr>
          <a:xfrm>
            <a:off x="1470630" y="2229604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C000"/>
                </a:highlight>
              </a:rPr>
              <a:t>*PW2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138004-5DE2-AA58-DBC0-4B7FD895D6C4}"/>
              </a:ext>
            </a:extLst>
          </p:cNvPr>
          <p:cNvSpPr txBox="1"/>
          <p:nvPr/>
        </p:nvSpPr>
        <p:spPr>
          <a:xfrm>
            <a:off x="1478293" y="3798293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000000"/>
                </a:highlight>
              </a:rPr>
              <a:t>*PW3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FD5CF6-283E-2DD3-600B-4022C7D63997}"/>
              </a:ext>
            </a:extLst>
          </p:cNvPr>
          <p:cNvSpPr txBox="1"/>
          <p:nvPr/>
        </p:nvSpPr>
        <p:spPr>
          <a:xfrm>
            <a:off x="2279621" y="5375877"/>
            <a:ext cx="5004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0000"/>
                </a:highlight>
              </a:rPr>
              <a:t>*PW1</a:t>
            </a:r>
          </a:p>
        </p:txBody>
      </p:sp>
    </p:spTree>
    <p:extLst>
      <p:ext uri="{BB962C8B-B14F-4D97-AF65-F5344CB8AC3E}">
        <p14:creationId xmlns:p14="http://schemas.microsoft.com/office/powerpoint/2010/main" val="1386802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480</Words>
  <Application>Microsoft Office PowerPoint</Application>
  <PresentationFormat>Widescreen</PresentationFormat>
  <Paragraphs>212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JIA SENG</dc:creator>
  <cp:lastModifiedBy>TONG JIA SENG</cp:lastModifiedBy>
  <cp:revision>8</cp:revision>
  <dcterms:created xsi:type="dcterms:W3CDTF">2026-02-03T01:35:10Z</dcterms:created>
  <dcterms:modified xsi:type="dcterms:W3CDTF">2026-03-01T06:58:53Z</dcterms:modified>
</cp:coreProperties>
</file>