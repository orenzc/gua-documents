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6" r:id="rId2"/>
    <p:sldId id="298" r:id="rId3"/>
    <p:sldId id="301" r:id="rId4"/>
    <p:sldId id="328" r:id="rId5"/>
    <p:sldId id="326" r:id="rId6"/>
    <p:sldId id="327" r:id="rId7"/>
    <p:sldId id="329" r:id="rId8"/>
    <p:sldId id="303" r:id="rId9"/>
    <p:sldId id="304" r:id="rId10"/>
    <p:sldId id="307" r:id="rId11"/>
    <p:sldId id="308" r:id="rId12"/>
    <p:sldId id="310" r:id="rId13"/>
    <p:sldId id="311" r:id="rId14"/>
    <p:sldId id="312" r:id="rId15"/>
    <p:sldId id="314" r:id="rId16"/>
    <p:sldId id="313" r:id="rId17"/>
    <p:sldId id="330" r:id="rId18"/>
    <p:sldId id="315" r:id="rId19"/>
    <p:sldId id="317" r:id="rId20"/>
    <p:sldId id="318" r:id="rId21"/>
    <p:sldId id="320" r:id="rId22"/>
    <p:sldId id="321" r:id="rId23"/>
    <p:sldId id="322" r:id="rId24"/>
    <p:sldId id="323" r:id="rId25"/>
    <p:sldId id="324" r:id="rId26"/>
    <p:sldId id="325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F00"/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D65607-CA42-9B28-36FF-4701DA7080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F8DCC3-761E-0C24-9D83-32490790E5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F8B83C-4988-0005-295F-645ACE451E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8FFEE-96DD-411E-9212-115A8E86985E}" type="datetimeFigureOut">
              <a:rPr lang="en-US" smtClean="0"/>
              <a:t>2026-03-29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A626B5-EA18-0F5C-2CBA-ADD6F5D680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3D6705-43E4-8CA4-8256-CD8898C5B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AB0BC-59A2-4149-A0EE-71FE06EE13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52529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8CDCCC-5EB7-22CA-7C00-77B8F8B7F2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14E1EC-24BA-EFD1-5562-CAA97DEE46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D023B0-7266-D111-55D2-A61A425C32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8FFEE-96DD-411E-9212-115A8E86985E}" type="datetimeFigureOut">
              <a:rPr lang="en-US" smtClean="0"/>
              <a:t>2026-03-29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9D40A9-28B4-6DD7-A7FB-4C141FB68C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2D9621-C522-692C-F7DF-63B83BB20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AB0BC-59A2-4149-A0EE-71FE06EE13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3010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15BB72-6B05-0614-7C89-85D123A8BE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54A8F0-3E4C-D529-8A39-309C317461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BF7244-4114-073D-1387-FF2BD199EB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8FFEE-96DD-411E-9212-115A8E86985E}" type="datetimeFigureOut">
              <a:rPr lang="en-US" smtClean="0"/>
              <a:t>2026-03-29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F79BBA-8DCE-A072-9EC4-B55425123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9EDCD2-4284-A60D-1DB9-D8E5A0775E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AB0BC-59A2-4149-A0EE-71FE06EE13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900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24EEF3-C454-CCF0-DB07-1564E55D3F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1DEAB9-B841-E83B-69F1-DDE35D7355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B111E9-41F3-CAD4-852F-D0D8843219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32F0B3-2FA5-3577-F902-E0CD82C66E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8FFEE-96DD-411E-9212-115A8E86985E}" type="datetimeFigureOut">
              <a:rPr lang="en-US" smtClean="0"/>
              <a:t>2026-03-29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75F7EA-3ACB-1058-6F43-ED1311B95E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A73C26-777E-EFE7-AB14-7404D4BCE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AB0BC-59A2-4149-A0EE-71FE06EE13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30639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4E0D85-20BC-7BAE-6030-CABAD4A3A4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5B3B59-7D7A-0300-4994-6CA9B0971E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90342B-E6A5-3262-DECC-40562C9B9A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8DBE5A3-F851-DFDA-100E-74385D9E0A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7D1561D-93D8-7D65-8F0C-65A3EAC6C5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82D3E73-1E8A-6704-2C6C-6DAA8F8E9F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8FFEE-96DD-411E-9212-115A8E86985E}" type="datetimeFigureOut">
              <a:rPr lang="en-US" smtClean="0"/>
              <a:t>2026-03-29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6B6B75A-E510-948B-F229-13B761F452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9E250C5-2A6E-BF5C-BCB5-7723B5D7B4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AB0BC-59A2-4149-A0EE-71FE06EE13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70060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0ADC3C-6402-C5F6-2C9C-19BECDCCC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9B3A9D6-F77C-F80B-1C4F-C652FC6D9D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8FFEE-96DD-411E-9212-115A8E86985E}" type="datetimeFigureOut">
              <a:rPr lang="en-US" smtClean="0"/>
              <a:t>2026-03-29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5F4608-A5C7-2B38-D7B3-486875411E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3249CD-50BE-17BE-406C-2E5368CEC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AB0BC-59A2-4149-A0EE-71FE06EE13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20359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E70214-D9DD-60C4-BD41-94A26EDCE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8FFEE-96DD-411E-9212-115A8E86985E}" type="datetimeFigureOut">
              <a:rPr lang="en-US" smtClean="0"/>
              <a:t>2026-03-29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BD7C030-5D63-EA0E-2012-A0B7CA1212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F5027A-25CD-EEFD-9C93-4D31473338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AB0BC-59A2-4149-A0EE-71FE06EE13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36439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10651E-1B03-11BD-E17F-223690CBA5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2F14EB-6275-A8DF-2868-055A80E247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7D8926-2585-E67B-B72E-C059205474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8AA7EE-033F-A7D1-6C95-28EF085221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8FFEE-96DD-411E-9212-115A8E86985E}" type="datetimeFigureOut">
              <a:rPr lang="en-US" smtClean="0"/>
              <a:t>2026-03-29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E9B371-097E-A948-D9FE-D1F334A480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A7C15C-4FD4-CCDB-CFD4-BEAA4B29C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AB0BC-59A2-4149-A0EE-71FE06EE13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11425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AF781C-279D-A918-5FAD-6A18E4C8AF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CB87DDA-8BF8-17C1-EE84-DC7C6CEBECC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411BBA-5E93-30AB-2E82-6C85DEAA5A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696547-A323-81E2-A78B-D04C74D4FE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8FFEE-96DD-411E-9212-115A8E86985E}" type="datetimeFigureOut">
              <a:rPr lang="en-US" smtClean="0"/>
              <a:t>2026-03-29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1042F6-5B9C-4C25-5F42-58A23A7E67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F08827-E174-3790-0CBC-86E9EC4D38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AB0BC-59A2-4149-A0EE-71FE06EE13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43720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14456-B52C-4529-C6D4-C716A284D5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5AAC5A-66A3-922E-60DD-3670F37C47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DF419E-1DCC-7783-53DC-341EA43AF6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8FFEE-96DD-411E-9212-115A8E86985E}" type="datetimeFigureOut">
              <a:rPr lang="en-US" smtClean="0"/>
              <a:t>2026-03-29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38A681-9ACC-B869-1417-286016DFDA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3DD151-CF43-09EF-CA88-BA873C50B5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AB0BC-59A2-4149-A0EE-71FE06EE13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95247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8A31909-9DDC-3D28-C995-5D6ABF33B3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934DD8-D9D3-9473-E52A-BCDBA9DCE0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F700D5-DA28-EF7D-2615-6A94957683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8FFEE-96DD-411E-9212-115A8E86985E}" type="datetimeFigureOut">
              <a:rPr lang="en-US" smtClean="0"/>
              <a:t>2026-03-29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E2E0BE-C0A9-724A-FA7D-0577F1DE37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25DF59-79E4-64B6-05C8-D3588D6EB1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AB0BC-59A2-4149-A0EE-71FE06EE13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26414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454C635-A040-806E-66F7-3C957F8E7E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FDBAB6-F8B8-AC67-4C7F-54E395FF56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C317F3-B141-2268-99BE-730FDE2EDFF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C78FFEE-96DD-411E-9212-115A8E86985E}" type="datetimeFigureOut">
              <a:rPr lang="en-US" smtClean="0"/>
              <a:t>2026-03-29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34D1BC-B693-119E-9D67-8236280317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E06E1A-AF5B-3066-4AF5-DEC394C47C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ABAB0BC-59A2-4149-A0EE-71FE06EE13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62275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13" Type="http://schemas.openxmlformats.org/officeDocument/2006/relationships/image" Target="../media/image12.jpg"/><Relationship Id="rId18" Type="http://schemas.openxmlformats.org/officeDocument/2006/relationships/image" Target="../media/image17.jpg"/><Relationship Id="rId26" Type="http://schemas.openxmlformats.org/officeDocument/2006/relationships/image" Target="../media/image25.jpg"/><Relationship Id="rId3" Type="http://schemas.openxmlformats.org/officeDocument/2006/relationships/image" Target="../media/image2.png"/><Relationship Id="rId21" Type="http://schemas.openxmlformats.org/officeDocument/2006/relationships/image" Target="../media/image20.jpg"/><Relationship Id="rId7" Type="http://schemas.openxmlformats.org/officeDocument/2006/relationships/image" Target="../media/image6.jpg"/><Relationship Id="rId12" Type="http://schemas.openxmlformats.org/officeDocument/2006/relationships/image" Target="../media/image11.jpg"/><Relationship Id="rId17" Type="http://schemas.openxmlformats.org/officeDocument/2006/relationships/image" Target="../media/image16.jpg"/><Relationship Id="rId25" Type="http://schemas.openxmlformats.org/officeDocument/2006/relationships/image" Target="../media/image24.jpg"/><Relationship Id="rId2" Type="http://schemas.openxmlformats.org/officeDocument/2006/relationships/image" Target="../media/image1.png"/><Relationship Id="rId16" Type="http://schemas.openxmlformats.org/officeDocument/2006/relationships/image" Target="../media/image15.jpg"/><Relationship Id="rId20" Type="http://schemas.openxmlformats.org/officeDocument/2006/relationships/image" Target="../media/image19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g"/><Relationship Id="rId11" Type="http://schemas.openxmlformats.org/officeDocument/2006/relationships/image" Target="../media/image10.jpg"/><Relationship Id="rId24" Type="http://schemas.openxmlformats.org/officeDocument/2006/relationships/image" Target="../media/image23.jpg"/><Relationship Id="rId5" Type="http://schemas.openxmlformats.org/officeDocument/2006/relationships/image" Target="../media/image4.jpg"/><Relationship Id="rId15" Type="http://schemas.openxmlformats.org/officeDocument/2006/relationships/image" Target="../media/image14.jpg"/><Relationship Id="rId23" Type="http://schemas.openxmlformats.org/officeDocument/2006/relationships/image" Target="../media/image22.jpg"/><Relationship Id="rId28" Type="http://schemas.openxmlformats.org/officeDocument/2006/relationships/image" Target="../media/image27.jpg"/><Relationship Id="rId10" Type="http://schemas.openxmlformats.org/officeDocument/2006/relationships/image" Target="../media/image9.jpg"/><Relationship Id="rId19" Type="http://schemas.openxmlformats.org/officeDocument/2006/relationships/image" Target="../media/image18.jpg"/><Relationship Id="rId4" Type="http://schemas.openxmlformats.org/officeDocument/2006/relationships/image" Target="../media/image3.jpg"/><Relationship Id="rId9" Type="http://schemas.openxmlformats.org/officeDocument/2006/relationships/image" Target="../media/image8.jpg"/><Relationship Id="rId14" Type="http://schemas.openxmlformats.org/officeDocument/2006/relationships/image" Target="../media/image13.jpg"/><Relationship Id="rId22" Type="http://schemas.openxmlformats.org/officeDocument/2006/relationships/image" Target="../media/image21.jpg"/><Relationship Id="rId27" Type="http://schemas.openxmlformats.org/officeDocument/2006/relationships/image" Target="../media/image26.jp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g"/><Relationship Id="rId13" Type="http://schemas.openxmlformats.org/officeDocument/2006/relationships/image" Target="../media/image13.jpg"/><Relationship Id="rId18" Type="http://schemas.openxmlformats.org/officeDocument/2006/relationships/image" Target="../media/image18.jpg"/><Relationship Id="rId26" Type="http://schemas.openxmlformats.org/officeDocument/2006/relationships/image" Target="../media/image26.jpg"/><Relationship Id="rId3" Type="http://schemas.openxmlformats.org/officeDocument/2006/relationships/image" Target="../media/image3.jpg"/><Relationship Id="rId21" Type="http://schemas.openxmlformats.org/officeDocument/2006/relationships/image" Target="../media/image21.jpg"/><Relationship Id="rId7" Type="http://schemas.openxmlformats.org/officeDocument/2006/relationships/image" Target="../media/image7.jpg"/><Relationship Id="rId12" Type="http://schemas.openxmlformats.org/officeDocument/2006/relationships/image" Target="../media/image12.jpg"/><Relationship Id="rId17" Type="http://schemas.openxmlformats.org/officeDocument/2006/relationships/image" Target="../media/image17.jpg"/><Relationship Id="rId25" Type="http://schemas.openxmlformats.org/officeDocument/2006/relationships/image" Target="../media/image25.jpg"/><Relationship Id="rId2" Type="http://schemas.openxmlformats.org/officeDocument/2006/relationships/image" Target="../media/image28.png"/><Relationship Id="rId16" Type="http://schemas.openxmlformats.org/officeDocument/2006/relationships/image" Target="../media/image16.jpg"/><Relationship Id="rId20" Type="http://schemas.openxmlformats.org/officeDocument/2006/relationships/image" Target="../media/image20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jpg"/><Relationship Id="rId11" Type="http://schemas.openxmlformats.org/officeDocument/2006/relationships/image" Target="../media/image11.jpg"/><Relationship Id="rId24" Type="http://schemas.openxmlformats.org/officeDocument/2006/relationships/image" Target="../media/image24.jpg"/><Relationship Id="rId5" Type="http://schemas.openxmlformats.org/officeDocument/2006/relationships/image" Target="../media/image5.jpg"/><Relationship Id="rId15" Type="http://schemas.openxmlformats.org/officeDocument/2006/relationships/image" Target="../media/image15.jpg"/><Relationship Id="rId23" Type="http://schemas.openxmlformats.org/officeDocument/2006/relationships/image" Target="../media/image23.jpg"/><Relationship Id="rId10" Type="http://schemas.openxmlformats.org/officeDocument/2006/relationships/image" Target="../media/image10.jpg"/><Relationship Id="rId19" Type="http://schemas.openxmlformats.org/officeDocument/2006/relationships/image" Target="../media/image19.jpg"/><Relationship Id="rId4" Type="http://schemas.openxmlformats.org/officeDocument/2006/relationships/image" Target="../media/image4.jpg"/><Relationship Id="rId9" Type="http://schemas.openxmlformats.org/officeDocument/2006/relationships/image" Target="../media/image9.jpg"/><Relationship Id="rId14" Type="http://schemas.openxmlformats.org/officeDocument/2006/relationships/image" Target="../media/image14.jpg"/><Relationship Id="rId22" Type="http://schemas.openxmlformats.org/officeDocument/2006/relationships/image" Target="../media/image22.jpg"/><Relationship Id="rId27" Type="http://schemas.openxmlformats.org/officeDocument/2006/relationships/image" Target="../media/image27.jp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g"/><Relationship Id="rId13" Type="http://schemas.openxmlformats.org/officeDocument/2006/relationships/image" Target="../media/image14.jpg"/><Relationship Id="rId18" Type="http://schemas.openxmlformats.org/officeDocument/2006/relationships/image" Target="../media/image19.jpg"/><Relationship Id="rId26" Type="http://schemas.openxmlformats.org/officeDocument/2006/relationships/image" Target="../media/image27.jpg"/><Relationship Id="rId3" Type="http://schemas.openxmlformats.org/officeDocument/2006/relationships/image" Target="../media/image4.jpg"/><Relationship Id="rId21" Type="http://schemas.openxmlformats.org/officeDocument/2006/relationships/image" Target="../media/image22.jpg"/><Relationship Id="rId7" Type="http://schemas.openxmlformats.org/officeDocument/2006/relationships/image" Target="../media/image8.jpg"/><Relationship Id="rId12" Type="http://schemas.openxmlformats.org/officeDocument/2006/relationships/image" Target="../media/image13.jpg"/><Relationship Id="rId17" Type="http://schemas.openxmlformats.org/officeDocument/2006/relationships/image" Target="../media/image18.jpg"/><Relationship Id="rId25" Type="http://schemas.openxmlformats.org/officeDocument/2006/relationships/image" Target="../media/image26.jpg"/><Relationship Id="rId2" Type="http://schemas.openxmlformats.org/officeDocument/2006/relationships/image" Target="../media/image3.jpg"/><Relationship Id="rId16" Type="http://schemas.openxmlformats.org/officeDocument/2006/relationships/image" Target="../media/image17.jpg"/><Relationship Id="rId20" Type="http://schemas.openxmlformats.org/officeDocument/2006/relationships/image" Target="../media/image2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jpg"/><Relationship Id="rId11" Type="http://schemas.openxmlformats.org/officeDocument/2006/relationships/image" Target="../media/image12.jpg"/><Relationship Id="rId24" Type="http://schemas.openxmlformats.org/officeDocument/2006/relationships/image" Target="../media/image25.jpg"/><Relationship Id="rId5" Type="http://schemas.openxmlformats.org/officeDocument/2006/relationships/image" Target="../media/image6.jpg"/><Relationship Id="rId15" Type="http://schemas.openxmlformats.org/officeDocument/2006/relationships/image" Target="../media/image16.jpg"/><Relationship Id="rId23" Type="http://schemas.openxmlformats.org/officeDocument/2006/relationships/image" Target="../media/image24.jpg"/><Relationship Id="rId28" Type="http://schemas.openxmlformats.org/officeDocument/2006/relationships/image" Target="../media/image30.svg"/><Relationship Id="rId10" Type="http://schemas.openxmlformats.org/officeDocument/2006/relationships/image" Target="../media/image11.jpg"/><Relationship Id="rId19" Type="http://schemas.openxmlformats.org/officeDocument/2006/relationships/image" Target="../media/image20.jpg"/><Relationship Id="rId4" Type="http://schemas.openxmlformats.org/officeDocument/2006/relationships/image" Target="../media/image5.jpg"/><Relationship Id="rId9" Type="http://schemas.openxmlformats.org/officeDocument/2006/relationships/image" Target="../media/image10.jpg"/><Relationship Id="rId14" Type="http://schemas.openxmlformats.org/officeDocument/2006/relationships/image" Target="../media/image15.jpg"/><Relationship Id="rId22" Type="http://schemas.openxmlformats.org/officeDocument/2006/relationships/image" Target="../media/image23.jpg"/><Relationship Id="rId27" Type="http://schemas.openxmlformats.org/officeDocument/2006/relationships/image" Target="../media/image2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g"/><Relationship Id="rId13" Type="http://schemas.openxmlformats.org/officeDocument/2006/relationships/image" Target="../media/image14.jpg"/><Relationship Id="rId18" Type="http://schemas.openxmlformats.org/officeDocument/2006/relationships/image" Target="../media/image19.jpg"/><Relationship Id="rId26" Type="http://schemas.openxmlformats.org/officeDocument/2006/relationships/image" Target="../media/image27.jpg"/><Relationship Id="rId3" Type="http://schemas.openxmlformats.org/officeDocument/2006/relationships/image" Target="../media/image4.jpg"/><Relationship Id="rId21" Type="http://schemas.openxmlformats.org/officeDocument/2006/relationships/image" Target="../media/image22.jpg"/><Relationship Id="rId7" Type="http://schemas.openxmlformats.org/officeDocument/2006/relationships/image" Target="../media/image8.jpg"/><Relationship Id="rId12" Type="http://schemas.openxmlformats.org/officeDocument/2006/relationships/image" Target="../media/image13.jpg"/><Relationship Id="rId17" Type="http://schemas.openxmlformats.org/officeDocument/2006/relationships/image" Target="../media/image18.jpg"/><Relationship Id="rId25" Type="http://schemas.openxmlformats.org/officeDocument/2006/relationships/image" Target="../media/image26.jpg"/><Relationship Id="rId2" Type="http://schemas.openxmlformats.org/officeDocument/2006/relationships/image" Target="../media/image3.jpg"/><Relationship Id="rId16" Type="http://schemas.openxmlformats.org/officeDocument/2006/relationships/image" Target="../media/image17.jpg"/><Relationship Id="rId20" Type="http://schemas.openxmlformats.org/officeDocument/2006/relationships/image" Target="../media/image2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jpg"/><Relationship Id="rId11" Type="http://schemas.openxmlformats.org/officeDocument/2006/relationships/image" Target="../media/image12.jpg"/><Relationship Id="rId24" Type="http://schemas.openxmlformats.org/officeDocument/2006/relationships/image" Target="../media/image25.jpg"/><Relationship Id="rId5" Type="http://schemas.openxmlformats.org/officeDocument/2006/relationships/image" Target="../media/image6.jpg"/><Relationship Id="rId15" Type="http://schemas.openxmlformats.org/officeDocument/2006/relationships/image" Target="../media/image16.jpg"/><Relationship Id="rId23" Type="http://schemas.openxmlformats.org/officeDocument/2006/relationships/image" Target="../media/image24.jpg"/><Relationship Id="rId28" Type="http://schemas.openxmlformats.org/officeDocument/2006/relationships/image" Target="../media/image30.svg"/><Relationship Id="rId10" Type="http://schemas.openxmlformats.org/officeDocument/2006/relationships/image" Target="../media/image11.jpg"/><Relationship Id="rId19" Type="http://schemas.openxmlformats.org/officeDocument/2006/relationships/image" Target="../media/image20.jpg"/><Relationship Id="rId4" Type="http://schemas.openxmlformats.org/officeDocument/2006/relationships/image" Target="../media/image5.jpg"/><Relationship Id="rId9" Type="http://schemas.openxmlformats.org/officeDocument/2006/relationships/image" Target="../media/image10.jpg"/><Relationship Id="rId14" Type="http://schemas.openxmlformats.org/officeDocument/2006/relationships/image" Target="../media/image15.jpg"/><Relationship Id="rId22" Type="http://schemas.openxmlformats.org/officeDocument/2006/relationships/image" Target="../media/image23.jpg"/><Relationship Id="rId27" Type="http://schemas.openxmlformats.org/officeDocument/2006/relationships/image" Target="../media/image2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g"/><Relationship Id="rId13" Type="http://schemas.openxmlformats.org/officeDocument/2006/relationships/image" Target="../media/image14.jpg"/><Relationship Id="rId18" Type="http://schemas.openxmlformats.org/officeDocument/2006/relationships/image" Target="../media/image19.jpg"/><Relationship Id="rId26" Type="http://schemas.openxmlformats.org/officeDocument/2006/relationships/image" Target="../media/image27.jpg"/><Relationship Id="rId3" Type="http://schemas.openxmlformats.org/officeDocument/2006/relationships/image" Target="../media/image4.jpg"/><Relationship Id="rId21" Type="http://schemas.openxmlformats.org/officeDocument/2006/relationships/image" Target="../media/image22.jpg"/><Relationship Id="rId7" Type="http://schemas.openxmlformats.org/officeDocument/2006/relationships/image" Target="../media/image8.jpg"/><Relationship Id="rId12" Type="http://schemas.openxmlformats.org/officeDocument/2006/relationships/image" Target="../media/image13.jpg"/><Relationship Id="rId17" Type="http://schemas.openxmlformats.org/officeDocument/2006/relationships/image" Target="../media/image18.jpg"/><Relationship Id="rId25" Type="http://schemas.openxmlformats.org/officeDocument/2006/relationships/image" Target="../media/image26.jpg"/><Relationship Id="rId2" Type="http://schemas.openxmlformats.org/officeDocument/2006/relationships/image" Target="../media/image3.jpg"/><Relationship Id="rId16" Type="http://schemas.openxmlformats.org/officeDocument/2006/relationships/image" Target="../media/image17.jpg"/><Relationship Id="rId20" Type="http://schemas.openxmlformats.org/officeDocument/2006/relationships/image" Target="../media/image2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jpg"/><Relationship Id="rId11" Type="http://schemas.openxmlformats.org/officeDocument/2006/relationships/image" Target="../media/image12.jpg"/><Relationship Id="rId24" Type="http://schemas.openxmlformats.org/officeDocument/2006/relationships/image" Target="../media/image25.jpg"/><Relationship Id="rId5" Type="http://schemas.openxmlformats.org/officeDocument/2006/relationships/image" Target="../media/image6.jpg"/><Relationship Id="rId15" Type="http://schemas.openxmlformats.org/officeDocument/2006/relationships/image" Target="../media/image16.jpg"/><Relationship Id="rId23" Type="http://schemas.openxmlformats.org/officeDocument/2006/relationships/image" Target="../media/image24.jpg"/><Relationship Id="rId10" Type="http://schemas.openxmlformats.org/officeDocument/2006/relationships/image" Target="../media/image11.jpg"/><Relationship Id="rId19" Type="http://schemas.openxmlformats.org/officeDocument/2006/relationships/image" Target="../media/image20.jpg"/><Relationship Id="rId4" Type="http://schemas.openxmlformats.org/officeDocument/2006/relationships/image" Target="../media/image5.jpg"/><Relationship Id="rId9" Type="http://schemas.openxmlformats.org/officeDocument/2006/relationships/image" Target="../media/image10.jpg"/><Relationship Id="rId14" Type="http://schemas.openxmlformats.org/officeDocument/2006/relationships/image" Target="../media/image15.jpg"/><Relationship Id="rId22" Type="http://schemas.openxmlformats.org/officeDocument/2006/relationships/image" Target="../media/image23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jpg"/><Relationship Id="rId4" Type="http://schemas.openxmlformats.org/officeDocument/2006/relationships/image" Target="../media/image9.jp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g"/><Relationship Id="rId13" Type="http://schemas.openxmlformats.org/officeDocument/2006/relationships/image" Target="../media/image14.jpg"/><Relationship Id="rId18" Type="http://schemas.openxmlformats.org/officeDocument/2006/relationships/image" Target="../media/image19.jpg"/><Relationship Id="rId26" Type="http://schemas.openxmlformats.org/officeDocument/2006/relationships/image" Target="../media/image27.jpg"/><Relationship Id="rId3" Type="http://schemas.openxmlformats.org/officeDocument/2006/relationships/image" Target="../media/image4.jpg"/><Relationship Id="rId21" Type="http://schemas.openxmlformats.org/officeDocument/2006/relationships/image" Target="../media/image22.jpg"/><Relationship Id="rId7" Type="http://schemas.openxmlformats.org/officeDocument/2006/relationships/image" Target="../media/image8.jpg"/><Relationship Id="rId12" Type="http://schemas.openxmlformats.org/officeDocument/2006/relationships/image" Target="../media/image13.jpg"/><Relationship Id="rId17" Type="http://schemas.openxmlformats.org/officeDocument/2006/relationships/image" Target="../media/image18.jpg"/><Relationship Id="rId25" Type="http://schemas.openxmlformats.org/officeDocument/2006/relationships/image" Target="../media/image26.jpg"/><Relationship Id="rId2" Type="http://schemas.openxmlformats.org/officeDocument/2006/relationships/image" Target="../media/image3.jpg"/><Relationship Id="rId16" Type="http://schemas.openxmlformats.org/officeDocument/2006/relationships/image" Target="../media/image17.jpg"/><Relationship Id="rId20" Type="http://schemas.openxmlformats.org/officeDocument/2006/relationships/image" Target="../media/image2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jpg"/><Relationship Id="rId11" Type="http://schemas.openxmlformats.org/officeDocument/2006/relationships/image" Target="../media/image12.jpg"/><Relationship Id="rId24" Type="http://schemas.openxmlformats.org/officeDocument/2006/relationships/image" Target="../media/image25.jpg"/><Relationship Id="rId5" Type="http://schemas.openxmlformats.org/officeDocument/2006/relationships/image" Target="../media/image6.jpg"/><Relationship Id="rId15" Type="http://schemas.openxmlformats.org/officeDocument/2006/relationships/image" Target="../media/image16.jpg"/><Relationship Id="rId23" Type="http://schemas.openxmlformats.org/officeDocument/2006/relationships/image" Target="../media/image24.jpg"/><Relationship Id="rId28" Type="http://schemas.openxmlformats.org/officeDocument/2006/relationships/image" Target="../media/image30.svg"/><Relationship Id="rId10" Type="http://schemas.openxmlformats.org/officeDocument/2006/relationships/image" Target="../media/image11.jpg"/><Relationship Id="rId19" Type="http://schemas.openxmlformats.org/officeDocument/2006/relationships/image" Target="../media/image20.jpg"/><Relationship Id="rId4" Type="http://schemas.openxmlformats.org/officeDocument/2006/relationships/image" Target="../media/image5.jpg"/><Relationship Id="rId9" Type="http://schemas.openxmlformats.org/officeDocument/2006/relationships/image" Target="../media/image10.jpg"/><Relationship Id="rId14" Type="http://schemas.openxmlformats.org/officeDocument/2006/relationships/image" Target="../media/image15.jpg"/><Relationship Id="rId22" Type="http://schemas.openxmlformats.org/officeDocument/2006/relationships/image" Target="../media/image23.jpg"/><Relationship Id="rId27" Type="http://schemas.openxmlformats.org/officeDocument/2006/relationships/image" Target="../media/image2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g"/><Relationship Id="rId13" Type="http://schemas.openxmlformats.org/officeDocument/2006/relationships/image" Target="../media/image14.jpg"/><Relationship Id="rId18" Type="http://schemas.openxmlformats.org/officeDocument/2006/relationships/image" Target="../media/image19.jpg"/><Relationship Id="rId26" Type="http://schemas.openxmlformats.org/officeDocument/2006/relationships/image" Target="../media/image27.jpg"/><Relationship Id="rId3" Type="http://schemas.openxmlformats.org/officeDocument/2006/relationships/image" Target="../media/image4.jpg"/><Relationship Id="rId21" Type="http://schemas.openxmlformats.org/officeDocument/2006/relationships/image" Target="../media/image22.jpg"/><Relationship Id="rId7" Type="http://schemas.openxmlformats.org/officeDocument/2006/relationships/image" Target="../media/image8.jpg"/><Relationship Id="rId12" Type="http://schemas.openxmlformats.org/officeDocument/2006/relationships/image" Target="../media/image13.jpg"/><Relationship Id="rId17" Type="http://schemas.openxmlformats.org/officeDocument/2006/relationships/image" Target="../media/image18.jpg"/><Relationship Id="rId25" Type="http://schemas.openxmlformats.org/officeDocument/2006/relationships/image" Target="../media/image26.jpg"/><Relationship Id="rId2" Type="http://schemas.openxmlformats.org/officeDocument/2006/relationships/image" Target="../media/image3.jpg"/><Relationship Id="rId16" Type="http://schemas.openxmlformats.org/officeDocument/2006/relationships/image" Target="../media/image17.jpg"/><Relationship Id="rId20" Type="http://schemas.openxmlformats.org/officeDocument/2006/relationships/image" Target="../media/image2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jpg"/><Relationship Id="rId11" Type="http://schemas.openxmlformats.org/officeDocument/2006/relationships/image" Target="../media/image12.jpg"/><Relationship Id="rId24" Type="http://schemas.openxmlformats.org/officeDocument/2006/relationships/image" Target="../media/image25.jpg"/><Relationship Id="rId5" Type="http://schemas.openxmlformats.org/officeDocument/2006/relationships/image" Target="../media/image6.jpg"/><Relationship Id="rId15" Type="http://schemas.openxmlformats.org/officeDocument/2006/relationships/image" Target="../media/image16.jpg"/><Relationship Id="rId23" Type="http://schemas.openxmlformats.org/officeDocument/2006/relationships/image" Target="../media/image24.jpg"/><Relationship Id="rId28" Type="http://schemas.openxmlformats.org/officeDocument/2006/relationships/image" Target="../media/image30.svg"/><Relationship Id="rId10" Type="http://schemas.openxmlformats.org/officeDocument/2006/relationships/image" Target="../media/image11.jpg"/><Relationship Id="rId19" Type="http://schemas.openxmlformats.org/officeDocument/2006/relationships/image" Target="../media/image20.jpg"/><Relationship Id="rId4" Type="http://schemas.openxmlformats.org/officeDocument/2006/relationships/image" Target="../media/image5.jpg"/><Relationship Id="rId9" Type="http://schemas.openxmlformats.org/officeDocument/2006/relationships/image" Target="../media/image10.jpg"/><Relationship Id="rId14" Type="http://schemas.openxmlformats.org/officeDocument/2006/relationships/image" Target="../media/image15.jpg"/><Relationship Id="rId22" Type="http://schemas.openxmlformats.org/officeDocument/2006/relationships/image" Target="../media/image23.jpg"/><Relationship Id="rId27" Type="http://schemas.openxmlformats.org/officeDocument/2006/relationships/image" Target="../media/image2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g"/><Relationship Id="rId13" Type="http://schemas.openxmlformats.org/officeDocument/2006/relationships/image" Target="../media/image14.jpg"/><Relationship Id="rId18" Type="http://schemas.openxmlformats.org/officeDocument/2006/relationships/image" Target="../media/image19.jpg"/><Relationship Id="rId26" Type="http://schemas.openxmlformats.org/officeDocument/2006/relationships/image" Target="../media/image27.jpg"/><Relationship Id="rId3" Type="http://schemas.openxmlformats.org/officeDocument/2006/relationships/image" Target="../media/image4.jpg"/><Relationship Id="rId21" Type="http://schemas.openxmlformats.org/officeDocument/2006/relationships/image" Target="../media/image22.jpg"/><Relationship Id="rId7" Type="http://schemas.openxmlformats.org/officeDocument/2006/relationships/image" Target="../media/image8.jpg"/><Relationship Id="rId12" Type="http://schemas.openxmlformats.org/officeDocument/2006/relationships/image" Target="../media/image13.jpg"/><Relationship Id="rId17" Type="http://schemas.openxmlformats.org/officeDocument/2006/relationships/image" Target="../media/image18.jpg"/><Relationship Id="rId25" Type="http://schemas.openxmlformats.org/officeDocument/2006/relationships/image" Target="../media/image26.jpg"/><Relationship Id="rId2" Type="http://schemas.openxmlformats.org/officeDocument/2006/relationships/image" Target="../media/image3.jpg"/><Relationship Id="rId16" Type="http://schemas.openxmlformats.org/officeDocument/2006/relationships/image" Target="../media/image17.jpg"/><Relationship Id="rId20" Type="http://schemas.openxmlformats.org/officeDocument/2006/relationships/image" Target="../media/image2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jpg"/><Relationship Id="rId11" Type="http://schemas.openxmlformats.org/officeDocument/2006/relationships/image" Target="../media/image12.jpg"/><Relationship Id="rId24" Type="http://schemas.openxmlformats.org/officeDocument/2006/relationships/image" Target="../media/image25.jpg"/><Relationship Id="rId5" Type="http://schemas.openxmlformats.org/officeDocument/2006/relationships/image" Target="../media/image6.jpg"/><Relationship Id="rId15" Type="http://schemas.openxmlformats.org/officeDocument/2006/relationships/image" Target="../media/image16.jpg"/><Relationship Id="rId23" Type="http://schemas.openxmlformats.org/officeDocument/2006/relationships/image" Target="../media/image24.jpg"/><Relationship Id="rId28" Type="http://schemas.openxmlformats.org/officeDocument/2006/relationships/image" Target="../media/image30.svg"/><Relationship Id="rId10" Type="http://schemas.openxmlformats.org/officeDocument/2006/relationships/image" Target="../media/image11.jpg"/><Relationship Id="rId19" Type="http://schemas.openxmlformats.org/officeDocument/2006/relationships/image" Target="../media/image20.jpg"/><Relationship Id="rId4" Type="http://schemas.openxmlformats.org/officeDocument/2006/relationships/image" Target="../media/image5.jpg"/><Relationship Id="rId9" Type="http://schemas.openxmlformats.org/officeDocument/2006/relationships/image" Target="../media/image10.jpg"/><Relationship Id="rId14" Type="http://schemas.openxmlformats.org/officeDocument/2006/relationships/image" Target="../media/image15.jpg"/><Relationship Id="rId22" Type="http://schemas.openxmlformats.org/officeDocument/2006/relationships/image" Target="../media/image23.jpg"/><Relationship Id="rId27" Type="http://schemas.openxmlformats.org/officeDocument/2006/relationships/image" Target="../media/image2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g"/><Relationship Id="rId13" Type="http://schemas.openxmlformats.org/officeDocument/2006/relationships/image" Target="../media/image14.jpg"/><Relationship Id="rId18" Type="http://schemas.openxmlformats.org/officeDocument/2006/relationships/image" Target="../media/image19.jpg"/><Relationship Id="rId26" Type="http://schemas.openxmlformats.org/officeDocument/2006/relationships/image" Target="../media/image27.jpg"/><Relationship Id="rId3" Type="http://schemas.openxmlformats.org/officeDocument/2006/relationships/image" Target="../media/image4.jpg"/><Relationship Id="rId21" Type="http://schemas.openxmlformats.org/officeDocument/2006/relationships/image" Target="../media/image22.jpg"/><Relationship Id="rId7" Type="http://schemas.openxmlformats.org/officeDocument/2006/relationships/image" Target="../media/image8.jpg"/><Relationship Id="rId12" Type="http://schemas.openxmlformats.org/officeDocument/2006/relationships/image" Target="../media/image13.jpg"/><Relationship Id="rId17" Type="http://schemas.openxmlformats.org/officeDocument/2006/relationships/image" Target="../media/image18.jpg"/><Relationship Id="rId25" Type="http://schemas.openxmlformats.org/officeDocument/2006/relationships/image" Target="../media/image26.jpg"/><Relationship Id="rId2" Type="http://schemas.openxmlformats.org/officeDocument/2006/relationships/image" Target="../media/image3.jpg"/><Relationship Id="rId16" Type="http://schemas.openxmlformats.org/officeDocument/2006/relationships/image" Target="../media/image17.jpg"/><Relationship Id="rId20" Type="http://schemas.openxmlformats.org/officeDocument/2006/relationships/image" Target="../media/image2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jpg"/><Relationship Id="rId11" Type="http://schemas.openxmlformats.org/officeDocument/2006/relationships/image" Target="../media/image12.jpg"/><Relationship Id="rId24" Type="http://schemas.openxmlformats.org/officeDocument/2006/relationships/image" Target="../media/image25.jpg"/><Relationship Id="rId5" Type="http://schemas.openxmlformats.org/officeDocument/2006/relationships/image" Target="../media/image6.jpg"/><Relationship Id="rId15" Type="http://schemas.openxmlformats.org/officeDocument/2006/relationships/image" Target="../media/image16.jpg"/><Relationship Id="rId23" Type="http://schemas.openxmlformats.org/officeDocument/2006/relationships/image" Target="../media/image24.jpg"/><Relationship Id="rId28" Type="http://schemas.openxmlformats.org/officeDocument/2006/relationships/image" Target="../media/image30.svg"/><Relationship Id="rId10" Type="http://schemas.openxmlformats.org/officeDocument/2006/relationships/image" Target="../media/image11.jpg"/><Relationship Id="rId19" Type="http://schemas.openxmlformats.org/officeDocument/2006/relationships/image" Target="../media/image20.jpg"/><Relationship Id="rId4" Type="http://schemas.openxmlformats.org/officeDocument/2006/relationships/image" Target="../media/image5.jpg"/><Relationship Id="rId9" Type="http://schemas.openxmlformats.org/officeDocument/2006/relationships/image" Target="../media/image10.jpg"/><Relationship Id="rId14" Type="http://schemas.openxmlformats.org/officeDocument/2006/relationships/image" Target="../media/image15.jpg"/><Relationship Id="rId22" Type="http://schemas.openxmlformats.org/officeDocument/2006/relationships/image" Target="../media/image23.jpg"/><Relationship Id="rId27" Type="http://schemas.openxmlformats.org/officeDocument/2006/relationships/image" Target="../media/image29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g"/><Relationship Id="rId13" Type="http://schemas.openxmlformats.org/officeDocument/2006/relationships/image" Target="../media/image14.jpg"/><Relationship Id="rId18" Type="http://schemas.openxmlformats.org/officeDocument/2006/relationships/image" Target="../media/image19.jpg"/><Relationship Id="rId26" Type="http://schemas.openxmlformats.org/officeDocument/2006/relationships/image" Target="../media/image27.jpg"/><Relationship Id="rId3" Type="http://schemas.openxmlformats.org/officeDocument/2006/relationships/image" Target="../media/image4.jpg"/><Relationship Id="rId21" Type="http://schemas.openxmlformats.org/officeDocument/2006/relationships/image" Target="../media/image22.jpg"/><Relationship Id="rId7" Type="http://schemas.openxmlformats.org/officeDocument/2006/relationships/image" Target="../media/image8.jpg"/><Relationship Id="rId12" Type="http://schemas.openxmlformats.org/officeDocument/2006/relationships/image" Target="../media/image13.jpg"/><Relationship Id="rId17" Type="http://schemas.openxmlformats.org/officeDocument/2006/relationships/image" Target="../media/image18.jpg"/><Relationship Id="rId25" Type="http://schemas.openxmlformats.org/officeDocument/2006/relationships/image" Target="../media/image26.jpg"/><Relationship Id="rId2" Type="http://schemas.openxmlformats.org/officeDocument/2006/relationships/image" Target="../media/image3.jpg"/><Relationship Id="rId16" Type="http://schemas.openxmlformats.org/officeDocument/2006/relationships/image" Target="../media/image17.jpg"/><Relationship Id="rId20" Type="http://schemas.openxmlformats.org/officeDocument/2006/relationships/image" Target="../media/image2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jpg"/><Relationship Id="rId11" Type="http://schemas.openxmlformats.org/officeDocument/2006/relationships/image" Target="../media/image12.jpg"/><Relationship Id="rId24" Type="http://schemas.openxmlformats.org/officeDocument/2006/relationships/image" Target="../media/image25.jpg"/><Relationship Id="rId5" Type="http://schemas.openxmlformats.org/officeDocument/2006/relationships/image" Target="../media/image6.jpg"/><Relationship Id="rId15" Type="http://schemas.openxmlformats.org/officeDocument/2006/relationships/image" Target="../media/image16.jpg"/><Relationship Id="rId23" Type="http://schemas.openxmlformats.org/officeDocument/2006/relationships/image" Target="../media/image24.jpg"/><Relationship Id="rId28" Type="http://schemas.openxmlformats.org/officeDocument/2006/relationships/image" Target="../media/image30.svg"/><Relationship Id="rId10" Type="http://schemas.openxmlformats.org/officeDocument/2006/relationships/image" Target="../media/image11.jpg"/><Relationship Id="rId19" Type="http://schemas.openxmlformats.org/officeDocument/2006/relationships/image" Target="../media/image20.jpg"/><Relationship Id="rId4" Type="http://schemas.openxmlformats.org/officeDocument/2006/relationships/image" Target="../media/image5.jpg"/><Relationship Id="rId9" Type="http://schemas.openxmlformats.org/officeDocument/2006/relationships/image" Target="../media/image10.jpg"/><Relationship Id="rId14" Type="http://schemas.openxmlformats.org/officeDocument/2006/relationships/image" Target="../media/image15.jpg"/><Relationship Id="rId22" Type="http://schemas.openxmlformats.org/officeDocument/2006/relationships/image" Target="../media/image23.jpg"/><Relationship Id="rId27" Type="http://schemas.openxmlformats.org/officeDocument/2006/relationships/image" Target="../media/image29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g"/><Relationship Id="rId13" Type="http://schemas.openxmlformats.org/officeDocument/2006/relationships/image" Target="../media/image14.jpg"/><Relationship Id="rId18" Type="http://schemas.openxmlformats.org/officeDocument/2006/relationships/image" Target="../media/image19.jpg"/><Relationship Id="rId26" Type="http://schemas.openxmlformats.org/officeDocument/2006/relationships/image" Target="../media/image27.jpg"/><Relationship Id="rId3" Type="http://schemas.openxmlformats.org/officeDocument/2006/relationships/image" Target="../media/image4.jpg"/><Relationship Id="rId21" Type="http://schemas.openxmlformats.org/officeDocument/2006/relationships/image" Target="../media/image22.jpg"/><Relationship Id="rId7" Type="http://schemas.openxmlformats.org/officeDocument/2006/relationships/image" Target="../media/image8.jpg"/><Relationship Id="rId12" Type="http://schemas.openxmlformats.org/officeDocument/2006/relationships/image" Target="../media/image13.jpg"/><Relationship Id="rId17" Type="http://schemas.openxmlformats.org/officeDocument/2006/relationships/image" Target="../media/image18.jpg"/><Relationship Id="rId25" Type="http://schemas.openxmlformats.org/officeDocument/2006/relationships/image" Target="../media/image26.jpg"/><Relationship Id="rId2" Type="http://schemas.openxmlformats.org/officeDocument/2006/relationships/image" Target="../media/image3.jpg"/><Relationship Id="rId16" Type="http://schemas.openxmlformats.org/officeDocument/2006/relationships/image" Target="../media/image17.jpg"/><Relationship Id="rId20" Type="http://schemas.openxmlformats.org/officeDocument/2006/relationships/image" Target="../media/image2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jpg"/><Relationship Id="rId11" Type="http://schemas.openxmlformats.org/officeDocument/2006/relationships/image" Target="../media/image12.jpg"/><Relationship Id="rId24" Type="http://schemas.openxmlformats.org/officeDocument/2006/relationships/image" Target="../media/image25.jpg"/><Relationship Id="rId5" Type="http://schemas.openxmlformats.org/officeDocument/2006/relationships/image" Target="../media/image6.jpg"/><Relationship Id="rId15" Type="http://schemas.openxmlformats.org/officeDocument/2006/relationships/image" Target="../media/image16.jpg"/><Relationship Id="rId23" Type="http://schemas.openxmlformats.org/officeDocument/2006/relationships/image" Target="../media/image24.jpg"/><Relationship Id="rId28" Type="http://schemas.openxmlformats.org/officeDocument/2006/relationships/image" Target="../media/image30.svg"/><Relationship Id="rId10" Type="http://schemas.openxmlformats.org/officeDocument/2006/relationships/image" Target="../media/image11.jpg"/><Relationship Id="rId19" Type="http://schemas.openxmlformats.org/officeDocument/2006/relationships/image" Target="../media/image20.jpg"/><Relationship Id="rId4" Type="http://schemas.openxmlformats.org/officeDocument/2006/relationships/image" Target="../media/image5.jpg"/><Relationship Id="rId9" Type="http://schemas.openxmlformats.org/officeDocument/2006/relationships/image" Target="../media/image10.jpg"/><Relationship Id="rId14" Type="http://schemas.openxmlformats.org/officeDocument/2006/relationships/image" Target="../media/image15.jpg"/><Relationship Id="rId22" Type="http://schemas.openxmlformats.org/officeDocument/2006/relationships/image" Target="../media/image23.jpg"/><Relationship Id="rId27" Type="http://schemas.openxmlformats.org/officeDocument/2006/relationships/image" Target="../media/image29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g"/><Relationship Id="rId13" Type="http://schemas.openxmlformats.org/officeDocument/2006/relationships/image" Target="../media/image14.jpg"/><Relationship Id="rId18" Type="http://schemas.openxmlformats.org/officeDocument/2006/relationships/image" Target="../media/image19.jpg"/><Relationship Id="rId26" Type="http://schemas.openxmlformats.org/officeDocument/2006/relationships/image" Target="../media/image27.jpg"/><Relationship Id="rId3" Type="http://schemas.openxmlformats.org/officeDocument/2006/relationships/image" Target="../media/image4.jpg"/><Relationship Id="rId21" Type="http://schemas.openxmlformats.org/officeDocument/2006/relationships/image" Target="../media/image22.jpg"/><Relationship Id="rId7" Type="http://schemas.openxmlformats.org/officeDocument/2006/relationships/image" Target="../media/image8.jpg"/><Relationship Id="rId12" Type="http://schemas.openxmlformats.org/officeDocument/2006/relationships/image" Target="../media/image13.jpg"/><Relationship Id="rId17" Type="http://schemas.openxmlformats.org/officeDocument/2006/relationships/image" Target="../media/image18.jpg"/><Relationship Id="rId25" Type="http://schemas.openxmlformats.org/officeDocument/2006/relationships/image" Target="../media/image26.jpg"/><Relationship Id="rId2" Type="http://schemas.openxmlformats.org/officeDocument/2006/relationships/image" Target="../media/image3.jpg"/><Relationship Id="rId16" Type="http://schemas.openxmlformats.org/officeDocument/2006/relationships/image" Target="../media/image17.jpg"/><Relationship Id="rId20" Type="http://schemas.openxmlformats.org/officeDocument/2006/relationships/image" Target="../media/image2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jpg"/><Relationship Id="rId11" Type="http://schemas.openxmlformats.org/officeDocument/2006/relationships/image" Target="../media/image12.jpg"/><Relationship Id="rId24" Type="http://schemas.openxmlformats.org/officeDocument/2006/relationships/image" Target="../media/image25.jpg"/><Relationship Id="rId5" Type="http://schemas.openxmlformats.org/officeDocument/2006/relationships/image" Target="../media/image6.jpg"/><Relationship Id="rId15" Type="http://schemas.openxmlformats.org/officeDocument/2006/relationships/image" Target="../media/image16.jpg"/><Relationship Id="rId23" Type="http://schemas.openxmlformats.org/officeDocument/2006/relationships/image" Target="../media/image24.jpg"/><Relationship Id="rId28" Type="http://schemas.openxmlformats.org/officeDocument/2006/relationships/image" Target="../media/image30.svg"/><Relationship Id="rId10" Type="http://schemas.openxmlformats.org/officeDocument/2006/relationships/image" Target="../media/image11.jpg"/><Relationship Id="rId19" Type="http://schemas.openxmlformats.org/officeDocument/2006/relationships/image" Target="../media/image20.jpg"/><Relationship Id="rId4" Type="http://schemas.openxmlformats.org/officeDocument/2006/relationships/image" Target="../media/image5.jpg"/><Relationship Id="rId9" Type="http://schemas.openxmlformats.org/officeDocument/2006/relationships/image" Target="../media/image10.jpg"/><Relationship Id="rId14" Type="http://schemas.openxmlformats.org/officeDocument/2006/relationships/image" Target="../media/image15.jpg"/><Relationship Id="rId22" Type="http://schemas.openxmlformats.org/officeDocument/2006/relationships/image" Target="../media/image23.jpg"/><Relationship Id="rId27" Type="http://schemas.openxmlformats.org/officeDocument/2006/relationships/image" Target="../media/image29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g"/><Relationship Id="rId13" Type="http://schemas.openxmlformats.org/officeDocument/2006/relationships/image" Target="../media/image14.jpg"/><Relationship Id="rId18" Type="http://schemas.openxmlformats.org/officeDocument/2006/relationships/image" Target="../media/image19.jpg"/><Relationship Id="rId26" Type="http://schemas.openxmlformats.org/officeDocument/2006/relationships/image" Target="../media/image27.jpg"/><Relationship Id="rId3" Type="http://schemas.openxmlformats.org/officeDocument/2006/relationships/image" Target="../media/image4.jpg"/><Relationship Id="rId21" Type="http://schemas.openxmlformats.org/officeDocument/2006/relationships/image" Target="../media/image22.jpg"/><Relationship Id="rId7" Type="http://schemas.openxmlformats.org/officeDocument/2006/relationships/image" Target="../media/image8.jpg"/><Relationship Id="rId12" Type="http://schemas.openxmlformats.org/officeDocument/2006/relationships/image" Target="../media/image13.jpg"/><Relationship Id="rId17" Type="http://schemas.openxmlformats.org/officeDocument/2006/relationships/image" Target="../media/image18.jpg"/><Relationship Id="rId25" Type="http://schemas.openxmlformats.org/officeDocument/2006/relationships/image" Target="../media/image26.jpg"/><Relationship Id="rId2" Type="http://schemas.openxmlformats.org/officeDocument/2006/relationships/image" Target="../media/image3.jpg"/><Relationship Id="rId16" Type="http://schemas.openxmlformats.org/officeDocument/2006/relationships/image" Target="../media/image17.jpg"/><Relationship Id="rId20" Type="http://schemas.openxmlformats.org/officeDocument/2006/relationships/image" Target="../media/image2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jpg"/><Relationship Id="rId11" Type="http://schemas.openxmlformats.org/officeDocument/2006/relationships/image" Target="../media/image12.jpg"/><Relationship Id="rId24" Type="http://schemas.openxmlformats.org/officeDocument/2006/relationships/image" Target="../media/image25.jpg"/><Relationship Id="rId5" Type="http://schemas.openxmlformats.org/officeDocument/2006/relationships/image" Target="../media/image6.jpg"/><Relationship Id="rId15" Type="http://schemas.openxmlformats.org/officeDocument/2006/relationships/image" Target="../media/image16.jpg"/><Relationship Id="rId23" Type="http://schemas.openxmlformats.org/officeDocument/2006/relationships/image" Target="../media/image24.jpg"/><Relationship Id="rId28" Type="http://schemas.openxmlformats.org/officeDocument/2006/relationships/image" Target="../media/image30.svg"/><Relationship Id="rId10" Type="http://schemas.openxmlformats.org/officeDocument/2006/relationships/image" Target="../media/image11.jpg"/><Relationship Id="rId19" Type="http://schemas.openxmlformats.org/officeDocument/2006/relationships/image" Target="../media/image20.jpg"/><Relationship Id="rId4" Type="http://schemas.openxmlformats.org/officeDocument/2006/relationships/image" Target="../media/image5.jpg"/><Relationship Id="rId9" Type="http://schemas.openxmlformats.org/officeDocument/2006/relationships/image" Target="../media/image10.jpg"/><Relationship Id="rId14" Type="http://schemas.openxmlformats.org/officeDocument/2006/relationships/image" Target="../media/image15.jpg"/><Relationship Id="rId22" Type="http://schemas.openxmlformats.org/officeDocument/2006/relationships/image" Target="../media/image23.jpg"/><Relationship Id="rId27" Type="http://schemas.openxmlformats.org/officeDocument/2006/relationships/image" Target="../media/image29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jpg"/><Relationship Id="rId13" Type="http://schemas.openxmlformats.org/officeDocument/2006/relationships/image" Target="../media/image13.jpg"/><Relationship Id="rId18" Type="http://schemas.openxmlformats.org/officeDocument/2006/relationships/image" Target="../media/image18.jpg"/><Relationship Id="rId26" Type="http://schemas.openxmlformats.org/officeDocument/2006/relationships/image" Target="../media/image27.jpg"/><Relationship Id="rId3" Type="http://schemas.openxmlformats.org/officeDocument/2006/relationships/image" Target="../media/image11.jpg"/><Relationship Id="rId21" Type="http://schemas.openxmlformats.org/officeDocument/2006/relationships/image" Target="../media/image21.jpg"/><Relationship Id="rId7" Type="http://schemas.openxmlformats.org/officeDocument/2006/relationships/image" Target="../media/image3.jpg"/><Relationship Id="rId12" Type="http://schemas.openxmlformats.org/officeDocument/2006/relationships/image" Target="../media/image12.jpg"/><Relationship Id="rId17" Type="http://schemas.openxmlformats.org/officeDocument/2006/relationships/image" Target="../media/image17.jpg"/><Relationship Id="rId25" Type="http://schemas.openxmlformats.org/officeDocument/2006/relationships/image" Target="../media/image26.jpg"/><Relationship Id="rId2" Type="http://schemas.openxmlformats.org/officeDocument/2006/relationships/image" Target="../media/image22.jpg"/><Relationship Id="rId16" Type="http://schemas.openxmlformats.org/officeDocument/2006/relationships/image" Target="../media/image16.jpg"/><Relationship Id="rId20" Type="http://schemas.openxmlformats.org/officeDocument/2006/relationships/image" Target="../media/image20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jpg"/><Relationship Id="rId11" Type="http://schemas.openxmlformats.org/officeDocument/2006/relationships/image" Target="../media/image7.jpg"/><Relationship Id="rId24" Type="http://schemas.openxmlformats.org/officeDocument/2006/relationships/image" Target="../media/image25.jpg"/><Relationship Id="rId5" Type="http://schemas.openxmlformats.org/officeDocument/2006/relationships/image" Target="../media/image9.jpg"/><Relationship Id="rId15" Type="http://schemas.openxmlformats.org/officeDocument/2006/relationships/image" Target="../media/image15.jpg"/><Relationship Id="rId23" Type="http://schemas.openxmlformats.org/officeDocument/2006/relationships/image" Target="../media/image24.jpg"/><Relationship Id="rId10" Type="http://schemas.openxmlformats.org/officeDocument/2006/relationships/image" Target="../media/image6.jpg"/><Relationship Id="rId19" Type="http://schemas.openxmlformats.org/officeDocument/2006/relationships/image" Target="../media/image19.jpg"/><Relationship Id="rId4" Type="http://schemas.openxmlformats.org/officeDocument/2006/relationships/image" Target="../media/image10.jpg"/><Relationship Id="rId9" Type="http://schemas.openxmlformats.org/officeDocument/2006/relationships/image" Target="../media/image5.jpg"/><Relationship Id="rId14" Type="http://schemas.openxmlformats.org/officeDocument/2006/relationships/image" Target="../media/image14.jpg"/><Relationship Id="rId22" Type="http://schemas.openxmlformats.org/officeDocument/2006/relationships/image" Target="../media/image23.jp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g"/><Relationship Id="rId13" Type="http://schemas.openxmlformats.org/officeDocument/2006/relationships/image" Target="../media/image14.jpg"/><Relationship Id="rId18" Type="http://schemas.openxmlformats.org/officeDocument/2006/relationships/image" Target="../media/image19.jpg"/><Relationship Id="rId26" Type="http://schemas.openxmlformats.org/officeDocument/2006/relationships/image" Target="../media/image27.jpg"/><Relationship Id="rId3" Type="http://schemas.openxmlformats.org/officeDocument/2006/relationships/image" Target="../media/image4.jpg"/><Relationship Id="rId21" Type="http://schemas.openxmlformats.org/officeDocument/2006/relationships/image" Target="../media/image22.jpg"/><Relationship Id="rId7" Type="http://schemas.openxmlformats.org/officeDocument/2006/relationships/image" Target="../media/image8.jpg"/><Relationship Id="rId12" Type="http://schemas.openxmlformats.org/officeDocument/2006/relationships/image" Target="../media/image13.jpg"/><Relationship Id="rId17" Type="http://schemas.openxmlformats.org/officeDocument/2006/relationships/image" Target="../media/image18.jpg"/><Relationship Id="rId25" Type="http://schemas.openxmlformats.org/officeDocument/2006/relationships/image" Target="../media/image26.jpg"/><Relationship Id="rId2" Type="http://schemas.openxmlformats.org/officeDocument/2006/relationships/image" Target="../media/image3.jpg"/><Relationship Id="rId16" Type="http://schemas.openxmlformats.org/officeDocument/2006/relationships/image" Target="../media/image17.jpg"/><Relationship Id="rId20" Type="http://schemas.openxmlformats.org/officeDocument/2006/relationships/image" Target="../media/image2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jpg"/><Relationship Id="rId11" Type="http://schemas.openxmlformats.org/officeDocument/2006/relationships/image" Target="../media/image12.jpg"/><Relationship Id="rId24" Type="http://schemas.openxmlformats.org/officeDocument/2006/relationships/image" Target="../media/image25.jpg"/><Relationship Id="rId5" Type="http://schemas.openxmlformats.org/officeDocument/2006/relationships/image" Target="../media/image6.jpg"/><Relationship Id="rId15" Type="http://schemas.openxmlformats.org/officeDocument/2006/relationships/image" Target="../media/image16.jpg"/><Relationship Id="rId23" Type="http://schemas.openxmlformats.org/officeDocument/2006/relationships/image" Target="../media/image24.jpg"/><Relationship Id="rId10" Type="http://schemas.openxmlformats.org/officeDocument/2006/relationships/image" Target="../media/image11.jpg"/><Relationship Id="rId19" Type="http://schemas.openxmlformats.org/officeDocument/2006/relationships/image" Target="../media/image20.jpg"/><Relationship Id="rId4" Type="http://schemas.openxmlformats.org/officeDocument/2006/relationships/image" Target="../media/image5.jpg"/><Relationship Id="rId9" Type="http://schemas.openxmlformats.org/officeDocument/2006/relationships/image" Target="../media/image10.jpg"/><Relationship Id="rId14" Type="http://schemas.openxmlformats.org/officeDocument/2006/relationships/image" Target="../media/image15.jpg"/><Relationship Id="rId22" Type="http://schemas.openxmlformats.org/officeDocument/2006/relationships/image" Target="../media/image23.jp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jpg"/><Relationship Id="rId4" Type="http://schemas.openxmlformats.org/officeDocument/2006/relationships/image" Target="../media/image9.jp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g"/><Relationship Id="rId13" Type="http://schemas.openxmlformats.org/officeDocument/2006/relationships/image" Target="../media/image14.jpg"/><Relationship Id="rId18" Type="http://schemas.openxmlformats.org/officeDocument/2006/relationships/image" Target="../media/image19.jpg"/><Relationship Id="rId26" Type="http://schemas.openxmlformats.org/officeDocument/2006/relationships/image" Target="../media/image27.jpg"/><Relationship Id="rId3" Type="http://schemas.openxmlformats.org/officeDocument/2006/relationships/image" Target="../media/image4.jpg"/><Relationship Id="rId21" Type="http://schemas.openxmlformats.org/officeDocument/2006/relationships/image" Target="../media/image22.jpg"/><Relationship Id="rId7" Type="http://schemas.openxmlformats.org/officeDocument/2006/relationships/image" Target="../media/image8.jpg"/><Relationship Id="rId12" Type="http://schemas.openxmlformats.org/officeDocument/2006/relationships/image" Target="../media/image13.jpg"/><Relationship Id="rId17" Type="http://schemas.openxmlformats.org/officeDocument/2006/relationships/image" Target="../media/image18.jpg"/><Relationship Id="rId25" Type="http://schemas.openxmlformats.org/officeDocument/2006/relationships/image" Target="../media/image26.jpg"/><Relationship Id="rId2" Type="http://schemas.openxmlformats.org/officeDocument/2006/relationships/image" Target="../media/image3.jpg"/><Relationship Id="rId16" Type="http://schemas.openxmlformats.org/officeDocument/2006/relationships/image" Target="../media/image17.jpg"/><Relationship Id="rId20" Type="http://schemas.openxmlformats.org/officeDocument/2006/relationships/image" Target="../media/image2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jpg"/><Relationship Id="rId11" Type="http://schemas.openxmlformats.org/officeDocument/2006/relationships/image" Target="../media/image12.jpg"/><Relationship Id="rId24" Type="http://schemas.openxmlformats.org/officeDocument/2006/relationships/image" Target="../media/image25.jpg"/><Relationship Id="rId5" Type="http://schemas.openxmlformats.org/officeDocument/2006/relationships/image" Target="../media/image6.jpg"/><Relationship Id="rId15" Type="http://schemas.openxmlformats.org/officeDocument/2006/relationships/image" Target="../media/image16.jpg"/><Relationship Id="rId23" Type="http://schemas.openxmlformats.org/officeDocument/2006/relationships/image" Target="../media/image24.jpg"/><Relationship Id="rId28" Type="http://schemas.openxmlformats.org/officeDocument/2006/relationships/image" Target="../media/image30.svg"/><Relationship Id="rId10" Type="http://schemas.openxmlformats.org/officeDocument/2006/relationships/image" Target="../media/image11.jpg"/><Relationship Id="rId19" Type="http://schemas.openxmlformats.org/officeDocument/2006/relationships/image" Target="../media/image20.jpg"/><Relationship Id="rId4" Type="http://schemas.openxmlformats.org/officeDocument/2006/relationships/image" Target="../media/image5.jpg"/><Relationship Id="rId9" Type="http://schemas.openxmlformats.org/officeDocument/2006/relationships/image" Target="../media/image10.jpg"/><Relationship Id="rId14" Type="http://schemas.openxmlformats.org/officeDocument/2006/relationships/image" Target="../media/image15.jpg"/><Relationship Id="rId22" Type="http://schemas.openxmlformats.org/officeDocument/2006/relationships/image" Target="../media/image23.jpg"/><Relationship Id="rId27" Type="http://schemas.openxmlformats.org/officeDocument/2006/relationships/image" Target="../media/image29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g"/><Relationship Id="rId13" Type="http://schemas.openxmlformats.org/officeDocument/2006/relationships/image" Target="../media/image14.jpg"/><Relationship Id="rId18" Type="http://schemas.openxmlformats.org/officeDocument/2006/relationships/image" Target="../media/image19.jpg"/><Relationship Id="rId26" Type="http://schemas.openxmlformats.org/officeDocument/2006/relationships/image" Target="../media/image27.jpg"/><Relationship Id="rId3" Type="http://schemas.openxmlformats.org/officeDocument/2006/relationships/image" Target="../media/image4.jpg"/><Relationship Id="rId21" Type="http://schemas.openxmlformats.org/officeDocument/2006/relationships/image" Target="../media/image22.jpg"/><Relationship Id="rId7" Type="http://schemas.openxmlformats.org/officeDocument/2006/relationships/image" Target="../media/image8.jpg"/><Relationship Id="rId12" Type="http://schemas.openxmlformats.org/officeDocument/2006/relationships/image" Target="../media/image13.jpg"/><Relationship Id="rId17" Type="http://schemas.openxmlformats.org/officeDocument/2006/relationships/image" Target="../media/image18.jpg"/><Relationship Id="rId25" Type="http://schemas.openxmlformats.org/officeDocument/2006/relationships/image" Target="../media/image26.jpg"/><Relationship Id="rId2" Type="http://schemas.openxmlformats.org/officeDocument/2006/relationships/image" Target="../media/image3.jpg"/><Relationship Id="rId16" Type="http://schemas.openxmlformats.org/officeDocument/2006/relationships/image" Target="../media/image17.jpg"/><Relationship Id="rId20" Type="http://schemas.openxmlformats.org/officeDocument/2006/relationships/image" Target="../media/image2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jpg"/><Relationship Id="rId11" Type="http://schemas.openxmlformats.org/officeDocument/2006/relationships/image" Target="../media/image12.jpg"/><Relationship Id="rId24" Type="http://schemas.openxmlformats.org/officeDocument/2006/relationships/image" Target="../media/image25.jpg"/><Relationship Id="rId5" Type="http://schemas.openxmlformats.org/officeDocument/2006/relationships/image" Target="../media/image6.jpg"/><Relationship Id="rId15" Type="http://schemas.openxmlformats.org/officeDocument/2006/relationships/image" Target="../media/image16.jpg"/><Relationship Id="rId23" Type="http://schemas.openxmlformats.org/officeDocument/2006/relationships/image" Target="../media/image24.jpg"/><Relationship Id="rId28" Type="http://schemas.openxmlformats.org/officeDocument/2006/relationships/image" Target="../media/image30.svg"/><Relationship Id="rId10" Type="http://schemas.openxmlformats.org/officeDocument/2006/relationships/image" Target="../media/image11.jpg"/><Relationship Id="rId19" Type="http://schemas.openxmlformats.org/officeDocument/2006/relationships/image" Target="../media/image20.jpg"/><Relationship Id="rId4" Type="http://schemas.openxmlformats.org/officeDocument/2006/relationships/image" Target="../media/image5.jpg"/><Relationship Id="rId9" Type="http://schemas.openxmlformats.org/officeDocument/2006/relationships/image" Target="../media/image10.jpg"/><Relationship Id="rId14" Type="http://schemas.openxmlformats.org/officeDocument/2006/relationships/image" Target="../media/image15.jpg"/><Relationship Id="rId22" Type="http://schemas.openxmlformats.org/officeDocument/2006/relationships/image" Target="../media/image23.jpg"/><Relationship Id="rId27" Type="http://schemas.openxmlformats.org/officeDocument/2006/relationships/image" Target="../media/image29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g"/><Relationship Id="rId13" Type="http://schemas.openxmlformats.org/officeDocument/2006/relationships/image" Target="../media/image14.jpg"/><Relationship Id="rId18" Type="http://schemas.openxmlformats.org/officeDocument/2006/relationships/image" Target="../media/image19.jpg"/><Relationship Id="rId26" Type="http://schemas.openxmlformats.org/officeDocument/2006/relationships/image" Target="../media/image27.jpg"/><Relationship Id="rId3" Type="http://schemas.openxmlformats.org/officeDocument/2006/relationships/image" Target="../media/image4.jpg"/><Relationship Id="rId21" Type="http://schemas.openxmlformats.org/officeDocument/2006/relationships/image" Target="../media/image22.jpg"/><Relationship Id="rId7" Type="http://schemas.openxmlformats.org/officeDocument/2006/relationships/image" Target="../media/image8.jpg"/><Relationship Id="rId12" Type="http://schemas.openxmlformats.org/officeDocument/2006/relationships/image" Target="../media/image13.jpg"/><Relationship Id="rId17" Type="http://schemas.openxmlformats.org/officeDocument/2006/relationships/image" Target="../media/image18.jpg"/><Relationship Id="rId25" Type="http://schemas.openxmlformats.org/officeDocument/2006/relationships/image" Target="../media/image26.jpg"/><Relationship Id="rId2" Type="http://schemas.openxmlformats.org/officeDocument/2006/relationships/image" Target="../media/image3.jpg"/><Relationship Id="rId16" Type="http://schemas.openxmlformats.org/officeDocument/2006/relationships/image" Target="../media/image17.jpg"/><Relationship Id="rId20" Type="http://schemas.openxmlformats.org/officeDocument/2006/relationships/image" Target="../media/image2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jpg"/><Relationship Id="rId11" Type="http://schemas.openxmlformats.org/officeDocument/2006/relationships/image" Target="../media/image12.jpg"/><Relationship Id="rId24" Type="http://schemas.openxmlformats.org/officeDocument/2006/relationships/image" Target="../media/image25.jpg"/><Relationship Id="rId5" Type="http://schemas.openxmlformats.org/officeDocument/2006/relationships/image" Target="../media/image6.jpg"/><Relationship Id="rId15" Type="http://schemas.openxmlformats.org/officeDocument/2006/relationships/image" Target="../media/image16.jpg"/><Relationship Id="rId23" Type="http://schemas.openxmlformats.org/officeDocument/2006/relationships/image" Target="../media/image24.jpg"/><Relationship Id="rId28" Type="http://schemas.openxmlformats.org/officeDocument/2006/relationships/image" Target="../media/image30.svg"/><Relationship Id="rId10" Type="http://schemas.openxmlformats.org/officeDocument/2006/relationships/image" Target="../media/image11.jpg"/><Relationship Id="rId19" Type="http://schemas.openxmlformats.org/officeDocument/2006/relationships/image" Target="../media/image20.jpg"/><Relationship Id="rId4" Type="http://schemas.openxmlformats.org/officeDocument/2006/relationships/image" Target="../media/image5.jpg"/><Relationship Id="rId9" Type="http://schemas.openxmlformats.org/officeDocument/2006/relationships/image" Target="../media/image10.jpg"/><Relationship Id="rId14" Type="http://schemas.openxmlformats.org/officeDocument/2006/relationships/image" Target="../media/image15.jpg"/><Relationship Id="rId22" Type="http://schemas.openxmlformats.org/officeDocument/2006/relationships/image" Target="../media/image23.jpg"/><Relationship Id="rId27" Type="http://schemas.openxmlformats.org/officeDocument/2006/relationships/image" Target="../media/image29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g"/><Relationship Id="rId13" Type="http://schemas.openxmlformats.org/officeDocument/2006/relationships/image" Target="../media/image14.jpg"/><Relationship Id="rId18" Type="http://schemas.openxmlformats.org/officeDocument/2006/relationships/image" Target="../media/image19.jpg"/><Relationship Id="rId26" Type="http://schemas.openxmlformats.org/officeDocument/2006/relationships/image" Target="../media/image27.jpg"/><Relationship Id="rId3" Type="http://schemas.openxmlformats.org/officeDocument/2006/relationships/image" Target="../media/image4.jpg"/><Relationship Id="rId21" Type="http://schemas.openxmlformats.org/officeDocument/2006/relationships/image" Target="../media/image22.jpg"/><Relationship Id="rId7" Type="http://schemas.openxmlformats.org/officeDocument/2006/relationships/image" Target="../media/image8.jpg"/><Relationship Id="rId12" Type="http://schemas.openxmlformats.org/officeDocument/2006/relationships/image" Target="../media/image13.jpg"/><Relationship Id="rId17" Type="http://schemas.openxmlformats.org/officeDocument/2006/relationships/image" Target="../media/image18.jpg"/><Relationship Id="rId25" Type="http://schemas.openxmlformats.org/officeDocument/2006/relationships/image" Target="../media/image26.jpg"/><Relationship Id="rId2" Type="http://schemas.openxmlformats.org/officeDocument/2006/relationships/image" Target="../media/image3.jpg"/><Relationship Id="rId16" Type="http://schemas.openxmlformats.org/officeDocument/2006/relationships/image" Target="../media/image17.jpg"/><Relationship Id="rId20" Type="http://schemas.openxmlformats.org/officeDocument/2006/relationships/image" Target="../media/image2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jpg"/><Relationship Id="rId11" Type="http://schemas.openxmlformats.org/officeDocument/2006/relationships/image" Target="../media/image12.jpg"/><Relationship Id="rId24" Type="http://schemas.openxmlformats.org/officeDocument/2006/relationships/image" Target="../media/image25.jpg"/><Relationship Id="rId5" Type="http://schemas.openxmlformats.org/officeDocument/2006/relationships/image" Target="../media/image6.jpg"/><Relationship Id="rId15" Type="http://schemas.openxmlformats.org/officeDocument/2006/relationships/image" Target="../media/image16.jpg"/><Relationship Id="rId23" Type="http://schemas.openxmlformats.org/officeDocument/2006/relationships/image" Target="../media/image24.jpg"/><Relationship Id="rId28" Type="http://schemas.openxmlformats.org/officeDocument/2006/relationships/image" Target="../media/image30.svg"/><Relationship Id="rId10" Type="http://schemas.openxmlformats.org/officeDocument/2006/relationships/image" Target="../media/image11.jpg"/><Relationship Id="rId19" Type="http://schemas.openxmlformats.org/officeDocument/2006/relationships/image" Target="../media/image20.jpg"/><Relationship Id="rId4" Type="http://schemas.openxmlformats.org/officeDocument/2006/relationships/image" Target="../media/image5.jpg"/><Relationship Id="rId9" Type="http://schemas.openxmlformats.org/officeDocument/2006/relationships/image" Target="../media/image10.jpg"/><Relationship Id="rId14" Type="http://schemas.openxmlformats.org/officeDocument/2006/relationships/image" Target="../media/image15.jpg"/><Relationship Id="rId22" Type="http://schemas.openxmlformats.org/officeDocument/2006/relationships/image" Target="../media/image23.jpg"/><Relationship Id="rId27" Type="http://schemas.openxmlformats.org/officeDocument/2006/relationships/image" Target="../media/image29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g"/><Relationship Id="rId13" Type="http://schemas.openxmlformats.org/officeDocument/2006/relationships/image" Target="../media/image14.jpg"/><Relationship Id="rId18" Type="http://schemas.openxmlformats.org/officeDocument/2006/relationships/image" Target="../media/image19.jpg"/><Relationship Id="rId26" Type="http://schemas.openxmlformats.org/officeDocument/2006/relationships/image" Target="../media/image27.jpg"/><Relationship Id="rId3" Type="http://schemas.openxmlformats.org/officeDocument/2006/relationships/image" Target="../media/image4.jpg"/><Relationship Id="rId21" Type="http://schemas.openxmlformats.org/officeDocument/2006/relationships/image" Target="../media/image22.jpg"/><Relationship Id="rId7" Type="http://schemas.openxmlformats.org/officeDocument/2006/relationships/image" Target="../media/image8.jpg"/><Relationship Id="rId12" Type="http://schemas.openxmlformats.org/officeDocument/2006/relationships/image" Target="../media/image13.jpg"/><Relationship Id="rId17" Type="http://schemas.openxmlformats.org/officeDocument/2006/relationships/image" Target="../media/image18.jpg"/><Relationship Id="rId25" Type="http://schemas.openxmlformats.org/officeDocument/2006/relationships/image" Target="../media/image26.jpg"/><Relationship Id="rId2" Type="http://schemas.openxmlformats.org/officeDocument/2006/relationships/image" Target="../media/image3.jpg"/><Relationship Id="rId16" Type="http://schemas.openxmlformats.org/officeDocument/2006/relationships/image" Target="../media/image17.jpg"/><Relationship Id="rId20" Type="http://schemas.openxmlformats.org/officeDocument/2006/relationships/image" Target="../media/image2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jpg"/><Relationship Id="rId11" Type="http://schemas.openxmlformats.org/officeDocument/2006/relationships/image" Target="../media/image12.jpg"/><Relationship Id="rId24" Type="http://schemas.openxmlformats.org/officeDocument/2006/relationships/image" Target="../media/image25.jpg"/><Relationship Id="rId5" Type="http://schemas.openxmlformats.org/officeDocument/2006/relationships/image" Target="../media/image6.jpg"/><Relationship Id="rId15" Type="http://schemas.openxmlformats.org/officeDocument/2006/relationships/image" Target="../media/image16.jpg"/><Relationship Id="rId23" Type="http://schemas.openxmlformats.org/officeDocument/2006/relationships/image" Target="../media/image24.jpg"/><Relationship Id="rId28" Type="http://schemas.openxmlformats.org/officeDocument/2006/relationships/image" Target="../media/image30.svg"/><Relationship Id="rId10" Type="http://schemas.openxmlformats.org/officeDocument/2006/relationships/image" Target="../media/image11.jpg"/><Relationship Id="rId19" Type="http://schemas.openxmlformats.org/officeDocument/2006/relationships/image" Target="../media/image20.jpg"/><Relationship Id="rId4" Type="http://schemas.openxmlformats.org/officeDocument/2006/relationships/image" Target="../media/image5.jpg"/><Relationship Id="rId9" Type="http://schemas.openxmlformats.org/officeDocument/2006/relationships/image" Target="../media/image10.jpg"/><Relationship Id="rId14" Type="http://schemas.openxmlformats.org/officeDocument/2006/relationships/image" Target="../media/image15.jpg"/><Relationship Id="rId22" Type="http://schemas.openxmlformats.org/officeDocument/2006/relationships/image" Target="../media/image23.jpg"/><Relationship Id="rId27" Type="http://schemas.openxmlformats.org/officeDocument/2006/relationships/image" Target="../media/image29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g"/><Relationship Id="rId13" Type="http://schemas.openxmlformats.org/officeDocument/2006/relationships/image" Target="../media/image14.jpg"/><Relationship Id="rId18" Type="http://schemas.openxmlformats.org/officeDocument/2006/relationships/image" Target="../media/image19.jpg"/><Relationship Id="rId26" Type="http://schemas.openxmlformats.org/officeDocument/2006/relationships/image" Target="../media/image27.jpg"/><Relationship Id="rId3" Type="http://schemas.openxmlformats.org/officeDocument/2006/relationships/image" Target="../media/image4.jpg"/><Relationship Id="rId21" Type="http://schemas.openxmlformats.org/officeDocument/2006/relationships/image" Target="../media/image22.jpg"/><Relationship Id="rId7" Type="http://schemas.openxmlformats.org/officeDocument/2006/relationships/image" Target="../media/image8.jpg"/><Relationship Id="rId12" Type="http://schemas.openxmlformats.org/officeDocument/2006/relationships/image" Target="../media/image13.jpg"/><Relationship Id="rId17" Type="http://schemas.openxmlformats.org/officeDocument/2006/relationships/image" Target="../media/image18.jpg"/><Relationship Id="rId25" Type="http://schemas.openxmlformats.org/officeDocument/2006/relationships/image" Target="../media/image26.jpg"/><Relationship Id="rId2" Type="http://schemas.openxmlformats.org/officeDocument/2006/relationships/image" Target="../media/image3.jpg"/><Relationship Id="rId16" Type="http://schemas.openxmlformats.org/officeDocument/2006/relationships/image" Target="../media/image17.jpg"/><Relationship Id="rId20" Type="http://schemas.openxmlformats.org/officeDocument/2006/relationships/image" Target="../media/image2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jpg"/><Relationship Id="rId11" Type="http://schemas.openxmlformats.org/officeDocument/2006/relationships/image" Target="../media/image12.jpg"/><Relationship Id="rId24" Type="http://schemas.openxmlformats.org/officeDocument/2006/relationships/image" Target="../media/image25.jpg"/><Relationship Id="rId5" Type="http://schemas.openxmlformats.org/officeDocument/2006/relationships/image" Target="../media/image6.jpg"/><Relationship Id="rId15" Type="http://schemas.openxmlformats.org/officeDocument/2006/relationships/image" Target="../media/image16.jpg"/><Relationship Id="rId23" Type="http://schemas.openxmlformats.org/officeDocument/2006/relationships/image" Target="../media/image24.jpg"/><Relationship Id="rId28" Type="http://schemas.openxmlformats.org/officeDocument/2006/relationships/image" Target="../media/image30.svg"/><Relationship Id="rId10" Type="http://schemas.openxmlformats.org/officeDocument/2006/relationships/image" Target="../media/image11.jpg"/><Relationship Id="rId19" Type="http://schemas.openxmlformats.org/officeDocument/2006/relationships/image" Target="../media/image20.jpg"/><Relationship Id="rId4" Type="http://schemas.openxmlformats.org/officeDocument/2006/relationships/image" Target="../media/image5.jpg"/><Relationship Id="rId9" Type="http://schemas.openxmlformats.org/officeDocument/2006/relationships/image" Target="../media/image10.jpg"/><Relationship Id="rId14" Type="http://schemas.openxmlformats.org/officeDocument/2006/relationships/image" Target="../media/image15.jpg"/><Relationship Id="rId22" Type="http://schemas.openxmlformats.org/officeDocument/2006/relationships/image" Target="../media/image23.jpg"/><Relationship Id="rId27" Type="http://schemas.openxmlformats.org/officeDocument/2006/relationships/image" Target="../media/image29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jpg"/><Relationship Id="rId13" Type="http://schemas.openxmlformats.org/officeDocument/2006/relationships/image" Target="../media/image14.jpg"/><Relationship Id="rId18" Type="http://schemas.openxmlformats.org/officeDocument/2006/relationships/image" Target="../media/image19.jpg"/><Relationship Id="rId26" Type="http://schemas.openxmlformats.org/officeDocument/2006/relationships/image" Target="../media/image27.jpg"/><Relationship Id="rId3" Type="http://schemas.openxmlformats.org/officeDocument/2006/relationships/image" Target="../media/image10.jpg"/><Relationship Id="rId21" Type="http://schemas.openxmlformats.org/officeDocument/2006/relationships/image" Target="../media/image22.jpg"/><Relationship Id="rId7" Type="http://schemas.openxmlformats.org/officeDocument/2006/relationships/image" Target="../media/image4.jpg"/><Relationship Id="rId12" Type="http://schemas.openxmlformats.org/officeDocument/2006/relationships/image" Target="../media/image13.jpg"/><Relationship Id="rId17" Type="http://schemas.openxmlformats.org/officeDocument/2006/relationships/image" Target="../media/image18.jpg"/><Relationship Id="rId25" Type="http://schemas.openxmlformats.org/officeDocument/2006/relationships/image" Target="../media/image26.jpg"/><Relationship Id="rId2" Type="http://schemas.openxmlformats.org/officeDocument/2006/relationships/image" Target="../media/image11.jpg"/><Relationship Id="rId16" Type="http://schemas.openxmlformats.org/officeDocument/2006/relationships/image" Target="../media/image17.jpg"/><Relationship Id="rId20" Type="http://schemas.openxmlformats.org/officeDocument/2006/relationships/image" Target="../media/image2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jpg"/><Relationship Id="rId11" Type="http://schemas.openxmlformats.org/officeDocument/2006/relationships/image" Target="../media/image12.jpg"/><Relationship Id="rId24" Type="http://schemas.openxmlformats.org/officeDocument/2006/relationships/image" Target="../media/image25.jpg"/><Relationship Id="rId5" Type="http://schemas.openxmlformats.org/officeDocument/2006/relationships/image" Target="../media/image8.jpg"/><Relationship Id="rId15" Type="http://schemas.openxmlformats.org/officeDocument/2006/relationships/image" Target="../media/image16.jpg"/><Relationship Id="rId23" Type="http://schemas.openxmlformats.org/officeDocument/2006/relationships/image" Target="../media/image24.jpg"/><Relationship Id="rId28" Type="http://schemas.openxmlformats.org/officeDocument/2006/relationships/image" Target="../media/image30.svg"/><Relationship Id="rId10" Type="http://schemas.openxmlformats.org/officeDocument/2006/relationships/image" Target="../media/image7.jpg"/><Relationship Id="rId19" Type="http://schemas.openxmlformats.org/officeDocument/2006/relationships/image" Target="../media/image20.jpg"/><Relationship Id="rId4" Type="http://schemas.openxmlformats.org/officeDocument/2006/relationships/image" Target="../media/image9.jpg"/><Relationship Id="rId9" Type="http://schemas.openxmlformats.org/officeDocument/2006/relationships/image" Target="../media/image6.jpg"/><Relationship Id="rId14" Type="http://schemas.openxmlformats.org/officeDocument/2006/relationships/image" Target="../media/image15.jpg"/><Relationship Id="rId22" Type="http://schemas.openxmlformats.org/officeDocument/2006/relationships/image" Target="../media/image23.jpg"/><Relationship Id="rId27" Type="http://schemas.openxmlformats.org/officeDocument/2006/relationships/image" Target="../media/image29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jpg"/><Relationship Id="rId13" Type="http://schemas.openxmlformats.org/officeDocument/2006/relationships/image" Target="../media/image14.jpg"/><Relationship Id="rId18" Type="http://schemas.openxmlformats.org/officeDocument/2006/relationships/image" Target="../media/image19.jpg"/><Relationship Id="rId26" Type="http://schemas.openxmlformats.org/officeDocument/2006/relationships/image" Target="../media/image27.jpg"/><Relationship Id="rId3" Type="http://schemas.openxmlformats.org/officeDocument/2006/relationships/image" Target="../media/image10.jpg"/><Relationship Id="rId21" Type="http://schemas.openxmlformats.org/officeDocument/2006/relationships/image" Target="../media/image22.jpg"/><Relationship Id="rId7" Type="http://schemas.openxmlformats.org/officeDocument/2006/relationships/image" Target="../media/image4.jpg"/><Relationship Id="rId12" Type="http://schemas.openxmlformats.org/officeDocument/2006/relationships/image" Target="../media/image13.jpg"/><Relationship Id="rId17" Type="http://schemas.openxmlformats.org/officeDocument/2006/relationships/image" Target="../media/image18.jpg"/><Relationship Id="rId25" Type="http://schemas.openxmlformats.org/officeDocument/2006/relationships/image" Target="../media/image26.jpg"/><Relationship Id="rId2" Type="http://schemas.openxmlformats.org/officeDocument/2006/relationships/image" Target="../media/image11.jpg"/><Relationship Id="rId16" Type="http://schemas.openxmlformats.org/officeDocument/2006/relationships/image" Target="../media/image17.jpg"/><Relationship Id="rId20" Type="http://schemas.openxmlformats.org/officeDocument/2006/relationships/image" Target="../media/image2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jpg"/><Relationship Id="rId11" Type="http://schemas.openxmlformats.org/officeDocument/2006/relationships/image" Target="../media/image12.jpg"/><Relationship Id="rId24" Type="http://schemas.openxmlformats.org/officeDocument/2006/relationships/image" Target="../media/image25.jpg"/><Relationship Id="rId5" Type="http://schemas.openxmlformats.org/officeDocument/2006/relationships/image" Target="../media/image8.jpg"/><Relationship Id="rId15" Type="http://schemas.openxmlformats.org/officeDocument/2006/relationships/image" Target="../media/image16.jpg"/><Relationship Id="rId23" Type="http://schemas.openxmlformats.org/officeDocument/2006/relationships/image" Target="../media/image24.jpg"/><Relationship Id="rId28" Type="http://schemas.openxmlformats.org/officeDocument/2006/relationships/image" Target="../media/image30.svg"/><Relationship Id="rId10" Type="http://schemas.openxmlformats.org/officeDocument/2006/relationships/image" Target="../media/image7.jpg"/><Relationship Id="rId19" Type="http://schemas.openxmlformats.org/officeDocument/2006/relationships/image" Target="../media/image20.jpg"/><Relationship Id="rId4" Type="http://schemas.openxmlformats.org/officeDocument/2006/relationships/image" Target="../media/image9.jpg"/><Relationship Id="rId9" Type="http://schemas.openxmlformats.org/officeDocument/2006/relationships/image" Target="../media/image6.jpg"/><Relationship Id="rId14" Type="http://schemas.openxmlformats.org/officeDocument/2006/relationships/image" Target="../media/image15.jpg"/><Relationship Id="rId22" Type="http://schemas.openxmlformats.org/officeDocument/2006/relationships/image" Target="../media/image23.jpg"/><Relationship Id="rId27" Type="http://schemas.openxmlformats.org/officeDocument/2006/relationships/image" Target="../media/image29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g"/><Relationship Id="rId13" Type="http://schemas.openxmlformats.org/officeDocument/2006/relationships/image" Target="../media/image14.jpg"/><Relationship Id="rId18" Type="http://schemas.openxmlformats.org/officeDocument/2006/relationships/image" Target="../media/image19.jpg"/><Relationship Id="rId26" Type="http://schemas.openxmlformats.org/officeDocument/2006/relationships/image" Target="../media/image27.jpg"/><Relationship Id="rId3" Type="http://schemas.openxmlformats.org/officeDocument/2006/relationships/image" Target="../media/image4.jpg"/><Relationship Id="rId21" Type="http://schemas.openxmlformats.org/officeDocument/2006/relationships/image" Target="../media/image22.jpg"/><Relationship Id="rId7" Type="http://schemas.openxmlformats.org/officeDocument/2006/relationships/image" Target="../media/image8.jpg"/><Relationship Id="rId12" Type="http://schemas.openxmlformats.org/officeDocument/2006/relationships/image" Target="../media/image13.jpg"/><Relationship Id="rId17" Type="http://schemas.openxmlformats.org/officeDocument/2006/relationships/image" Target="../media/image18.jpg"/><Relationship Id="rId25" Type="http://schemas.openxmlformats.org/officeDocument/2006/relationships/image" Target="../media/image26.jpg"/><Relationship Id="rId2" Type="http://schemas.openxmlformats.org/officeDocument/2006/relationships/image" Target="../media/image3.jpg"/><Relationship Id="rId16" Type="http://schemas.openxmlformats.org/officeDocument/2006/relationships/image" Target="../media/image17.jpg"/><Relationship Id="rId20" Type="http://schemas.openxmlformats.org/officeDocument/2006/relationships/image" Target="../media/image2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jpg"/><Relationship Id="rId11" Type="http://schemas.openxmlformats.org/officeDocument/2006/relationships/image" Target="../media/image12.jpg"/><Relationship Id="rId24" Type="http://schemas.openxmlformats.org/officeDocument/2006/relationships/image" Target="../media/image25.jpg"/><Relationship Id="rId5" Type="http://schemas.openxmlformats.org/officeDocument/2006/relationships/image" Target="../media/image6.jpg"/><Relationship Id="rId15" Type="http://schemas.openxmlformats.org/officeDocument/2006/relationships/image" Target="../media/image16.jpg"/><Relationship Id="rId23" Type="http://schemas.openxmlformats.org/officeDocument/2006/relationships/image" Target="../media/image24.jpg"/><Relationship Id="rId10" Type="http://schemas.openxmlformats.org/officeDocument/2006/relationships/image" Target="../media/image11.jpg"/><Relationship Id="rId19" Type="http://schemas.openxmlformats.org/officeDocument/2006/relationships/image" Target="../media/image20.jpg"/><Relationship Id="rId4" Type="http://schemas.openxmlformats.org/officeDocument/2006/relationships/image" Target="../media/image5.jpg"/><Relationship Id="rId9" Type="http://schemas.openxmlformats.org/officeDocument/2006/relationships/image" Target="../media/image10.jpg"/><Relationship Id="rId14" Type="http://schemas.openxmlformats.org/officeDocument/2006/relationships/image" Target="../media/image15.jpg"/><Relationship Id="rId22" Type="http://schemas.openxmlformats.org/officeDocument/2006/relationships/image" Target="../media/image2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D45718-5660-F4AA-2F36-7A83CE5500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>
            <a:extLst>
              <a:ext uri="{FF2B5EF4-FFF2-40B4-BE49-F238E27FC236}">
                <a16:creationId xmlns:a16="http://schemas.microsoft.com/office/drawing/2014/main" id="{AE804847-54A3-ABEA-62AA-6433D7E87123}"/>
              </a:ext>
            </a:extLst>
          </p:cNvPr>
          <p:cNvSpPr txBox="1">
            <a:spLocks/>
          </p:cNvSpPr>
          <p:nvPr/>
        </p:nvSpPr>
        <p:spPr>
          <a:xfrm>
            <a:off x="6009449" y="3526685"/>
            <a:ext cx="5277983" cy="144579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You need to use the </a:t>
            </a:r>
            <a:r>
              <a:rPr lang="en-US" sz="3000" b="1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Registered Password </a:t>
            </a:r>
            <a:r>
              <a:rPr lang="en-US" sz="3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and</a:t>
            </a:r>
            <a:r>
              <a:rPr lang="en-US" sz="3000" b="1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Registered Direction</a:t>
            </a:r>
            <a:r>
              <a:rPr lang="en-US" sz="3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to find the actual password to login</a:t>
            </a:r>
            <a:br>
              <a:rPr lang="en-US" sz="3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</a:br>
            <a:endParaRPr lang="en-US" sz="30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2" name="Subtitle 2">
            <a:extLst>
              <a:ext uri="{FF2B5EF4-FFF2-40B4-BE49-F238E27FC236}">
                <a16:creationId xmlns:a16="http://schemas.microsoft.com/office/drawing/2014/main" id="{746DB588-E0DC-9647-64FE-AC8B9A49DD70}"/>
              </a:ext>
            </a:extLst>
          </p:cNvPr>
          <p:cNvSpPr txBox="1">
            <a:spLocks/>
          </p:cNvSpPr>
          <p:nvPr/>
        </p:nvSpPr>
        <p:spPr>
          <a:xfrm>
            <a:off x="6963178" y="1605047"/>
            <a:ext cx="4228946" cy="63754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3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Registered Password </a:t>
            </a:r>
          </a:p>
        </p:txBody>
      </p:sp>
      <p:sp>
        <p:nvSpPr>
          <p:cNvPr id="28" name="Subtitle 2">
            <a:extLst>
              <a:ext uri="{FF2B5EF4-FFF2-40B4-BE49-F238E27FC236}">
                <a16:creationId xmlns:a16="http://schemas.microsoft.com/office/drawing/2014/main" id="{9CCF9567-9A6B-5324-E87F-E1CEC352C9FA}"/>
              </a:ext>
            </a:extLst>
          </p:cNvPr>
          <p:cNvSpPr txBox="1">
            <a:spLocks/>
          </p:cNvSpPr>
          <p:nvPr/>
        </p:nvSpPr>
        <p:spPr>
          <a:xfrm>
            <a:off x="6963178" y="2247091"/>
            <a:ext cx="4228946" cy="63754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3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Registered Direction</a:t>
            </a:r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3D33BB42-5C36-C40F-3B43-2DFB48AD66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884" y="2487561"/>
            <a:ext cx="3517191" cy="3340499"/>
          </a:xfrm>
          <a:prstGeom prst="rect">
            <a:avLst/>
          </a:prstGeom>
        </p:spPr>
      </p:pic>
      <p:grpSp>
        <p:nvGrpSpPr>
          <p:cNvPr id="40" name="Group 39">
            <a:extLst>
              <a:ext uri="{FF2B5EF4-FFF2-40B4-BE49-F238E27FC236}">
                <a16:creationId xmlns:a16="http://schemas.microsoft.com/office/drawing/2014/main" id="{F40B091D-5144-F7FE-D727-CD364C2E69FA}"/>
              </a:ext>
            </a:extLst>
          </p:cNvPr>
          <p:cNvGrpSpPr/>
          <p:nvPr/>
        </p:nvGrpSpPr>
        <p:grpSpPr>
          <a:xfrm>
            <a:off x="1167988" y="563839"/>
            <a:ext cx="4228946" cy="6117179"/>
            <a:chOff x="637046" y="563839"/>
            <a:chExt cx="4228946" cy="6117179"/>
          </a:xfrm>
        </p:grpSpPr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6091953D-9A5A-DB65-3A22-919B3B84AEB0}"/>
                </a:ext>
              </a:extLst>
            </p:cNvPr>
            <p:cNvGrpSpPr/>
            <p:nvPr/>
          </p:nvGrpSpPr>
          <p:grpSpPr>
            <a:xfrm>
              <a:off x="637046" y="563839"/>
              <a:ext cx="4228946" cy="6117179"/>
              <a:chOff x="637046" y="563839"/>
              <a:chExt cx="4228946" cy="6117179"/>
            </a:xfrm>
          </p:grpSpPr>
          <p:pic>
            <p:nvPicPr>
              <p:cNvPr id="77" name="Picture 76">
                <a:extLst>
                  <a:ext uri="{FF2B5EF4-FFF2-40B4-BE49-F238E27FC236}">
                    <a16:creationId xmlns:a16="http://schemas.microsoft.com/office/drawing/2014/main" id="{7E8AE0D4-87CF-A21E-8606-AC9439B8810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37046" y="563839"/>
                <a:ext cx="4228946" cy="6117179"/>
              </a:xfrm>
              <a:prstGeom prst="rect">
                <a:avLst/>
              </a:prstGeom>
            </p:spPr>
          </p:pic>
          <p:pic>
            <p:nvPicPr>
              <p:cNvPr id="78" name="Picture 77">
                <a:extLst>
                  <a:ext uri="{FF2B5EF4-FFF2-40B4-BE49-F238E27FC236}">
                    <a16:creationId xmlns:a16="http://schemas.microsoft.com/office/drawing/2014/main" id="{0F4A179E-9531-E4E1-F805-94C41ED7C3C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061884" y="2487561"/>
                <a:ext cx="3517191" cy="3340499"/>
              </a:xfrm>
              <a:prstGeom prst="rect">
                <a:avLst/>
              </a:prstGeom>
            </p:spPr>
          </p:pic>
        </p:grp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DC229AC6-1CAE-E528-2553-299E7CDA6D13}"/>
                </a:ext>
              </a:extLst>
            </p:cNvPr>
            <p:cNvGrpSpPr/>
            <p:nvPr/>
          </p:nvGrpSpPr>
          <p:grpSpPr>
            <a:xfrm>
              <a:off x="1239789" y="2598082"/>
              <a:ext cx="3154254" cy="3028519"/>
              <a:chOff x="6929426" y="1679085"/>
              <a:chExt cx="3859863" cy="3893119"/>
            </a:xfrm>
          </p:grpSpPr>
          <p:pic>
            <p:nvPicPr>
              <p:cNvPr id="46" name="Picture 45">
                <a:extLst>
                  <a:ext uri="{FF2B5EF4-FFF2-40B4-BE49-F238E27FC236}">
                    <a16:creationId xmlns:a16="http://schemas.microsoft.com/office/drawing/2014/main" id="{301A59B9-F09D-C19E-D30F-B2F6F6F3A2F0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253563" y="2482227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48" name="Picture 47">
                <a:extLst>
                  <a:ext uri="{FF2B5EF4-FFF2-40B4-BE49-F238E27FC236}">
                    <a16:creationId xmlns:a16="http://schemas.microsoft.com/office/drawing/2014/main" id="{2B5C34BD-8FD6-5D1F-8F42-BA1F5B018A7D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054369" y="4833601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50" name="Picture 49">
                <a:extLst>
                  <a:ext uri="{FF2B5EF4-FFF2-40B4-BE49-F238E27FC236}">
                    <a16:creationId xmlns:a16="http://schemas.microsoft.com/office/drawing/2014/main" id="{8A3DB448-6B26-4523-5FB1-05CC5B80906A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270363" y="4042843"/>
                <a:ext cx="731520" cy="731520"/>
              </a:xfrm>
              <a:prstGeom prst="rect">
                <a:avLst/>
              </a:prstGeom>
              <a:ln w="38100">
                <a:noFill/>
              </a:ln>
              <a:effectLst>
                <a:softEdge rad="0"/>
              </a:effectLst>
            </p:spPr>
          </p:pic>
          <p:pic>
            <p:nvPicPr>
              <p:cNvPr id="52" name="Picture 51">
                <a:extLst>
                  <a:ext uri="{FF2B5EF4-FFF2-40B4-BE49-F238E27FC236}">
                    <a16:creationId xmlns:a16="http://schemas.microsoft.com/office/drawing/2014/main" id="{D228DD67-8823-387C-E1E9-6A1970E91ED8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475529" y="1688163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54" name="Picture 53">
                <a:extLst>
                  <a:ext uri="{FF2B5EF4-FFF2-40B4-BE49-F238E27FC236}">
                    <a16:creationId xmlns:a16="http://schemas.microsoft.com/office/drawing/2014/main" id="{0CF3AF47-65C5-83E0-ABC6-6D024A30EF07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057769" y="1701290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55" name="Picture 54">
                <a:extLst>
                  <a:ext uri="{FF2B5EF4-FFF2-40B4-BE49-F238E27FC236}">
                    <a16:creationId xmlns:a16="http://schemas.microsoft.com/office/drawing/2014/main" id="{6CD801C3-81EB-66A4-210C-6632C8C13C46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270638" y="3266609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56" name="Picture 55">
                <a:extLst>
                  <a:ext uri="{FF2B5EF4-FFF2-40B4-BE49-F238E27FC236}">
                    <a16:creationId xmlns:a16="http://schemas.microsoft.com/office/drawing/2014/main" id="{109A8135-4BB2-A175-A350-3E311236AE9B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929426" y="3261895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59" name="Picture 58">
                <a:extLst>
                  <a:ext uri="{FF2B5EF4-FFF2-40B4-BE49-F238E27FC236}">
                    <a16:creationId xmlns:a16="http://schemas.microsoft.com/office/drawing/2014/main" id="{A5FCF2D8-AA89-81D3-FAAD-265BF3920224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486357" y="4046439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60" name="Picture 59">
                <a:extLst>
                  <a:ext uri="{FF2B5EF4-FFF2-40B4-BE49-F238E27FC236}">
                    <a16:creationId xmlns:a16="http://schemas.microsoft.com/office/drawing/2014/main" id="{5882FBA9-57E8-CA7A-87B3-EC425B600545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700073" y="3256669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61" name="Picture 60">
                <a:extLst>
                  <a:ext uri="{FF2B5EF4-FFF2-40B4-BE49-F238E27FC236}">
                    <a16:creationId xmlns:a16="http://schemas.microsoft.com/office/drawing/2014/main" id="{203A3E3A-FEE5-7BE0-7E24-6AB8E29011D5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253563" y="1697845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62" name="Picture 61">
                <a:extLst>
                  <a:ext uri="{FF2B5EF4-FFF2-40B4-BE49-F238E27FC236}">
                    <a16:creationId xmlns:a16="http://schemas.microsoft.com/office/drawing/2014/main" id="{AB8490AF-9C11-4594-67DC-848BB547CEB7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930164" y="2472285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63" name="Picture 62">
                <a:extLst>
                  <a:ext uri="{FF2B5EF4-FFF2-40B4-BE49-F238E27FC236}">
                    <a16:creationId xmlns:a16="http://schemas.microsoft.com/office/drawing/2014/main" id="{4E00B5C3-8683-075B-F76C-9B53779DD658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272045" y="4833601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64" name="Picture 63">
                <a:extLst>
                  <a:ext uri="{FF2B5EF4-FFF2-40B4-BE49-F238E27FC236}">
                    <a16:creationId xmlns:a16="http://schemas.microsoft.com/office/drawing/2014/main" id="{EB91AC20-66EC-CDAB-3A62-7E8BA4A9D38C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704720" y="4837143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65" name="Picture 64">
                <a:extLst>
                  <a:ext uri="{FF2B5EF4-FFF2-40B4-BE49-F238E27FC236}">
                    <a16:creationId xmlns:a16="http://schemas.microsoft.com/office/drawing/2014/main" id="{2DEB2D53-140B-8300-FFDD-09AFD060CC45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690779" y="1681313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66" name="Picture 65">
                <a:extLst>
                  <a:ext uri="{FF2B5EF4-FFF2-40B4-BE49-F238E27FC236}">
                    <a16:creationId xmlns:a16="http://schemas.microsoft.com/office/drawing/2014/main" id="{B651D749-CB49-93EB-BD6B-12FD709F1AA9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695426" y="2468203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67" name="Picture 66">
                <a:extLst>
                  <a:ext uri="{FF2B5EF4-FFF2-40B4-BE49-F238E27FC236}">
                    <a16:creationId xmlns:a16="http://schemas.microsoft.com/office/drawing/2014/main" id="{5CB8A8FE-FE72-BB38-1E00-B679FD117ECC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930901" y="1679085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68" name="Picture 67">
                <a:extLst>
                  <a:ext uri="{FF2B5EF4-FFF2-40B4-BE49-F238E27FC236}">
                    <a16:creationId xmlns:a16="http://schemas.microsoft.com/office/drawing/2014/main" id="{CE46F932-FD1E-EDC0-6601-11871F49CCD8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057769" y="2484368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69" name="Picture 68">
                <a:extLst>
                  <a:ext uri="{FF2B5EF4-FFF2-40B4-BE49-F238E27FC236}">
                    <a16:creationId xmlns:a16="http://schemas.microsoft.com/office/drawing/2014/main" id="{6D8A86B0-8B1F-7A67-C158-7C42F87A9205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057769" y="3267446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70" name="Picture 69">
                <a:extLst>
                  <a:ext uri="{FF2B5EF4-FFF2-40B4-BE49-F238E27FC236}">
                    <a16:creationId xmlns:a16="http://schemas.microsoft.com/office/drawing/2014/main" id="{22FE5BA5-74ED-0778-23A2-E7CF2CB2A6B0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054369" y="4050524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71" name="Picture 70">
                <a:extLst>
                  <a:ext uri="{FF2B5EF4-FFF2-40B4-BE49-F238E27FC236}">
                    <a16:creationId xmlns:a16="http://schemas.microsoft.com/office/drawing/2014/main" id="{46C91801-6C48-3B29-BFB8-174313292CA4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498785" y="3263539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72" name="Picture 71">
                <a:extLst>
                  <a:ext uri="{FF2B5EF4-FFF2-40B4-BE49-F238E27FC236}">
                    <a16:creationId xmlns:a16="http://schemas.microsoft.com/office/drawing/2014/main" id="{7EA60BDD-D306-7AB5-FD70-A6923710256F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487473" y="4838914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73" name="Picture 72">
                <a:extLst>
                  <a:ext uri="{FF2B5EF4-FFF2-40B4-BE49-F238E27FC236}">
                    <a16:creationId xmlns:a16="http://schemas.microsoft.com/office/drawing/2014/main" id="{C96C4182-C7F0-2927-A99E-3B022D9C7A14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709366" y="4046439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74" name="Picture 73">
                <a:extLst>
                  <a:ext uri="{FF2B5EF4-FFF2-40B4-BE49-F238E27FC236}">
                    <a16:creationId xmlns:a16="http://schemas.microsoft.com/office/drawing/2014/main" id="{4539BCA9-DD21-696E-67B2-F3EC08C9998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929426" y="4046439"/>
                <a:ext cx="734469" cy="731520"/>
              </a:xfrm>
              <a:prstGeom prst="rect">
                <a:avLst/>
              </a:prstGeom>
            </p:spPr>
          </p:pic>
          <p:pic>
            <p:nvPicPr>
              <p:cNvPr id="75" name="Picture 74">
                <a:extLst>
                  <a:ext uri="{FF2B5EF4-FFF2-40B4-BE49-F238E27FC236}">
                    <a16:creationId xmlns:a16="http://schemas.microsoft.com/office/drawing/2014/main" id="{CB4FD5BA-AC01-A808-5760-ECCA0D97DAF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931638" y="4840684"/>
                <a:ext cx="731520" cy="731520"/>
              </a:xfrm>
              <a:prstGeom prst="rect">
                <a:avLst/>
              </a:prstGeom>
            </p:spPr>
          </p:pic>
          <p:pic>
            <p:nvPicPr>
              <p:cNvPr id="76" name="Picture 75">
                <a:extLst>
                  <a:ext uri="{FF2B5EF4-FFF2-40B4-BE49-F238E27FC236}">
                    <a16:creationId xmlns:a16="http://schemas.microsoft.com/office/drawing/2014/main" id="{2BDAD3D6-48C2-2E7F-B5A8-C0D7B96D053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522043" y="2475851"/>
                <a:ext cx="731520" cy="731520"/>
              </a:xfrm>
              <a:prstGeom prst="rect">
                <a:avLst/>
              </a:prstGeom>
            </p:spPr>
          </p:pic>
        </p:grpSp>
      </p:grp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6794B81F-85D6-19A2-4701-D213497C2F28}"/>
              </a:ext>
            </a:extLst>
          </p:cNvPr>
          <p:cNvCxnSpPr>
            <a:cxnSpLocks/>
          </p:cNvCxnSpPr>
          <p:nvPr/>
        </p:nvCxnSpPr>
        <p:spPr>
          <a:xfrm flipV="1">
            <a:off x="4969687" y="1817738"/>
            <a:ext cx="1907458" cy="26547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2BAEAEB8-582C-CF64-3021-948542218948}"/>
              </a:ext>
            </a:extLst>
          </p:cNvPr>
          <p:cNvCxnSpPr>
            <a:cxnSpLocks/>
          </p:cNvCxnSpPr>
          <p:nvPr/>
        </p:nvCxnSpPr>
        <p:spPr>
          <a:xfrm>
            <a:off x="4883655" y="2401984"/>
            <a:ext cx="207952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15737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FF6234-5CFF-4F12-8697-BB42787B73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>
            <a:extLst>
              <a:ext uri="{FF2B5EF4-FFF2-40B4-BE49-F238E27FC236}">
                <a16:creationId xmlns:a16="http://schemas.microsoft.com/office/drawing/2014/main" id="{0605C289-B0F9-9A91-A371-7F2B93FD8A29}"/>
              </a:ext>
            </a:extLst>
          </p:cNvPr>
          <p:cNvSpPr txBox="1">
            <a:spLocks/>
          </p:cNvSpPr>
          <p:nvPr/>
        </p:nvSpPr>
        <p:spPr>
          <a:xfrm>
            <a:off x="5255421" y="1926077"/>
            <a:ext cx="6562954" cy="33034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1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We will use :</a:t>
            </a:r>
            <a:endParaRPr lang="en-US" sz="210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1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*PW </a:t>
            </a:r>
            <a:r>
              <a:rPr lang="en-US" sz="21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to represent Actual Password to Click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100" b="1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*RP </a:t>
            </a:r>
            <a:r>
              <a:rPr lang="en-US" sz="21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to represent </a:t>
            </a:r>
            <a:r>
              <a:rPr lang="en-US" sz="21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Registered Password</a:t>
            </a:r>
          </a:p>
          <a:p>
            <a:pPr algn="l"/>
            <a:endParaRPr lang="en-US" sz="210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l"/>
            <a:r>
              <a:rPr lang="en-US" sz="21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Tutorial 1 using: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1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 Directions Rules – North, South, East, West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1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Will have </a:t>
            </a:r>
            <a:r>
              <a:rPr lang="en-US" sz="21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Normal Case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1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Will have </a:t>
            </a:r>
            <a:r>
              <a:rPr lang="en-US" sz="21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Special Case </a:t>
            </a:r>
            <a:r>
              <a:rPr lang="en-US" sz="21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(when </a:t>
            </a:r>
            <a:r>
              <a:rPr lang="en-US" sz="21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*PW </a:t>
            </a:r>
            <a:r>
              <a:rPr lang="en-US" sz="21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is OUT of the grid)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0CBAB3C-F085-6223-AA52-C8ECF1C37D50}"/>
              </a:ext>
            </a:extLst>
          </p:cNvPr>
          <p:cNvSpPr txBox="1">
            <a:spLocks/>
          </p:cNvSpPr>
          <p:nvPr/>
        </p:nvSpPr>
        <p:spPr>
          <a:xfrm>
            <a:off x="-202920" y="65893"/>
            <a:ext cx="2051060" cy="5982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Tutorial 1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E8BAC66-9E88-1973-E68C-7016CBD5FC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7397" y="5496883"/>
            <a:ext cx="1234603" cy="1361117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7F635FB4-ADEF-FE6B-B431-916E34C803B3}"/>
              </a:ext>
            </a:extLst>
          </p:cNvPr>
          <p:cNvGrpSpPr/>
          <p:nvPr/>
        </p:nvGrpSpPr>
        <p:grpSpPr>
          <a:xfrm>
            <a:off x="965426" y="1709246"/>
            <a:ext cx="3859863" cy="3893119"/>
            <a:chOff x="6929426" y="1679085"/>
            <a:chExt cx="3859863" cy="3893119"/>
          </a:xfrm>
        </p:grpSpPr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E1680111-14D8-0F76-EA09-32653A443CD2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53563" y="2482227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913E1FCB-5F94-2D2D-B6A5-866354C02846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4369" y="4833601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8B0AE686-64E2-8DDA-862D-CCC757E36DDE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0363" y="4042843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32DB2396-5AB9-E11B-0FCC-3F2FABDFAB79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75529" y="168816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165D69E9-ECEC-C62D-8DF2-C416CE09D985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1701290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34494470-77E8-D074-00EE-F0D61B918693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0638" y="326660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09F2F331-2A28-1B48-12ED-4557EFF74494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29426" y="326189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38" name="Picture 37">
              <a:extLst>
                <a:ext uri="{FF2B5EF4-FFF2-40B4-BE49-F238E27FC236}">
                  <a16:creationId xmlns:a16="http://schemas.microsoft.com/office/drawing/2014/main" id="{16DFC12A-30A5-0D60-6D4F-67C9986FA700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86357" y="404643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40" name="Picture 39">
              <a:extLst>
                <a:ext uri="{FF2B5EF4-FFF2-40B4-BE49-F238E27FC236}">
                  <a16:creationId xmlns:a16="http://schemas.microsoft.com/office/drawing/2014/main" id="{49322D4A-0658-CF7C-D6C8-C4FD0A8EC339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0073" y="325666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41" name="Picture 40">
              <a:extLst>
                <a:ext uri="{FF2B5EF4-FFF2-40B4-BE49-F238E27FC236}">
                  <a16:creationId xmlns:a16="http://schemas.microsoft.com/office/drawing/2014/main" id="{0FA4A32F-D2A5-AC27-2397-94D3B8B54618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53563" y="169784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53" name="Picture 52">
              <a:extLst>
                <a:ext uri="{FF2B5EF4-FFF2-40B4-BE49-F238E27FC236}">
                  <a16:creationId xmlns:a16="http://schemas.microsoft.com/office/drawing/2014/main" id="{16E2A1A0-F9C4-775C-D5EA-E6BBB885F80B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0164" y="247228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56" name="Picture 55">
              <a:extLst>
                <a:ext uri="{FF2B5EF4-FFF2-40B4-BE49-F238E27FC236}">
                  <a16:creationId xmlns:a16="http://schemas.microsoft.com/office/drawing/2014/main" id="{CE448C1F-1E69-839E-D1AF-45936F12AE74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2045" y="4833601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58" name="Picture 57">
              <a:extLst>
                <a:ext uri="{FF2B5EF4-FFF2-40B4-BE49-F238E27FC236}">
                  <a16:creationId xmlns:a16="http://schemas.microsoft.com/office/drawing/2014/main" id="{580BE6FD-B847-387D-6A3F-74FB9EBC74A3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4720" y="483714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59" name="Picture 58">
              <a:extLst>
                <a:ext uri="{FF2B5EF4-FFF2-40B4-BE49-F238E27FC236}">
                  <a16:creationId xmlns:a16="http://schemas.microsoft.com/office/drawing/2014/main" id="{78DCACA2-B32C-1A41-2297-B6B1BA2A4192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90779" y="168131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60" name="Picture 59">
              <a:extLst>
                <a:ext uri="{FF2B5EF4-FFF2-40B4-BE49-F238E27FC236}">
                  <a16:creationId xmlns:a16="http://schemas.microsoft.com/office/drawing/2014/main" id="{17BD3041-E27F-09D0-DF67-D4983C365681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95426" y="246820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61" name="Picture 60">
              <a:extLst>
                <a:ext uri="{FF2B5EF4-FFF2-40B4-BE49-F238E27FC236}">
                  <a16:creationId xmlns:a16="http://schemas.microsoft.com/office/drawing/2014/main" id="{2BD82466-645D-06B1-7CF9-BBFD700CD58A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0901" y="167908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62" name="Picture 61">
              <a:extLst>
                <a:ext uri="{FF2B5EF4-FFF2-40B4-BE49-F238E27FC236}">
                  <a16:creationId xmlns:a16="http://schemas.microsoft.com/office/drawing/2014/main" id="{FB6210D6-64CD-D9F6-8039-E9C6EB1C37FF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2484368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63" name="Picture 62">
              <a:extLst>
                <a:ext uri="{FF2B5EF4-FFF2-40B4-BE49-F238E27FC236}">
                  <a16:creationId xmlns:a16="http://schemas.microsoft.com/office/drawing/2014/main" id="{B078754D-9643-44A6-1DB4-8A6BD9646AE4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3267446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64" name="Picture 63">
              <a:extLst>
                <a:ext uri="{FF2B5EF4-FFF2-40B4-BE49-F238E27FC236}">
                  <a16:creationId xmlns:a16="http://schemas.microsoft.com/office/drawing/2014/main" id="{E6E91E8B-26F8-3C7C-BD44-EDB735E8C6A7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4369" y="4050524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65" name="Picture 64">
              <a:extLst>
                <a:ext uri="{FF2B5EF4-FFF2-40B4-BE49-F238E27FC236}">
                  <a16:creationId xmlns:a16="http://schemas.microsoft.com/office/drawing/2014/main" id="{38B6C516-3F5B-6CED-A82C-3E80E5EB943D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98785" y="326353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66" name="Picture 65">
              <a:extLst>
                <a:ext uri="{FF2B5EF4-FFF2-40B4-BE49-F238E27FC236}">
                  <a16:creationId xmlns:a16="http://schemas.microsoft.com/office/drawing/2014/main" id="{6D188BC6-0C37-CE68-5516-D0E6C4F0B86D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87473" y="4838914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67" name="Picture 66">
              <a:extLst>
                <a:ext uri="{FF2B5EF4-FFF2-40B4-BE49-F238E27FC236}">
                  <a16:creationId xmlns:a16="http://schemas.microsoft.com/office/drawing/2014/main" id="{7AE094C4-C2EA-7293-0599-A20608ECCDC1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9366" y="404643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68" name="Picture 67">
              <a:extLst>
                <a:ext uri="{FF2B5EF4-FFF2-40B4-BE49-F238E27FC236}">
                  <a16:creationId xmlns:a16="http://schemas.microsoft.com/office/drawing/2014/main" id="{41194A2C-CDC9-38FE-C403-FE3666467792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29426" y="4046439"/>
              <a:ext cx="734469" cy="731520"/>
            </a:xfrm>
            <a:prstGeom prst="rect">
              <a:avLst/>
            </a:prstGeom>
          </p:spPr>
        </p:pic>
        <p:pic>
          <p:nvPicPr>
            <p:cNvPr id="69" name="Picture 68">
              <a:extLst>
                <a:ext uri="{FF2B5EF4-FFF2-40B4-BE49-F238E27FC236}">
                  <a16:creationId xmlns:a16="http://schemas.microsoft.com/office/drawing/2014/main" id="{77B3A44A-4356-F6C6-E4DD-A9FA6720888D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1638" y="4840684"/>
              <a:ext cx="731520" cy="731520"/>
            </a:xfrm>
            <a:prstGeom prst="rect">
              <a:avLst/>
            </a:prstGeom>
          </p:spPr>
        </p:pic>
        <p:pic>
          <p:nvPicPr>
            <p:cNvPr id="70" name="Picture 69">
              <a:extLst>
                <a:ext uri="{FF2B5EF4-FFF2-40B4-BE49-F238E27FC236}">
                  <a16:creationId xmlns:a16="http://schemas.microsoft.com/office/drawing/2014/main" id="{DAC76108-B6BE-C4FE-FD92-D2B74CE3F734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22043" y="2475851"/>
              <a:ext cx="731520" cy="73152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1134864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B9A2D0-CEC0-0E2D-F07F-1BD1C08240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DEBA253D-D83F-AFBC-0B2C-B05551E45E09}"/>
              </a:ext>
            </a:extLst>
          </p:cNvPr>
          <p:cNvSpPr txBox="1">
            <a:spLocks/>
          </p:cNvSpPr>
          <p:nvPr/>
        </p:nvSpPr>
        <p:spPr>
          <a:xfrm>
            <a:off x="5255421" y="1366443"/>
            <a:ext cx="6562954" cy="33034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sz="25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5010A416-14B2-378E-6AB2-8C1802BD8911}"/>
              </a:ext>
            </a:extLst>
          </p:cNvPr>
          <p:cNvSpPr txBox="1">
            <a:spLocks/>
          </p:cNvSpPr>
          <p:nvPr/>
        </p:nvSpPr>
        <p:spPr>
          <a:xfrm>
            <a:off x="-1" y="65893"/>
            <a:ext cx="2979175" cy="5982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Tutorial 1: Normal Case Example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78B8533-B848-DB00-524D-1983B2FAAE9D}"/>
              </a:ext>
            </a:extLst>
          </p:cNvPr>
          <p:cNvGrpSpPr/>
          <p:nvPr/>
        </p:nvGrpSpPr>
        <p:grpSpPr>
          <a:xfrm>
            <a:off x="1452880" y="1676400"/>
            <a:ext cx="9286240" cy="3068319"/>
            <a:chOff x="2430679" y="2027331"/>
            <a:chExt cx="7330643" cy="2347784"/>
          </a:xfrm>
        </p:grpSpPr>
        <p:grpSp>
          <p:nvGrpSpPr>
            <p:cNvPr id="131" name="Group 130">
              <a:extLst>
                <a:ext uri="{FF2B5EF4-FFF2-40B4-BE49-F238E27FC236}">
                  <a16:creationId xmlns:a16="http://schemas.microsoft.com/office/drawing/2014/main" id="{BEADC55F-9BE3-D56D-D8B1-6070F9F3F824}"/>
                </a:ext>
              </a:extLst>
            </p:cNvPr>
            <p:cNvGrpSpPr/>
            <p:nvPr/>
          </p:nvGrpSpPr>
          <p:grpSpPr>
            <a:xfrm>
              <a:off x="2430679" y="2470106"/>
              <a:ext cx="7330643" cy="1905009"/>
              <a:chOff x="2086292" y="2470106"/>
              <a:chExt cx="7330643" cy="1905009"/>
            </a:xfrm>
          </p:grpSpPr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7D58F53D-C0B8-B3FE-5D35-DBB0F927417B}"/>
                  </a:ext>
                </a:extLst>
              </p:cNvPr>
              <p:cNvGrpSpPr/>
              <p:nvPr/>
            </p:nvGrpSpPr>
            <p:grpSpPr>
              <a:xfrm>
                <a:off x="2086292" y="2473544"/>
                <a:ext cx="1758109" cy="1889360"/>
                <a:chOff x="965426" y="1709246"/>
                <a:chExt cx="3859863" cy="3893119"/>
              </a:xfrm>
            </p:grpSpPr>
            <p:grpSp>
              <p:nvGrpSpPr>
                <p:cNvPr id="71" name="Group 70">
                  <a:extLst>
                    <a:ext uri="{FF2B5EF4-FFF2-40B4-BE49-F238E27FC236}">
                      <a16:creationId xmlns:a16="http://schemas.microsoft.com/office/drawing/2014/main" id="{1DBA86A7-9555-C9E0-22B7-A8A59174D4D4}"/>
                    </a:ext>
                  </a:extLst>
                </p:cNvPr>
                <p:cNvGrpSpPr/>
                <p:nvPr/>
              </p:nvGrpSpPr>
              <p:grpSpPr>
                <a:xfrm>
                  <a:off x="965426" y="1709246"/>
                  <a:ext cx="3859863" cy="3893119"/>
                  <a:chOff x="6929426" y="1679085"/>
                  <a:chExt cx="3859863" cy="3893119"/>
                </a:xfrm>
              </p:grpSpPr>
              <p:pic>
                <p:nvPicPr>
                  <p:cNvPr id="72" name="Picture 71">
                    <a:extLst>
                      <a:ext uri="{FF2B5EF4-FFF2-40B4-BE49-F238E27FC236}">
                        <a16:creationId xmlns:a16="http://schemas.microsoft.com/office/drawing/2014/main" id="{A96AF3DD-2346-5B8E-987A-6D9EB80EF688}"/>
                      </a:ext>
                    </a:extLst>
                  </p:cNvPr>
                  <p:cNvPicPr preferRelativeResize="0">
                    <a:picLocks/>
                  </p:cNvPicPr>
                  <p:nvPr/>
                </p:nvPicPr>
                <p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9253563" y="2482227"/>
                    <a:ext cx="731520" cy="731520"/>
                  </a:xfrm>
                  <a:prstGeom prst="rect">
                    <a:avLst/>
                  </a:prstGeom>
                  <a:effectLst>
                    <a:softEdge rad="0"/>
                  </a:effectLst>
                </p:spPr>
              </p:pic>
              <p:pic>
                <p:nvPicPr>
                  <p:cNvPr id="73" name="Picture 72">
                    <a:extLst>
                      <a:ext uri="{FF2B5EF4-FFF2-40B4-BE49-F238E27FC236}">
                        <a16:creationId xmlns:a16="http://schemas.microsoft.com/office/drawing/2014/main" id="{101B980F-4C5C-75BF-6817-2FB2C673047F}"/>
                      </a:ext>
                    </a:extLst>
                  </p:cNvPr>
                  <p:cNvPicPr preferRelativeResize="0">
                    <a:picLocks/>
                  </p:cNvPicPr>
                  <p:nvPr/>
                </p:nvPicPr>
                <p:blipFill>
                  <a:blip r:embed="rId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0054369" y="4833601"/>
                    <a:ext cx="731520" cy="731520"/>
                  </a:xfrm>
                  <a:prstGeom prst="rect">
                    <a:avLst/>
                  </a:prstGeom>
                  <a:effectLst>
                    <a:softEdge rad="0"/>
                  </a:effectLst>
                </p:spPr>
              </p:pic>
              <p:pic>
                <p:nvPicPr>
                  <p:cNvPr id="74" name="Picture 73">
                    <a:extLst>
                      <a:ext uri="{FF2B5EF4-FFF2-40B4-BE49-F238E27FC236}">
                        <a16:creationId xmlns:a16="http://schemas.microsoft.com/office/drawing/2014/main" id="{BE113A28-ED7B-3DB8-7EAE-BE03227927EA}"/>
                      </a:ext>
                    </a:extLst>
                  </p:cNvPr>
                  <p:cNvPicPr preferRelativeResize="0">
                    <a:picLocks/>
                  </p:cNvPicPr>
                  <p:nvPr/>
                </p:nvPicPr>
                <p:blipFill>
                  <a:blip r:embed="rId4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9270363" y="4042843"/>
                    <a:ext cx="731520" cy="731520"/>
                  </a:xfrm>
                  <a:prstGeom prst="rect">
                    <a:avLst/>
                  </a:prstGeom>
                  <a:ln w="38100">
                    <a:noFill/>
                  </a:ln>
                  <a:effectLst>
                    <a:softEdge rad="0"/>
                  </a:effectLst>
                </p:spPr>
              </p:pic>
              <p:pic>
                <p:nvPicPr>
                  <p:cNvPr id="75" name="Picture 74">
                    <a:extLst>
                      <a:ext uri="{FF2B5EF4-FFF2-40B4-BE49-F238E27FC236}">
                        <a16:creationId xmlns:a16="http://schemas.microsoft.com/office/drawing/2014/main" id="{ECEC4FAF-0DF4-FE15-DFB2-19E718ACAE63}"/>
                      </a:ext>
                    </a:extLst>
                  </p:cNvPr>
                  <p:cNvPicPr preferRelativeResize="0">
                    <a:picLocks/>
                  </p:cNvPicPr>
                  <p:nvPr/>
                </p:nvPicPr>
                <p:blipFill>
                  <a:blip r:embed="rId5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8475529" y="1688163"/>
                    <a:ext cx="731520" cy="731520"/>
                  </a:xfrm>
                  <a:prstGeom prst="rect">
                    <a:avLst/>
                  </a:prstGeom>
                  <a:effectLst>
                    <a:softEdge rad="0"/>
                  </a:effectLst>
                </p:spPr>
              </p:pic>
              <p:pic>
                <p:nvPicPr>
                  <p:cNvPr id="76" name="Picture 75">
                    <a:extLst>
                      <a:ext uri="{FF2B5EF4-FFF2-40B4-BE49-F238E27FC236}">
                        <a16:creationId xmlns:a16="http://schemas.microsoft.com/office/drawing/2014/main" id="{41B15315-ECE0-E644-FA84-98124E5B7F91}"/>
                      </a:ext>
                    </a:extLst>
                  </p:cNvPr>
                  <p:cNvPicPr preferRelativeResize="0">
                    <a:picLocks/>
                  </p:cNvPicPr>
                  <p:nvPr/>
                </p:nvPicPr>
                <p:blipFill>
                  <a:blip r:embed="rId6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0057769" y="1701290"/>
                    <a:ext cx="731520" cy="731520"/>
                  </a:xfrm>
                  <a:prstGeom prst="rect">
                    <a:avLst/>
                  </a:prstGeom>
                  <a:effectLst>
                    <a:softEdge rad="0"/>
                  </a:effectLst>
                </p:spPr>
              </p:pic>
              <p:pic>
                <p:nvPicPr>
                  <p:cNvPr id="77" name="Picture 76">
                    <a:extLst>
                      <a:ext uri="{FF2B5EF4-FFF2-40B4-BE49-F238E27FC236}">
                        <a16:creationId xmlns:a16="http://schemas.microsoft.com/office/drawing/2014/main" id="{FA922E3A-A7B9-AAF2-1D1C-14480B7F861F}"/>
                      </a:ext>
                    </a:extLst>
                  </p:cNvPr>
                  <p:cNvPicPr preferRelativeResize="0">
                    <a:picLocks/>
                  </p:cNvPicPr>
                  <p:nvPr/>
                </p:nvPicPr>
                <p:blipFill>
                  <a:blip r:embed="rId7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9270638" y="3266609"/>
                    <a:ext cx="731520" cy="731520"/>
                  </a:xfrm>
                  <a:prstGeom prst="rect">
                    <a:avLst/>
                  </a:prstGeom>
                  <a:effectLst>
                    <a:softEdge rad="0"/>
                  </a:effectLst>
                </p:spPr>
              </p:pic>
              <p:pic>
                <p:nvPicPr>
                  <p:cNvPr id="78" name="Picture 77">
                    <a:extLst>
                      <a:ext uri="{FF2B5EF4-FFF2-40B4-BE49-F238E27FC236}">
                        <a16:creationId xmlns:a16="http://schemas.microsoft.com/office/drawing/2014/main" id="{6DD0ED2D-F0C7-9F9E-81ED-439BB42231BE}"/>
                      </a:ext>
                    </a:extLst>
                  </p:cNvPr>
                  <p:cNvPicPr preferRelativeResize="0">
                    <a:picLocks/>
                  </p:cNvPicPr>
                  <p:nvPr/>
                </p:nvPicPr>
                <p:blipFill>
                  <a:blip r:embed="rId8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6929426" y="3261895"/>
                    <a:ext cx="731520" cy="731520"/>
                  </a:xfrm>
                  <a:prstGeom prst="rect">
                    <a:avLst/>
                  </a:prstGeom>
                  <a:effectLst>
                    <a:softEdge rad="0"/>
                  </a:effectLst>
                </p:spPr>
              </p:pic>
              <p:pic>
                <p:nvPicPr>
                  <p:cNvPr id="79" name="Picture 78">
                    <a:extLst>
                      <a:ext uri="{FF2B5EF4-FFF2-40B4-BE49-F238E27FC236}">
                        <a16:creationId xmlns:a16="http://schemas.microsoft.com/office/drawing/2014/main" id="{DF97215F-1C93-D030-8760-C4B87F60EAF5}"/>
                      </a:ext>
                    </a:extLst>
                  </p:cNvPr>
                  <p:cNvPicPr preferRelativeResize="0">
                    <a:picLocks/>
                  </p:cNvPicPr>
                  <p:nvPr/>
                </p:nvPicPr>
                <p:blipFill>
                  <a:blip r:embed="rId9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8486357" y="4046439"/>
                    <a:ext cx="731520" cy="731520"/>
                  </a:xfrm>
                  <a:prstGeom prst="rect">
                    <a:avLst/>
                  </a:prstGeom>
                  <a:effectLst>
                    <a:softEdge rad="0"/>
                  </a:effectLst>
                </p:spPr>
              </p:pic>
              <p:pic>
                <p:nvPicPr>
                  <p:cNvPr id="80" name="Picture 79">
                    <a:extLst>
                      <a:ext uri="{FF2B5EF4-FFF2-40B4-BE49-F238E27FC236}">
                        <a16:creationId xmlns:a16="http://schemas.microsoft.com/office/drawing/2014/main" id="{EAD87078-B35A-7548-4259-FA4E04A80820}"/>
                      </a:ext>
                    </a:extLst>
                  </p:cNvPr>
                  <p:cNvPicPr preferRelativeResize="0">
                    <a:picLocks/>
                  </p:cNvPicPr>
                  <p:nvPr/>
                </p:nvPicPr>
                <p:blipFill>
                  <a:blip r:embed="rId10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7700073" y="3256669"/>
                    <a:ext cx="731520" cy="731520"/>
                  </a:xfrm>
                  <a:prstGeom prst="rect">
                    <a:avLst/>
                  </a:prstGeom>
                  <a:ln w="25400">
                    <a:solidFill>
                      <a:srgbClr val="FF0000"/>
                    </a:solidFill>
                  </a:ln>
                  <a:effectLst>
                    <a:softEdge rad="0"/>
                  </a:effectLst>
                </p:spPr>
              </p:pic>
              <p:pic>
                <p:nvPicPr>
                  <p:cNvPr id="81" name="Picture 80">
                    <a:extLst>
                      <a:ext uri="{FF2B5EF4-FFF2-40B4-BE49-F238E27FC236}">
                        <a16:creationId xmlns:a16="http://schemas.microsoft.com/office/drawing/2014/main" id="{9EE184B2-8FD9-B2E2-3ADC-2FADBD82B979}"/>
                      </a:ext>
                    </a:extLst>
                  </p:cNvPr>
                  <p:cNvPicPr preferRelativeResize="0">
                    <a:picLocks/>
                  </p:cNvPicPr>
                  <p:nvPr/>
                </p:nvPicPr>
                <p:blipFill>
                  <a:blip r:embed="rId11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9253563" y="1697845"/>
                    <a:ext cx="731520" cy="731520"/>
                  </a:xfrm>
                  <a:prstGeom prst="rect">
                    <a:avLst/>
                  </a:prstGeom>
                  <a:effectLst>
                    <a:softEdge rad="0"/>
                  </a:effectLst>
                </p:spPr>
              </p:pic>
              <p:pic>
                <p:nvPicPr>
                  <p:cNvPr id="82" name="Picture 81">
                    <a:extLst>
                      <a:ext uri="{FF2B5EF4-FFF2-40B4-BE49-F238E27FC236}">
                        <a16:creationId xmlns:a16="http://schemas.microsoft.com/office/drawing/2014/main" id="{76F739E1-FF86-937F-5F4E-2178E6A619A0}"/>
                      </a:ext>
                    </a:extLst>
                  </p:cNvPr>
                  <p:cNvPicPr preferRelativeResize="0">
                    <a:picLocks/>
                  </p:cNvPicPr>
                  <p:nvPr/>
                </p:nvPicPr>
                <p:blipFill>
                  <a:blip r:embed="rId1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6930164" y="2472285"/>
                    <a:ext cx="731520" cy="731520"/>
                  </a:xfrm>
                  <a:prstGeom prst="rect">
                    <a:avLst/>
                  </a:prstGeom>
                  <a:effectLst>
                    <a:softEdge rad="0"/>
                  </a:effectLst>
                </p:spPr>
              </p:pic>
              <p:pic>
                <p:nvPicPr>
                  <p:cNvPr id="83" name="Picture 82">
                    <a:extLst>
                      <a:ext uri="{FF2B5EF4-FFF2-40B4-BE49-F238E27FC236}">
                        <a16:creationId xmlns:a16="http://schemas.microsoft.com/office/drawing/2014/main" id="{F9C82EEA-8D9D-3AD5-E14A-40A820FF30D7}"/>
                      </a:ext>
                    </a:extLst>
                  </p:cNvPr>
                  <p:cNvPicPr preferRelativeResize="0">
                    <a:picLocks/>
                  </p:cNvPicPr>
                  <p:nvPr/>
                </p:nvPicPr>
                <p:blipFill>
                  <a:blip r:embed="rId1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9272045" y="4833601"/>
                    <a:ext cx="731520" cy="731520"/>
                  </a:xfrm>
                  <a:prstGeom prst="rect">
                    <a:avLst/>
                  </a:prstGeom>
                  <a:effectLst>
                    <a:softEdge rad="0"/>
                  </a:effectLst>
                </p:spPr>
              </p:pic>
              <p:pic>
                <p:nvPicPr>
                  <p:cNvPr id="84" name="Picture 83">
                    <a:extLst>
                      <a:ext uri="{FF2B5EF4-FFF2-40B4-BE49-F238E27FC236}">
                        <a16:creationId xmlns:a16="http://schemas.microsoft.com/office/drawing/2014/main" id="{D3F98A5E-2F9A-3F25-7053-EACD6575AA1C}"/>
                      </a:ext>
                    </a:extLst>
                  </p:cNvPr>
                  <p:cNvPicPr preferRelativeResize="0">
                    <a:picLocks/>
                  </p:cNvPicPr>
                  <p:nvPr/>
                </p:nvPicPr>
                <p:blipFill>
                  <a:blip r:embed="rId14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7704720" y="4837143"/>
                    <a:ext cx="731520" cy="731520"/>
                  </a:xfrm>
                  <a:prstGeom prst="rect">
                    <a:avLst/>
                  </a:prstGeom>
                  <a:effectLst>
                    <a:softEdge rad="0"/>
                  </a:effectLst>
                </p:spPr>
              </p:pic>
              <p:pic>
                <p:nvPicPr>
                  <p:cNvPr id="85" name="Picture 84">
                    <a:extLst>
                      <a:ext uri="{FF2B5EF4-FFF2-40B4-BE49-F238E27FC236}">
                        <a16:creationId xmlns:a16="http://schemas.microsoft.com/office/drawing/2014/main" id="{2012C270-1520-C320-4109-EC925551C52A}"/>
                      </a:ext>
                    </a:extLst>
                  </p:cNvPr>
                  <p:cNvPicPr preferRelativeResize="0">
                    <a:picLocks/>
                  </p:cNvPicPr>
                  <p:nvPr/>
                </p:nvPicPr>
                <p:blipFill>
                  <a:blip r:embed="rId15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7690779" y="1681313"/>
                    <a:ext cx="731520" cy="731520"/>
                  </a:xfrm>
                  <a:prstGeom prst="rect">
                    <a:avLst/>
                  </a:prstGeom>
                  <a:effectLst>
                    <a:softEdge rad="0"/>
                  </a:effectLst>
                </p:spPr>
              </p:pic>
              <p:pic>
                <p:nvPicPr>
                  <p:cNvPr id="86" name="Picture 85">
                    <a:extLst>
                      <a:ext uri="{FF2B5EF4-FFF2-40B4-BE49-F238E27FC236}">
                        <a16:creationId xmlns:a16="http://schemas.microsoft.com/office/drawing/2014/main" id="{80431E80-373A-8822-6A1D-4C9F9F1501FA}"/>
                      </a:ext>
                    </a:extLst>
                  </p:cNvPr>
                  <p:cNvPicPr preferRelativeResize="0">
                    <a:picLocks/>
                  </p:cNvPicPr>
                  <p:nvPr/>
                </p:nvPicPr>
                <p:blipFill>
                  <a:blip r:embed="rId16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7695426" y="2468203"/>
                    <a:ext cx="731520" cy="731520"/>
                  </a:xfrm>
                  <a:prstGeom prst="rect">
                    <a:avLst/>
                  </a:prstGeom>
                  <a:ln w="25400">
                    <a:solidFill>
                      <a:schemeClr val="tx1"/>
                    </a:solidFill>
                  </a:ln>
                  <a:effectLst>
                    <a:softEdge rad="0"/>
                  </a:effectLst>
                </p:spPr>
              </p:pic>
              <p:pic>
                <p:nvPicPr>
                  <p:cNvPr id="87" name="Picture 86">
                    <a:extLst>
                      <a:ext uri="{FF2B5EF4-FFF2-40B4-BE49-F238E27FC236}">
                        <a16:creationId xmlns:a16="http://schemas.microsoft.com/office/drawing/2014/main" id="{D831BDB7-C10E-6B16-B188-28190FD985EB}"/>
                      </a:ext>
                    </a:extLst>
                  </p:cNvPr>
                  <p:cNvPicPr preferRelativeResize="0">
                    <a:picLocks/>
                  </p:cNvPicPr>
                  <p:nvPr/>
                </p:nvPicPr>
                <p:blipFill>
                  <a:blip r:embed="rId17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6930901" y="1679085"/>
                    <a:ext cx="731520" cy="731520"/>
                  </a:xfrm>
                  <a:prstGeom prst="rect">
                    <a:avLst/>
                  </a:prstGeom>
                  <a:effectLst>
                    <a:softEdge rad="0"/>
                  </a:effectLst>
                </p:spPr>
              </p:pic>
              <p:pic>
                <p:nvPicPr>
                  <p:cNvPr id="88" name="Picture 87">
                    <a:extLst>
                      <a:ext uri="{FF2B5EF4-FFF2-40B4-BE49-F238E27FC236}">
                        <a16:creationId xmlns:a16="http://schemas.microsoft.com/office/drawing/2014/main" id="{08D0B8E6-C212-6C47-80B2-67FDCD4FBCC6}"/>
                      </a:ext>
                    </a:extLst>
                  </p:cNvPr>
                  <p:cNvPicPr preferRelativeResize="0">
                    <a:picLocks/>
                  </p:cNvPicPr>
                  <p:nvPr/>
                </p:nvPicPr>
                <p:blipFill>
                  <a:blip r:embed="rId18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0057769" y="2484368"/>
                    <a:ext cx="731520" cy="731520"/>
                  </a:xfrm>
                  <a:prstGeom prst="rect">
                    <a:avLst/>
                  </a:prstGeom>
                  <a:effectLst>
                    <a:softEdge rad="0"/>
                  </a:effectLst>
                </p:spPr>
              </p:pic>
              <p:pic>
                <p:nvPicPr>
                  <p:cNvPr id="89" name="Picture 88">
                    <a:extLst>
                      <a:ext uri="{FF2B5EF4-FFF2-40B4-BE49-F238E27FC236}">
                        <a16:creationId xmlns:a16="http://schemas.microsoft.com/office/drawing/2014/main" id="{BA0636F1-7A8E-ACB3-9C6D-D822B83DA916}"/>
                      </a:ext>
                    </a:extLst>
                  </p:cNvPr>
                  <p:cNvPicPr preferRelativeResize="0">
                    <a:picLocks/>
                  </p:cNvPicPr>
                  <p:nvPr/>
                </p:nvPicPr>
                <p:blipFill>
                  <a:blip r:embed="rId19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0057769" y="3267446"/>
                    <a:ext cx="731520" cy="731520"/>
                  </a:xfrm>
                  <a:prstGeom prst="rect">
                    <a:avLst/>
                  </a:prstGeom>
                  <a:effectLst>
                    <a:softEdge rad="0"/>
                  </a:effectLst>
                </p:spPr>
              </p:pic>
              <p:pic>
                <p:nvPicPr>
                  <p:cNvPr id="90" name="Picture 89">
                    <a:extLst>
                      <a:ext uri="{FF2B5EF4-FFF2-40B4-BE49-F238E27FC236}">
                        <a16:creationId xmlns:a16="http://schemas.microsoft.com/office/drawing/2014/main" id="{65820FAB-79F7-102F-29EB-DDCEE5E28CB8}"/>
                      </a:ext>
                    </a:extLst>
                  </p:cNvPr>
                  <p:cNvPicPr preferRelativeResize="0">
                    <a:picLocks/>
                  </p:cNvPicPr>
                  <p:nvPr/>
                </p:nvPicPr>
                <p:blipFill>
                  <a:blip r:embed="rId20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0054369" y="4050524"/>
                    <a:ext cx="731520" cy="731520"/>
                  </a:xfrm>
                  <a:prstGeom prst="rect">
                    <a:avLst/>
                  </a:prstGeom>
                  <a:effectLst>
                    <a:softEdge rad="0"/>
                  </a:effectLst>
                </p:spPr>
              </p:pic>
              <p:pic>
                <p:nvPicPr>
                  <p:cNvPr id="91" name="Picture 90">
                    <a:extLst>
                      <a:ext uri="{FF2B5EF4-FFF2-40B4-BE49-F238E27FC236}">
                        <a16:creationId xmlns:a16="http://schemas.microsoft.com/office/drawing/2014/main" id="{16F74513-9F0B-8B9F-7911-1B8E760EF54C}"/>
                      </a:ext>
                    </a:extLst>
                  </p:cNvPr>
                  <p:cNvPicPr preferRelativeResize="0">
                    <a:picLocks/>
                  </p:cNvPicPr>
                  <p:nvPr/>
                </p:nvPicPr>
                <p:blipFill>
                  <a:blip r:embed="rId21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8498785" y="3263539"/>
                    <a:ext cx="731520" cy="731520"/>
                  </a:xfrm>
                  <a:prstGeom prst="rect">
                    <a:avLst/>
                  </a:prstGeom>
                  <a:effectLst>
                    <a:softEdge rad="0"/>
                  </a:effectLst>
                </p:spPr>
              </p:pic>
              <p:pic>
                <p:nvPicPr>
                  <p:cNvPr id="92" name="Picture 91">
                    <a:extLst>
                      <a:ext uri="{FF2B5EF4-FFF2-40B4-BE49-F238E27FC236}">
                        <a16:creationId xmlns:a16="http://schemas.microsoft.com/office/drawing/2014/main" id="{F0633833-F4CF-402D-A79D-92C0B9DD009A}"/>
                      </a:ext>
                    </a:extLst>
                  </p:cNvPr>
                  <p:cNvPicPr preferRelativeResize="0">
                    <a:picLocks/>
                  </p:cNvPicPr>
                  <p:nvPr/>
                </p:nvPicPr>
                <p:blipFill>
                  <a:blip r:embed="rId2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8487473" y="4838914"/>
                    <a:ext cx="731520" cy="731520"/>
                  </a:xfrm>
                  <a:prstGeom prst="rect">
                    <a:avLst/>
                  </a:prstGeom>
                  <a:effectLst>
                    <a:softEdge rad="0"/>
                  </a:effectLst>
                </p:spPr>
              </p:pic>
              <p:pic>
                <p:nvPicPr>
                  <p:cNvPr id="93" name="Picture 92">
                    <a:extLst>
                      <a:ext uri="{FF2B5EF4-FFF2-40B4-BE49-F238E27FC236}">
                        <a16:creationId xmlns:a16="http://schemas.microsoft.com/office/drawing/2014/main" id="{16F19CF2-AE1E-9C61-1AE1-89C984FB45AD}"/>
                      </a:ext>
                    </a:extLst>
                  </p:cNvPr>
                  <p:cNvPicPr preferRelativeResize="0">
                    <a:picLocks/>
                  </p:cNvPicPr>
                  <p:nvPr/>
                </p:nvPicPr>
                <p:blipFill>
                  <a:blip r:embed="rId2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7709366" y="4046439"/>
                    <a:ext cx="731520" cy="731520"/>
                  </a:xfrm>
                  <a:prstGeom prst="rect">
                    <a:avLst/>
                  </a:prstGeom>
                  <a:effectLst>
                    <a:softEdge rad="0"/>
                  </a:effectLst>
                </p:spPr>
              </p:pic>
              <p:pic>
                <p:nvPicPr>
                  <p:cNvPr id="94" name="Picture 93">
                    <a:extLst>
                      <a:ext uri="{FF2B5EF4-FFF2-40B4-BE49-F238E27FC236}">
                        <a16:creationId xmlns:a16="http://schemas.microsoft.com/office/drawing/2014/main" id="{632640A3-C61B-55E9-1CA1-E5DAF246DB2E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4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6929426" y="4046439"/>
                    <a:ext cx="734469" cy="731520"/>
                  </a:xfrm>
                  <a:prstGeom prst="rect">
                    <a:avLst/>
                  </a:prstGeom>
                </p:spPr>
              </p:pic>
              <p:pic>
                <p:nvPicPr>
                  <p:cNvPr id="95" name="Picture 94">
                    <a:extLst>
                      <a:ext uri="{FF2B5EF4-FFF2-40B4-BE49-F238E27FC236}">
                        <a16:creationId xmlns:a16="http://schemas.microsoft.com/office/drawing/2014/main" id="{4D81E650-0544-AB5A-F8C1-BED3B3804D85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5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6931638" y="4840684"/>
                    <a:ext cx="731520" cy="731520"/>
                  </a:xfrm>
                  <a:prstGeom prst="rect">
                    <a:avLst/>
                  </a:prstGeom>
                </p:spPr>
              </p:pic>
              <p:pic>
                <p:nvPicPr>
                  <p:cNvPr id="96" name="Picture 95">
                    <a:extLst>
                      <a:ext uri="{FF2B5EF4-FFF2-40B4-BE49-F238E27FC236}">
                        <a16:creationId xmlns:a16="http://schemas.microsoft.com/office/drawing/2014/main" id="{4BF78DF5-9AC6-1BE7-4218-38D80345F54F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6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8522043" y="2475851"/>
                    <a:ext cx="731520" cy="731520"/>
                  </a:xfrm>
                  <a:prstGeom prst="rect">
                    <a:avLst/>
                  </a:prstGeom>
                </p:spPr>
              </p:pic>
            </p:grpSp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95394B8A-AAD0-3026-A508-C97E1AD3354B}"/>
                    </a:ext>
                  </a:extLst>
                </p:cNvPr>
                <p:cNvSpPr txBox="1"/>
                <p:nvPr/>
              </p:nvSpPr>
              <p:spPr>
                <a:xfrm>
                  <a:off x="2055459" y="3771114"/>
                  <a:ext cx="634186" cy="34880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500" dirty="0">
                      <a:solidFill>
                        <a:schemeClr val="bg1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highlight>
                        <a:srgbClr val="FF0000"/>
                      </a:highlight>
                    </a:rPr>
                    <a:t>*RP</a:t>
                  </a:r>
                </a:p>
              </p:txBody>
            </p:sp>
            <p:pic>
              <p:nvPicPr>
                <p:cNvPr id="2" name="Graphic 1" descr="Arrow Up with solid fill">
                  <a:extLst>
                    <a:ext uri="{FF2B5EF4-FFF2-40B4-BE49-F238E27FC236}">
                      <a16:creationId xmlns:a16="http://schemas.microsoft.com/office/drawing/2014/main" id="{BFC4E813-E1CC-99F2-664E-2AEA57A509A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7">
                  <a:extLst>
                    <a:ext uri="{96DAC541-7B7A-43D3-8B79-37D633B846F1}">
                      <asvg:svgBlip xmlns:asvg="http://schemas.microsoft.com/office/drawing/2016/SVG/main" r:embed="rId28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958340" y="2923361"/>
                  <a:ext cx="548640" cy="548640"/>
                </a:xfrm>
                <a:prstGeom prst="rect">
                  <a:avLst/>
                </a:prstGeom>
              </p:spPr>
            </p:pic>
          </p:grpSp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F22C3E6D-DC31-69C2-A078-8843A3416440}"/>
                  </a:ext>
                </a:extLst>
              </p:cNvPr>
              <p:cNvGrpSpPr/>
              <p:nvPr/>
            </p:nvGrpSpPr>
            <p:grpSpPr>
              <a:xfrm>
                <a:off x="3932032" y="2470106"/>
                <a:ext cx="1758109" cy="1889360"/>
                <a:chOff x="965426" y="1709246"/>
                <a:chExt cx="3859863" cy="3893119"/>
              </a:xfrm>
            </p:grpSpPr>
            <p:grpSp>
              <p:nvGrpSpPr>
                <p:cNvPr id="12" name="Group 11">
                  <a:extLst>
                    <a:ext uri="{FF2B5EF4-FFF2-40B4-BE49-F238E27FC236}">
                      <a16:creationId xmlns:a16="http://schemas.microsoft.com/office/drawing/2014/main" id="{56CED39D-E4D3-8532-68CB-3DBB98B371C5}"/>
                    </a:ext>
                  </a:extLst>
                </p:cNvPr>
                <p:cNvGrpSpPr/>
                <p:nvPr/>
              </p:nvGrpSpPr>
              <p:grpSpPr>
                <a:xfrm>
                  <a:off x="965426" y="1709246"/>
                  <a:ext cx="3859863" cy="3893119"/>
                  <a:chOff x="6929426" y="1679085"/>
                  <a:chExt cx="3859863" cy="3893119"/>
                </a:xfrm>
              </p:grpSpPr>
              <p:pic>
                <p:nvPicPr>
                  <p:cNvPr id="22" name="Picture 21">
                    <a:extLst>
                      <a:ext uri="{FF2B5EF4-FFF2-40B4-BE49-F238E27FC236}">
                        <a16:creationId xmlns:a16="http://schemas.microsoft.com/office/drawing/2014/main" id="{BBD27DFB-DDF5-EC5C-14A7-08B3B3D8C1BD}"/>
                      </a:ext>
                    </a:extLst>
                  </p:cNvPr>
                  <p:cNvPicPr preferRelativeResize="0">
                    <a:picLocks/>
                  </p:cNvPicPr>
                  <p:nvPr/>
                </p:nvPicPr>
                <p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9253563" y="2482227"/>
                    <a:ext cx="731520" cy="731520"/>
                  </a:xfrm>
                  <a:prstGeom prst="rect">
                    <a:avLst/>
                  </a:prstGeom>
                  <a:effectLst>
                    <a:softEdge rad="0"/>
                  </a:effectLst>
                </p:spPr>
              </p:pic>
              <p:pic>
                <p:nvPicPr>
                  <p:cNvPr id="23" name="Picture 22">
                    <a:extLst>
                      <a:ext uri="{FF2B5EF4-FFF2-40B4-BE49-F238E27FC236}">
                        <a16:creationId xmlns:a16="http://schemas.microsoft.com/office/drawing/2014/main" id="{2CF1693B-8BC0-63B9-5E94-A4192D83769E}"/>
                      </a:ext>
                    </a:extLst>
                  </p:cNvPr>
                  <p:cNvPicPr preferRelativeResize="0">
                    <a:picLocks/>
                  </p:cNvPicPr>
                  <p:nvPr/>
                </p:nvPicPr>
                <p:blipFill>
                  <a:blip r:embed="rId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0054369" y="4833601"/>
                    <a:ext cx="731520" cy="731520"/>
                  </a:xfrm>
                  <a:prstGeom prst="rect">
                    <a:avLst/>
                  </a:prstGeom>
                  <a:effectLst>
                    <a:softEdge rad="0"/>
                  </a:effectLst>
                </p:spPr>
              </p:pic>
              <p:pic>
                <p:nvPicPr>
                  <p:cNvPr id="24" name="Picture 23">
                    <a:extLst>
                      <a:ext uri="{FF2B5EF4-FFF2-40B4-BE49-F238E27FC236}">
                        <a16:creationId xmlns:a16="http://schemas.microsoft.com/office/drawing/2014/main" id="{3EA45AF4-2FBD-6059-2690-22AF86CC40FE}"/>
                      </a:ext>
                    </a:extLst>
                  </p:cNvPr>
                  <p:cNvPicPr preferRelativeResize="0">
                    <a:picLocks/>
                  </p:cNvPicPr>
                  <p:nvPr/>
                </p:nvPicPr>
                <p:blipFill>
                  <a:blip r:embed="rId4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9270363" y="4042843"/>
                    <a:ext cx="731520" cy="731520"/>
                  </a:xfrm>
                  <a:prstGeom prst="rect">
                    <a:avLst/>
                  </a:prstGeom>
                  <a:ln w="38100">
                    <a:noFill/>
                  </a:ln>
                  <a:effectLst>
                    <a:softEdge rad="0"/>
                  </a:effectLst>
                </p:spPr>
              </p:pic>
              <p:pic>
                <p:nvPicPr>
                  <p:cNvPr id="25" name="Picture 24">
                    <a:extLst>
                      <a:ext uri="{FF2B5EF4-FFF2-40B4-BE49-F238E27FC236}">
                        <a16:creationId xmlns:a16="http://schemas.microsoft.com/office/drawing/2014/main" id="{0CD2A91D-E037-359E-D42C-C8BB6F987F53}"/>
                      </a:ext>
                    </a:extLst>
                  </p:cNvPr>
                  <p:cNvPicPr preferRelativeResize="0">
                    <a:picLocks/>
                  </p:cNvPicPr>
                  <p:nvPr/>
                </p:nvPicPr>
                <p:blipFill>
                  <a:blip r:embed="rId5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8475529" y="1688163"/>
                    <a:ext cx="731520" cy="731520"/>
                  </a:xfrm>
                  <a:prstGeom prst="rect">
                    <a:avLst/>
                  </a:prstGeom>
                  <a:effectLst>
                    <a:softEdge rad="0"/>
                  </a:effectLst>
                </p:spPr>
              </p:pic>
              <p:pic>
                <p:nvPicPr>
                  <p:cNvPr id="26" name="Picture 25">
                    <a:extLst>
                      <a:ext uri="{FF2B5EF4-FFF2-40B4-BE49-F238E27FC236}">
                        <a16:creationId xmlns:a16="http://schemas.microsoft.com/office/drawing/2014/main" id="{98B0BC9C-E6EA-9319-4502-82DA20B05BEF}"/>
                      </a:ext>
                    </a:extLst>
                  </p:cNvPr>
                  <p:cNvPicPr preferRelativeResize="0">
                    <a:picLocks/>
                  </p:cNvPicPr>
                  <p:nvPr/>
                </p:nvPicPr>
                <p:blipFill>
                  <a:blip r:embed="rId6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0057769" y="1701290"/>
                    <a:ext cx="731520" cy="731520"/>
                  </a:xfrm>
                  <a:prstGeom prst="rect">
                    <a:avLst/>
                  </a:prstGeom>
                  <a:effectLst>
                    <a:softEdge rad="0"/>
                  </a:effectLst>
                </p:spPr>
              </p:pic>
              <p:pic>
                <p:nvPicPr>
                  <p:cNvPr id="27" name="Picture 26">
                    <a:extLst>
                      <a:ext uri="{FF2B5EF4-FFF2-40B4-BE49-F238E27FC236}">
                        <a16:creationId xmlns:a16="http://schemas.microsoft.com/office/drawing/2014/main" id="{C5344E48-4A84-A82F-D7AF-FC017CC46552}"/>
                      </a:ext>
                    </a:extLst>
                  </p:cNvPr>
                  <p:cNvPicPr preferRelativeResize="0">
                    <a:picLocks/>
                  </p:cNvPicPr>
                  <p:nvPr/>
                </p:nvPicPr>
                <p:blipFill>
                  <a:blip r:embed="rId7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9270638" y="3266609"/>
                    <a:ext cx="731520" cy="731520"/>
                  </a:xfrm>
                  <a:prstGeom prst="rect">
                    <a:avLst/>
                  </a:prstGeom>
                  <a:effectLst>
                    <a:softEdge rad="0"/>
                  </a:effectLst>
                </p:spPr>
              </p:pic>
              <p:pic>
                <p:nvPicPr>
                  <p:cNvPr id="28" name="Picture 27">
                    <a:extLst>
                      <a:ext uri="{FF2B5EF4-FFF2-40B4-BE49-F238E27FC236}">
                        <a16:creationId xmlns:a16="http://schemas.microsoft.com/office/drawing/2014/main" id="{22A8C847-62DC-09B3-38D0-C06D2018EEB7}"/>
                      </a:ext>
                    </a:extLst>
                  </p:cNvPr>
                  <p:cNvPicPr preferRelativeResize="0">
                    <a:picLocks/>
                  </p:cNvPicPr>
                  <p:nvPr/>
                </p:nvPicPr>
                <p:blipFill>
                  <a:blip r:embed="rId8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6929426" y="3261895"/>
                    <a:ext cx="731520" cy="731520"/>
                  </a:xfrm>
                  <a:prstGeom prst="rect">
                    <a:avLst/>
                  </a:prstGeom>
                  <a:effectLst>
                    <a:softEdge rad="0"/>
                  </a:effectLst>
                </p:spPr>
              </p:pic>
              <p:pic>
                <p:nvPicPr>
                  <p:cNvPr id="29" name="Picture 28">
                    <a:extLst>
                      <a:ext uri="{FF2B5EF4-FFF2-40B4-BE49-F238E27FC236}">
                        <a16:creationId xmlns:a16="http://schemas.microsoft.com/office/drawing/2014/main" id="{5EC09316-59E1-D3B9-F8F2-F6F3BF5FCE7F}"/>
                      </a:ext>
                    </a:extLst>
                  </p:cNvPr>
                  <p:cNvPicPr preferRelativeResize="0">
                    <a:picLocks/>
                  </p:cNvPicPr>
                  <p:nvPr/>
                </p:nvPicPr>
                <p:blipFill>
                  <a:blip r:embed="rId9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8486357" y="4046439"/>
                    <a:ext cx="731520" cy="731520"/>
                  </a:xfrm>
                  <a:prstGeom prst="rect">
                    <a:avLst/>
                  </a:prstGeom>
                  <a:effectLst>
                    <a:softEdge rad="0"/>
                  </a:effectLst>
                </p:spPr>
              </p:pic>
              <p:pic>
                <p:nvPicPr>
                  <p:cNvPr id="30" name="Picture 29">
                    <a:extLst>
                      <a:ext uri="{FF2B5EF4-FFF2-40B4-BE49-F238E27FC236}">
                        <a16:creationId xmlns:a16="http://schemas.microsoft.com/office/drawing/2014/main" id="{4CC3B15D-8718-A2FC-646E-37EECB86BB31}"/>
                      </a:ext>
                    </a:extLst>
                  </p:cNvPr>
                  <p:cNvPicPr preferRelativeResize="0">
                    <a:picLocks/>
                  </p:cNvPicPr>
                  <p:nvPr/>
                </p:nvPicPr>
                <p:blipFill>
                  <a:blip r:embed="rId10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7700073" y="3256669"/>
                    <a:ext cx="731520" cy="731520"/>
                  </a:xfrm>
                  <a:prstGeom prst="rect">
                    <a:avLst/>
                  </a:prstGeom>
                  <a:ln w="25400">
                    <a:solidFill>
                      <a:srgbClr val="FF0000"/>
                    </a:solidFill>
                  </a:ln>
                  <a:effectLst>
                    <a:softEdge rad="0"/>
                  </a:effectLst>
                </p:spPr>
              </p:pic>
              <p:pic>
                <p:nvPicPr>
                  <p:cNvPr id="31" name="Picture 30">
                    <a:extLst>
                      <a:ext uri="{FF2B5EF4-FFF2-40B4-BE49-F238E27FC236}">
                        <a16:creationId xmlns:a16="http://schemas.microsoft.com/office/drawing/2014/main" id="{B76B5469-3375-21A7-B544-7E26477898A0}"/>
                      </a:ext>
                    </a:extLst>
                  </p:cNvPr>
                  <p:cNvPicPr preferRelativeResize="0">
                    <a:picLocks/>
                  </p:cNvPicPr>
                  <p:nvPr/>
                </p:nvPicPr>
                <p:blipFill>
                  <a:blip r:embed="rId11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9253563" y="1697845"/>
                    <a:ext cx="731520" cy="731520"/>
                  </a:xfrm>
                  <a:prstGeom prst="rect">
                    <a:avLst/>
                  </a:prstGeom>
                  <a:effectLst>
                    <a:softEdge rad="0"/>
                  </a:effectLst>
                </p:spPr>
              </p:pic>
              <p:pic>
                <p:nvPicPr>
                  <p:cNvPr id="32" name="Picture 31">
                    <a:extLst>
                      <a:ext uri="{FF2B5EF4-FFF2-40B4-BE49-F238E27FC236}">
                        <a16:creationId xmlns:a16="http://schemas.microsoft.com/office/drawing/2014/main" id="{5BF283D6-7EFD-9F63-15C3-2621E09D59E9}"/>
                      </a:ext>
                    </a:extLst>
                  </p:cNvPr>
                  <p:cNvPicPr preferRelativeResize="0">
                    <a:picLocks/>
                  </p:cNvPicPr>
                  <p:nvPr/>
                </p:nvPicPr>
                <p:blipFill>
                  <a:blip r:embed="rId1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6930164" y="2472285"/>
                    <a:ext cx="731520" cy="731520"/>
                  </a:xfrm>
                  <a:prstGeom prst="rect">
                    <a:avLst/>
                  </a:prstGeom>
                  <a:effectLst>
                    <a:softEdge rad="0"/>
                  </a:effectLst>
                </p:spPr>
              </p:pic>
              <p:pic>
                <p:nvPicPr>
                  <p:cNvPr id="33" name="Picture 32">
                    <a:extLst>
                      <a:ext uri="{FF2B5EF4-FFF2-40B4-BE49-F238E27FC236}">
                        <a16:creationId xmlns:a16="http://schemas.microsoft.com/office/drawing/2014/main" id="{8B17A9F0-2AEA-CAD2-CEA9-ECEEFDAC9783}"/>
                      </a:ext>
                    </a:extLst>
                  </p:cNvPr>
                  <p:cNvPicPr preferRelativeResize="0">
                    <a:picLocks/>
                  </p:cNvPicPr>
                  <p:nvPr/>
                </p:nvPicPr>
                <p:blipFill>
                  <a:blip r:embed="rId1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9272045" y="4833601"/>
                    <a:ext cx="731520" cy="731520"/>
                  </a:xfrm>
                  <a:prstGeom prst="rect">
                    <a:avLst/>
                  </a:prstGeom>
                  <a:effectLst>
                    <a:softEdge rad="0"/>
                  </a:effectLst>
                </p:spPr>
              </p:pic>
              <p:pic>
                <p:nvPicPr>
                  <p:cNvPr id="34" name="Picture 33">
                    <a:extLst>
                      <a:ext uri="{FF2B5EF4-FFF2-40B4-BE49-F238E27FC236}">
                        <a16:creationId xmlns:a16="http://schemas.microsoft.com/office/drawing/2014/main" id="{7C0EEE0F-5FED-9EC3-4B06-491BD8A5E979}"/>
                      </a:ext>
                    </a:extLst>
                  </p:cNvPr>
                  <p:cNvPicPr preferRelativeResize="0">
                    <a:picLocks/>
                  </p:cNvPicPr>
                  <p:nvPr/>
                </p:nvPicPr>
                <p:blipFill>
                  <a:blip r:embed="rId14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7704720" y="4837143"/>
                    <a:ext cx="731520" cy="731520"/>
                  </a:xfrm>
                  <a:prstGeom prst="rect">
                    <a:avLst/>
                  </a:prstGeom>
                  <a:effectLst>
                    <a:softEdge rad="0"/>
                  </a:effectLst>
                </p:spPr>
              </p:pic>
              <p:pic>
                <p:nvPicPr>
                  <p:cNvPr id="35" name="Picture 34">
                    <a:extLst>
                      <a:ext uri="{FF2B5EF4-FFF2-40B4-BE49-F238E27FC236}">
                        <a16:creationId xmlns:a16="http://schemas.microsoft.com/office/drawing/2014/main" id="{D58806CC-84D5-6496-C809-4330F41492BF}"/>
                      </a:ext>
                    </a:extLst>
                  </p:cNvPr>
                  <p:cNvPicPr preferRelativeResize="0">
                    <a:picLocks/>
                  </p:cNvPicPr>
                  <p:nvPr/>
                </p:nvPicPr>
                <p:blipFill>
                  <a:blip r:embed="rId15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7690779" y="1681313"/>
                    <a:ext cx="731520" cy="731520"/>
                  </a:xfrm>
                  <a:prstGeom prst="rect">
                    <a:avLst/>
                  </a:prstGeom>
                  <a:effectLst>
                    <a:softEdge rad="0"/>
                  </a:effectLst>
                </p:spPr>
              </p:pic>
              <p:pic>
                <p:nvPicPr>
                  <p:cNvPr id="36" name="Picture 35">
                    <a:extLst>
                      <a:ext uri="{FF2B5EF4-FFF2-40B4-BE49-F238E27FC236}">
                        <a16:creationId xmlns:a16="http://schemas.microsoft.com/office/drawing/2014/main" id="{65057B6D-6FAD-F2EB-93C5-82B9645DC617}"/>
                      </a:ext>
                    </a:extLst>
                  </p:cNvPr>
                  <p:cNvPicPr preferRelativeResize="0">
                    <a:picLocks/>
                  </p:cNvPicPr>
                  <p:nvPr/>
                </p:nvPicPr>
                <p:blipFill>
                  <a:blip r:embed="rId16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7695425" y="2468203"/>
                    <a:ext cx="731519" cy="731520"/>
                  </a:xfrm>
                  <a:prstGeom prst="rect">
                    <a:avLst/>
                  </a:prstGeom>
                  <a:ln w="25400">
                    <a:noFill/>
                  </a:ln>
                  <a:effectLst>
                    <a:softEdge rad="0"/>
                  </a:effectLst>
                </p:spPr>
              </p:pic>
              <p:pic>
                <p:nvPicPr>
                  <p:cNvPr id="37" name="Picture 36">
                    <a:extLst>
                      <a:ext uri="{FF2B5EF4-FFF2-40B4-BE49-F238E27FC236}">
                        <a16:creationId xmlns:a16="http://schemas.microsoft.com/office/drawing/2014/main" id="{B6B0B650-A044-38B5-504C-7E713AA41E85}"/>
                      </a:ext>
                    </a:extLst>
                  </p:cNvPr>
                  <p:cNvPicPr preferRelativeResize="0">
                    <a:picLocks/>
                  </p:cNvPicPr>
                  <p:nvPr/>
                </p:nvPicPr>
                <p:blipFill>
                  <a:blip r:embed="rId17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6930901" y="1679085"/>
                    <a:ext cx="731520" cy="731520"/>
                  </a:xfrm>
                  <a:prstGeom prst="rect">
                    <a:avLst/>
                  </a:prstGeom>
                  <a:effectLst>
                    <a:softEdge rad="0"/>
                  </a:effectLst>
                </p:spPr>
              </p:pic>
              <p:pic>
                <p:nvPicPr>
                  <p:cNvPr id="38" name="Picture 37">
                    <a:extLst>
                      <a:ext uri="{FF2B5EF4-FFF2-40B4-BE49-F238E27FC236}">
                        <a16:creationId xmlns:a16="http://schemas.microsoft.com/office/drawing/2014/main" id="{93606809-04C2-B5BA-7744-88659A8FA803}"/>
                      </a:ext>
                    </a:extLst>
                  </p:cNvPr>
                  <p:cNvPicPr preferRelativeResize="0">
                    <a:picLocks/>
                  </p:cNvPicPr>
                  <p:nvPr/>
                </p:nvPicPr>
                <p:blipFill>
                  <a:blip r:embed="rId18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0057769" y="2484368"/>
                    <a:ext cx="731520" cy="731520"/>
                  </a:xfrm>
                  <a:prstGeom prst="rect">
                    <a:avLst/>
                  </a:prstGeom>
                  <a:effectLst>
                    <a:softEdge rad="0"/>
                  </a:effectLst>
                </p:spPr>
              </p:pic>
              <p:pic>
                <p:nvPicPr>
                  <p:cNvPr id="39" name="Picture 38">
                    <a:extLst>
                      <a:ext uri="{FF2B5EF4-FFF2-40B4-BE49-F238E27FC236}">
                        <a16:creationId xmlns:a16="http://schemas.microsoft.com/office/drawing/2014/main" id="{B01DBE37-CF9B-8670-E3D8-93B6EBB070C4}"/>
                      </a:ext>
                    </a:extLst>
                  </p:cNvPr>
                  <p:cNvPicPr preferRelativeResize="0">
                    <a:picLocks/>
                  </p:cNvPicPr>
                  <p:nvPr/>
                </p:nvPicPr>
                <p:blipFill>
                  <a:blip r:embed="rId19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0057769" y="3267446"/>
                    <a:ext cx="731520" cy="731520"/>
                  </a:xfrm>
                  <a:prstGeom prst="rect">
                    <a:avLst/>
                  </a:prstGeom>
                  <a:effectLst>
                    <a:softEdge rad="0"/>
                  </a:effectLst>
                </p:spPr>
              </p:pic>
              <p:pic>
                <p:nvPicPr>
                  <p:cNvPr id="40" name="Picture 39">
                    <a:extLst>
                      <a:ext uri="{FF2B5EF4-FFF2-40B4-BE49-F238E27FC236}">
                        <a16:creationId xmlns:a16="http://schemas.microsoft.com/office/drawing/2014/main" id="{A9794C39-AD8E-665D-F70B-5FC8CB5B33F3}"/>
                      </a:ext>
                    </a:extLst>
                  </p:cNvPr>
                  <p:cNvPicPr preferRelativeResize="0">
                    <a:picLocks/>
                  </p:cNvPicPr>
                  <p:nvPr/>
                </p:nvPicPr>
                <p:blipFill>
                  <a:blip r:embed="rId20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0054369" y="4050524"/>
                    <a:ext cx="731520" cy="731520"/>
                  </a:xfrm>
                  <a:prstGeom prst="rect">
                    <a:avLst/>
                  </a:prstGeom>
                  <a:effectLst>
                    <a:softEdge rad="0"/>
                  </a:effectLst>
                </p:spPr>
              </p:pic>
              <p:pic>
                <p:nvPicPr>
                  <p:cNvPr id="41" name="Picture 40">
                    <a:extLst>
                      <a:ext uri="{FF2B5EF4-FFF2-40B4-BE49-F238E27FC236}">
                        <a16:creationId xmlns:a16="http://schemas.microsoft.com/office/drawing/2014/main" id="{28A68D0F-8FA5-47AA-29D7-338F03D03F3C}"/>
                      </a:ext>
                    </a:extLst>
                  </p:cNvPr>
                  <p:cNvPicPr preferRelativeResize="0">
                    <a:picLocks/>
                  </p:cNvPicPr>
                  <p:nvPr/>
                </p:nvPicPr>
                <p:blipFill>
                  <a:blip r:embed="rId21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8498785" y="3263539"/>
                    <a:ext cx="731520" cy="731520"/>
                  </a:xfrm>
                  <a:prstGeom prst="rect">
                    <a:avLst/>
                  </a:prstGeom>
                  <a:effectLst>
                    <a:softEdge rad="0"/>
                  </a:effectLst>
                </p:spPr>
              </p:pic>
              <p:pic>
                <p:nvPicPr>
                  <p:cNvPr id="42" name="Picture 41">
                    <a:extLst>
                      <a:ext uri="{FF2B5EF4-FFF2-40B4-BE49-F238E27FC236}">
                        <a16:creationId xmlns:a16="http://schemas.microsoft.com/office/drawing/2014/main" id="{66205334-6996-FA54-24A1-3B47FB92B6F3}"/>
                      </a:ext>
                    </a:extLst>
                  </p:cNvPr>
                  <p:cNvPicPr preferRelativeResize="0">
                    <a:picLocks/>
                  </p:cNvPicPr>
                  <p:nvPr/>
                </p:nvPicPr>
                <p:blipFill>
                  <a:blip r:embed="rId2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8487473" y="4838914"/>
                    <a:ext cx="731520" cy="731520"/>
                  </a:xfrm>
                  <a:prstGeom prst="rect">
                    <a:avLst/>
                  </a:prstGeom>
                  <a:effectLst>
                    <a:softEdge rad="0"/>
                  </a:effectLst>
                </p:spPr>
              </p:pic>
              <p:pic>
                <p:nvPicPr>
                  <p:cNvPr id="43" name="Picture 42">
                    <a:extLst>
                      <a:ext uri="{FF2B5EF4-FFF2-40B4-BE49-F238E27FC236}">
                        <a16:creationId xmlns:a16="http://schemas.microsoft.com/office/drawing/2014/main" id="{7425B6A5-E243-C86D-1E64-E4375C9196C3}"/>
                      </a:ext>
                    </a:extLst>
                  </p:cNvPr>
                  <p:cNvPicPr preferRelativeResize="0">
                    <a:picLocks/>
                  </p:cNvPicPr>
                  <p:nvPr/>
                </p:nvPicPr>
                <p:blipFill>
                  <a:blip r:embed="rId2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7709366" y="4046439"/>
                    <a:ext cx="731520" cy="731520"/>
                  </a:xfrm>
                  <a:prstGeom prst="rect">
                    <a:avLst/>
                  </a:prstGeom>
                  <a:ln w="25400">
                    <a:solidFill>
                      <a:schemeClr val="tx1"/>
                    </a:solidFill>
                  </a:ln>
                  <a:effectLst>
                    <a:softEdge rad="0"/>
                  </a:effectLst>
                </p:spPr>
              </p:pic>
              <p:pic>
                <p:nvPicPr>
                  <p:cNvPr id="44" name="Picture 43">
                    <a:extLst>
                      <a:ext uri="{FF2B5EF4-FFF2-40B4-BE49-F238E27FC236}">
                        <a16:creationId xmlns:a16="http://schemas.microsoft.com/office/drawing/2014/main" id="{B23CCDE1-C805-B39D-293A-00E543CEEA9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4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6929426" y="4046439"/>
                    <a:ext cx="734469" cy="731520"/>
                  </a:xfrm>
                  <a:prstGeom prst="rect">
                    <a:avLst/>
                  </a:prstGeom>
                </p:spPr>
              </p:pic>
              <p:pic>
                <p:nvPicPr>
                  <p:cNvPr id="45" name="Picture 44">
                    <a:extLst>
                      <a:ext uri="{FF2B5EF4-FFF2-40B4-BE49-F238E27FC236}">
                        <a16:creationId xmlns:a16="http://schemas.microsoft.com/office/drawing/2014/main" id="{3CECC3C9-9F59-4D60-1F15-31DDD788D400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5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6931638" y="4840684"/>
                    <a:ext cx="731520" cy="731520"/>
                  </a:xfrm>
                  <a:prstGeom prst="rect">
                    <a:avLst/>
                  </a:prstGeom>
                </p:spPr>
              </p:pic>
              <p:pic>
                <p:nvPicPr>
                  <p:cNvPr id="46" name="Picture 45">
                    <a:extLst>
                      <a:ext uri="{FF2B5EF4-FFF2-40B4-BE49-F238E27FC236}">
                        <a16:creationId xmlns:a16="http://schemas.microsoft.com/office/drawing/2014/main" id="{86C52704-39A4-E29E-5728-FD8950C9B8B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6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8522043" y="2475851"/>
                    <a:ext cx="731520" cy="731520"/>
                  </a:xfrm>
                  <a:prstGeom prst="rect">
                    <a:avLst/>
                  </a:prstGeom>
                </p:spPr>
              </p:pic>
            </p:grpSp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F507A650-B06D-834B-47B4-B265FC288472}"/>
                    </a:ext>
                  </a:extLst>
                </p:cNvPr>
                <p:cNvSpPr txBox="1"/>
                <p:nvPr/>
              </p:nvSpPr>
              <p:spPr>
                <a:xfrm>
                  <a:off x="2055458" y="3771114"/>
                  <a:ext cx="634186" cy="34880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500" dirty="0">
                      <a:solidFill>
                        <a:schemeClr val="bg1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highlight>
                        <a:srgbClr val="FF0000"/>
                      </a:highlight>
                    </a:rPr>
                    <a:t>*RP</a:t>
                  </a:r>
                </a:p>
              </p:txBody>
            </p:sp>
            <p:pic>
              <p:nvPicPr>
                <p:cNvPr id="21" name="Graphic 20" descr="Arrow Up with solid fill">
                  <a:extLst>
                    <a:ext uri="{FF2B5EF4-FFF2-40B4-BE49-F238E27FC236}">
                      <a16:creationId xmlns:a16="http://schemas.microsoft.com/office/drawing/2014/main" id="{2F7B0727-5D64-915C-7F4B-7FD19CE0F12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7">
                  <a:extLst>
                    <a:ext uri="{96DAC541-7B7A-43D3-8B79-37D633B846F1}">
                      <asvg:svgBlip xmlns:asvg="http://schemas.microsoft.com/office/drawing/2016/SVG/main" r:embed="rId28"/>
                    </a:ext>
                  </a:extLst>
                </a:blip>
                <a:stretch>
                  <a:fillRect/>
                </a:stretch>
              </p:blipFill>
              <p:spPr>
                <a:xfrm rot="10800000">
                  <a:off x="1841269" y="3743097"/>
                  <a:ext cx="548640" cy="548640"/>
                </a:xfrm>
                <a:prstGeom prst="rect">
                  <a:avLst/>
                </a:prstGeom>
              </p:spPr>
            </p:pic>
          </p:grpSp>
          <p:grpSp>
            <p:nvGrpSpPr>
              <p:cNvPr id="47" name="Group 46">
                <a:extLst>
                  <a:ext uri="{FF2B5EF4-FFF2-40B4-BE49-F238E27FC236}">
                    <a16:creationId xmlns:a16="http://schemas.microsoft.com/office/drawing/2014/main" id="{315E90DC-9AB8-7DA1-29E9-EB197C3D6DA5}"/>
                  </a:ext>
                </a:extLst>
              </p:cNvPr>
              <p:cNvGrpSpPr/>
              <p:nvPr/>
            </p:nvGrpSpPr>
            <p:grpSpPr>
              <a:xfrm>
                <a:off x="5803685" y="2484320"/>
                <a:ext cx="1758109" cy="1889360"/>
                <a:chOff x="965426" y="1709246"/>
                <a:chExt cx="3859863" cy="3893119"/>
              </a:xfrm>
            </p:grpSpPr>
            <p:grpSp>
              <p:nvGrpSpPr>
                <p:cNvPr id="48" name="Group 47">
                  <a:extLst>
                    <a:ext uri="{FF2B5EF4-FFF2-40B4-BE49-F238E27FC236}">
                      <a16:creationId xmlns:a16="http://schemas.microsoft.com/office/drawing/2014/main" id="{3CD88BD2-1A51-0A3A-F22C-9FAF2166051E}"/>
                    </a:ext>
                  </a:extLst>
                </p:cNvPr>
                <p:cNvGrpSpPr/>
                <p:nvPr/>
              </p:nvGrpSpPr>
              <p:grpSpPr>
                <a:xfrm>
                  <a:off x="965426" y="1709246"/>
                  <a:ext cx="3859863" cy="3893119"/>
                  <a:chOff x="6929426" y="1679085"/>
                  <a:chExt cx="3859863" cy="3893119"/>
                </a:xfrm>
              </p:grpSpPr>
              <p:pic>
                <p:nvPicPr>
                  <p:cNvPr id="51" name="Picture 50">
                    <a:extLst>
                      <a:ext uri="{FF2B5EF4-FFF2-40B4-BE49-F238E27FC236}">
                        <a16:creationId xmlns:a16="http://schemas.microsoft.com/office/drawing/2014/main" id="{E408043F-3867-ACC4-8CF8-0AAE56C2D583}"/>
                      </a:ext>
                    </a:extLst>
                  </p:cNvPr>
                  <p:cNvPicPr preferRelativeResize="0">
                    <a:picLocks/>
                  </p:cNvPicPr>
                  <p:nvPr/>
                </p:nvPicPr>
                <p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9253563" y="2482227"/>
                    <a:ext cx="731520" cy="731520"/>
                  </a:xfrm>
                  <a:prstGeom prst="rect">
                    <a:avLst/>
                  </a:prstGeom>
                  <a:effectLst>
                    <a:softEdge rad="0"/>
                  </a:effectLst>
                </p:spPr>
              </p:pic>
              <p:pic>
                <p:nvPicPr>
                  <p:cNvPr id="52" name="Picture 51">
                    <a:extLst>
                      <a:ext uri="{FF2B5EF4-FFF2-40B4-BE49-F238E27FC236}">
                        <a16:creationId xmlns:a16="http://schemas.microsoft.com/office/drawing/2014/main" id="{8F806F51-54D5-3A5C-9A3F-268391047FB4}"/>
                      </a:ext>
                    </a:extLst>
                  </p:cNvPr>
                  <p:cNvPicPr preferRelativeResize="0">
                    <a:picLocks/>
                  </p:cNvPicPr>
                  <p:nvPr/>
                </p:nvPicPr>
                <p:blipFill>
                  <a:blip r:embed="rId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0054369" y="4833601"/>
                    <a:ext cx="731520" cy="731520"/>
                  </a:xfrm>
                  <a:prstGeom prst="rect">
                    <a:avLst/>
                  </a:prstGeom>
                  <a:effectLst>
                    <a:softEdge rad="0"/>
                  </a:effectLst>
                </p:spPr>
              </p:pic>
              <p:pic>
                <p:nvPicPr>
                  <p:cNvPr id="53" name="Picture 52">
                    <a:extLst>
                      <a:ext uri="{FF2B5EF4-FFF2-40B4-BE49-F238E27FC236}">
                        <a16:creationId xmlns:a16="http://schemas.microsoft.com/office/drawing/2014/main" id="{AA486101-5DA1-B5CF-AD48-D36F71DD5D7D}"/>
                      </a:ext>
                    </a:extLst>
                  </p:cNvPr>
                  <p:cNvPicPr preferRelativeResize="0">
                    <a:picLocks/>
                  </p:cNvPicPr>
                  <p:nvPr/>
                </p:nvPicPr>
                <p:blipFill>
                  <a:blip r:embed="rId4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9270363" y="4042843"/>
                    <a:ext cx="731520" cy="731520"/>
                  </a:xfrm>
                  <a:prstGeom prst="rect">
                    <a:avLst/>
                  </a:prstGeom>
                  <a:ln w="38100">
                    <a:noFill/>
                  </a:ln>
                  <a:effectLst>
                    <a:softEdge rad="0"/>
                  </a:effectLst>
                </p:spPr>
              </p:pic>
              <p:pic>
                <p:nvPicPr>
                  <p:cNvPr id="54" name="Picture 53">
                    <a:extLst>
                      <a:ext uri="{FF2B5EF4-FFF2-40B4-BE49-F238E27FC236}">
                        <a16:creationId xmlns:a16="http://schemas.microsoft.com/office/drawing/2014/main" id="{A5476A3A-5383-9EB3-84B5-5511DE4067C1}"/>
                      </a:ext>
                    </a:extLst>
                  </p:cNvPr>
                  <p:cNvPicPr preferRelativeResize="0">
                    <a:picLocks/>
                  </p:cNvPicPr>
                  <p:nvPr/>
                </p:nvPicPr>
                <p:blipFill>
                  <a:blip r:embed="rId5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8475529" y="1688163"/>
                    <a:ext cx="731520" cy="731520"/>
                  </a:xfrm>
                  <a:prstGeom prst="rect">
                    <a:avLst/>
                  </a:prstGeom>
                  <a:effectLst>
                    <a:softEdge rad="0"/>
                  </a:effectLst>
                </p:spPr>
              </p:pic>
              <p:pic>
                <p:nvPicPr>
                  <p:cNvPr id="55" name="Picture 54">
                    <a:extLst>
                      <a:ext uri="{FF2B5EF4-FFF2-40B4-BE49-F238E27FC236}">
                        <a16:creationId xmlns:a16="http://schemas.microsoft.com/office/drawing/2014/main" id="{8522E4E4-AB77-9B94-E88C-EFD20A44378F}"/>
                      </a:ext>
                    </a:extLst>
                  </p:cNvPr>
                  <p:cNvPicPr preferRelativeResize="0">
                    <a:picLocks/>
                  </p:cNvPicPr>
                  <p:nvPr/>
                </p:nvPicPr>
                <p:blipFill>
                  <a:blip r:embed="rId6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0057769" y="1701290"/>
                    <a:ext cx="731520" cy="731520"/>
                  </a:xfrm>
                  <a:prstGeom prst="rect">
                    <a:avLst/>
                  </a:prstGeom>
                  <a:effectLst>
                    <a:softEdge rad="0"/>
                  </a:effectLst>
                </p:spPr>
              </p:pic>
              <p:pic>
                <p:nvPicPr>
                  <p:cNvPr id="56" name="Picture 55">
                    <a:extLst>
                      <a:ext uri="{FF2B5EF4-FFF2-40B4-BE49-F238E27FC236}">
                        <a16:creationId xmlns:a16="http://schemas.microsoft.com/office/drawing/2014/main" id="{4EB271BE-68D1-C17C-E877-152E09BF79C3}"/>
                      </a:ext>
                    </a:extLst>
                  </p:cNvPr>
                  <p:cNvPicPr preferRelativeResize="0">
                    <a:picLocks/>
                  </p:cNvPicPr>
                  <p:nvPr/>
                </p:nvPicPr>
                <p:blipFill>
                  <a:blip r:embed="rId7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9270638" y="3266609"/>
                    <a:ext cx="731520" cy="731520"/>
                  </a:xfrm>
                  <a:prstGeom prst="rect">
                    <a:avLst/>
                  </a:prstGeom>
                  <a:effectLst>
                    <a:softEdge rad="0"/>
                  </a:effectLst>
                </p:spPr>
              </p:pic>
              <p:pic>
                <p:nvPicPr>
                  <p:cNvPr id="57" name="Picture 56">
                    <a:extLst>
                      <a:ext uri="{FF2B5EF4-FFF2-40B4-BE49-F238E27FC236}">
                        <a16:creationId xmlns:a16="http://schemas.microsoft.com/office/drawing/2014/main" id="{7965B7DA-F8DB-86E1-06B0-6C7F50729AE0}"/>
                      </a:ext>
                    </a:extLst>
                  </p:cNvPr>
                  <p:cNvPicPr preferRelativeResize="0">
                    <a:picLocks/>
                  </p:cNvPicPr>
                  <p:nvPr/>
                </p:nvPicPr>
                <p:blipFill>
                  <a:blip r:embed="rId8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6929426" y="3261895"/>
                    <a:ext cx="731520" cy="731520"/>
                  </a:xfrm>
                  <a:prstGeom prst="rect">
                    <a:avLst/>
                  </a:prstGeom>
                  <a:effectLst>
                    <a:softEdge rad="0"/>
                  </a:effectLst>
                </p:spPr>
              </p:pic>
              <p:pic>
                <p:nvPicPr>
                  <p:cNvPr id="58" name="Picture 57">
                    <a:extLst>
                      <a:ext uri="{FF2B5EF4-FFF2-40B4-BE49-F238E27FC236}">
                        <a16:creationId xmlns:a16="http://schemas.microsoft.com/office/drawing/2014/main" id="{B3A5FAE9-CA35-206B-79E6-B1E02DC0DCEE}"/>
                      </a:ext>
                    </a:extLst>
                  </p:cNvPr>
                  <p:cNvPicPr preferRelativeResize="0">
                    <a:picLocks/>
                  </p:cNvPicPr>
                  <p:nvPr/>
                </p:nvPicPr>
                <p:blipFill>
                  <a:blip r:embed="rId9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8486357" y="4046439"/>
                    <a:ext cx="731520" cy="731520"/>
                  </a:xfrm>
                  <a:prstGeom prst="rect">
                    <a:avLst/>
                  </a:prstGeom>
                  <a:effectLst>
                    <a:softEdge rad="0"/>
                  </a:effectLst>
                </p:spPr>
              </p:pic>
              <p:pic>
                <p:nvPicPr>
                  <p:cNvPr id="59" name="Picture 58">
                    <a:extLst>
                      <a:ext uri="{FF2B5EF4-FFF2-40B4-BE49-F238E27FC236}">
                        <a16:creationId xmlns:a16="http://schemas.microsoft.com/office/drawing/2014/main" id="{E19C8848-5181-A392-027F-C14F3A08C88F}"/>
                      </a:ext>
                    </a:extLst>
                  </p:cNvPr>
                  <p:cNvPicPr preferRelativeResize="0">
                    <a:picLocks/>
                  </p:cNvPicPr>
                  <p:nvPr/>
                </p:nvPicPr>
                <p:blipFill>
                  <a:blip r:embed="rId10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7700073" y="3256669"/>
                    <a:ext cx="731520" cy="731520"/>
                  </a:xfrm>
                  <a:prstGeom prst="rect">
                    <a:avLst/>
                  </a:prstGeom>
                  <a:ln w="25400">
                    <a:solidFill>
                      <a:srgbClr val="FF0000"/>
                    </a:solidFill>
                  </a:ln>
                  <a:effectLst>
                    <a:softEdge rad="0"/>
                  </a:effectLst>
                </p:spPr>
              </p:pic>
              <p:pic>
                <p:nvPicPr>
                  <p:cNvPr id="60" name="Picture 59">
                    <a:extLst>
                      <a:ext uri="{FF2B5EF4-FFF2-40B4-BE49-F238E27FC236}">
                        <a16:creationId xmlns:a16="http://schemas.microsoft.com/office/drawing/2014/main" id="{3F15F8D3-4625-0E2F-CF07-8FDFBBD9EC0F}"/>
                      </a:ext>
                    </a:extLst>
                  </p:cNvPr>
                  <p:cNvPicPr preferRelativeResize="0">
                    <a:picLocks/>
                  </p:cNvPicPr>
                  <p:nvPr/>
                </p:nvPicPr>
                <p:blipFill>
                  <a:blip r:embed="rId11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9253563" y="1697845"/>
                    <a:ext cx="731520" cy="731520"/>
                  </a:xfrm>
                  <a:prstGeom prst="rect">
                    <a:avLst/>
                  </a:prstGeom>
                  <a:effectLst>
                    <a:softEdge rad="0"/>
                  </a:effectLst>
                </p:spPr>
              </p:pic>
              <p:pic>
                <p:nvPicPr>
                  <p:cNvPr id="61" name="Picture 60">
                    <a:extLst>
                      <a:ext uri="{FF2B5EF4-FFF2-40B4-BE49-F238E27FC236}">
                        <a16:creationId xmlns:a16="http://schemas.microsoft.com/office/drawing/2014/main" id="{CEFA7CFF-299B-71E1-7CEC-6E0F8ED8E5D3}"/>
                      </a:ext>
                    </a:extLst>
                  </p:cNvPr>
                  <p:cNvPicPr preferRelativeResize="0">
                    <a:picLocks/>
                  </p:cNvPicPr>
                  <p:nvPr/>
                </p:nvPicPr>
                <p:blipFill>
                  <a:blip r:embed="rId1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6930164" y="2472285"/>
                    <a:ext cx="731520" cy="731520"/>
                  </a:xfrm>
                  <a:prstGeom prst="rect">
                    <a:avLst/>
                  </a:prstGeom>
                  <a:effectLst>
                    <a:softEdge rad="0"/>
                  </a:effectLst>
                </p:spPr>
              </p:pic>
              <p:pic>
                <p:nvPicPr>
                  <p:cNvPr id="62" name="Picture 61">
                    <a:extLst>
                      <a:ext uri="{FF2B5EF4-FFF2-40B4-BE49-F238E27FC236}">
                        <a16:creationId xmlns:a16="http://schemas.microsoft.com/office/drawing/2014/main" id="{742C8023-6DCD-3B91-424E-AAA2EF0C0F41}"/>
                      </a:ext>
                    </a:extLst>
                  </p:cNvPr>
                  <p:cNvPicPr preferRelativeResize="0">
                    <a:picLocks/>
                  </p:cNvPicPr>
                  <p:nvPr/>
                </p:nvPicPr>
                <p:blipFill>
                  <a:blip r:embed="rId1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9272045" y="4833601"/>
                    <a:ext cx="731520" cy="731520"/>
                  </a:xfrm>
                  <a:prstGeom prst="rect">
                    <a:avLst/>
                  </a:prstGeom>
                  <a:effectLst>
                    <a:softEdge rad="0"/>
                  </a:effectLst>
                </p:spPr>
              </p:pic>
              <p:pic>
                <p:nvPicPr>
                  <p:cNvPr id="63" name="Picture 62">
                    <a:extLst>
                      <a:ext uri="{FF2B5EF4-FFF2-40B4-BE49-F238E27FC236}">
                        <a16:creationId xmlns:a16="http://schemas.microsoft.com/office/drawing/2014/main" id="{DAC36337-F608-C4C6-886A-BFC6D04B6797}"/>
                      </a:ext>
                    </a:extLst>
                  </p:cNvPr>
                  <p:cNvPicPr preferRelativeResize="0">
                    <a:picLocks/>
                  </p:cNvPicPr>
                  <p:nvPr/>
                </p:nvPicPr>
                <p:blipFill>
                  <a:blip r:embed="rId14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7704720" y="4837143"/>
                    <a:ext cx="731520" cy="731520"/>
                  </a:xfrm>
                  <a:prstGeom prst="rect">
                    <a:avLst/>
                  </a:prstGeom>
                  <a:effectLst>
                    <a:softEdge rad="0"/>
                  </a:effectLst>
                </p:spPr>
              </p:pic>
              <p:pic>
                <p:nvPicPr>
                  <p:cNvPr id="64" name="Picture 63">
                    <a:extLst>
                      <a:ext uri="{FF2B5EF4-FFF2-40B4-BE49-F238E27FC236}">
                        <a16:creationId xmlns:a16="http://schemas.microsoft.com/office/drawing/2014/main" id="{C18D8F74-9DBE-7E83-6F70-2F9D83DDAF5F}"/>
                      </a:ext>
                    </a:extLst>
                  </p:cNvPr>
                  <p:cNvPicPr preferRelativeResize="0">
                    <a:picLocks/>
                  </p:cNvPicPr>
                  <p:nvPr/>
                </p:nvPicPr>
                <p:blipFill>
                  <a:blip r:embed="rId15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7690779" y="1681313"/>
                    <a:ext cx="731520" cy="731520"/>
                  </a:xfrm>
                  <a:prstGeom prst="rect">
                    <a:avLst/>
                  </a:prstGeom>
                  <a:effectLst>
                    <a:softEdge rad="0"/>
                  </a:effectLst>
                </p:spPr>
              </p:pic>
              <p:pic>
                <p:nvPicPr>
                  <p:cNvPr id="65" name="Picture 64">
                    <a:extLst>
                      <a:ext uri="{FF2B5EF4-FFF2-40B4-BE49-F238E27FC236}">
                        <a16:creationId xmlns:a16="http://schemas.microsoft.com/office/drawing/2014/main" id="{6EDE514F-9A0C-D412-E6DC-BB9826DABB56}"/>
                      </a:ext>
                    </a:extLst>
                  </p:cNvPr>
                  <p:cNvPicPr preferRelativeResize="0">
                    <a:picLocks/>
                  </p:cNvPicPr>
                  <p:nvPr/>
                </p:nvPicPr>
                <p:blipFill>
                  <a:blip r:embed="rId16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7695425" y="2468203"/>
                    <a:ext cx="731519" cy="731520"/>
                  </a:xfrm>
                  <a:prstGeom prst="rect">
                    <a:avLst/>
                  </a:prstGeom>
                  <a:ln w="25400">
                    <a:noFill/>
                  </a:ln>
                  <a:effectLst>
                    <a:softEdge rad="0"/>
                  </a:effectLst>
                </p:spPr>
              </p:pic>
              <p:pic>
                <p:nvPicPr>
                  <p:cNvPr id="66" name="Picture 65">
                    <a:extLst>
                      <a:ext uri="{FF2B5EF4-FFF2-40B4-BE49-F238E27FC236}">
                        <a16:creationId xmlns:a16="http://schemas.microsoft.com/office/drawing/2014/main" id="{29B2EDFF-8E38-28BB-D45F-65610DD34B15}"/>
                      </a:ext>
                    </a:extLst>
                  </p:cNvPr>
                  <p:cNvPicPr preferRelativeResize="0">
                    <a:picLocks/>
                  </p:cNvPicPr>
                  <p:nvPr/>
                </p:nvPicPr>
                <p:blipFill>
                  <a:blip r:embed="rId17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6930901" y="1679085"/>
                    <a:ext cx="731520" cy="731520"/>
                  </a:xfrm>
                  <a:prstGeom prst="rect">
                    <a:avLst/>
                  </a:prstGeom>
                  <a:effectLst>
                    <a:softEdge rad="0"/>
                  </a:effectLst>
                </p:spPr>
              </p:pic>
              <p:pic>
                <p:nvPicPr>
                  <p:cNvPr id="67" name="Picture 66">
                    <a:extLst>
                      <a:ext uri="{FF2B5EF4-FFF2-40B4-BE49-F238E27FC236}">
                        <a16:creationId xmlns:a16="http://schemas.microsoft.com/office/drawing/2014/main" id="{C9448E9A-B46A-BD15-FDF1-1928906A5C00}"/>
                      </a:ext>
                    </a:extLst>
                  </p:cNvPr>
                  <p:cNvPicPr preferRelativeResize="0">
                    <a:picLocks/>
                  </p:cNvPicPr>
                  <p:nvPr/>
                </p:nvPicPr>
                <p:blipFill>
                  <a:blip r:embed="rId18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0057769" y="2484368"/>
                    <a:ext cx="731520" cy="731520"/>
                  </a:xfrm>
                  <a:prstGeom prst="rect">
                    <a:avLst/>
                  </a:prstGeom>
                  <a:effectLst>
                    <a:softEdge rad="0"/>
                  </a:effectLst>
                </p:spPr>
              </p:pic>
              <p:pic>
                <p:nvPicPr>
                  <p:cNvPr id="68" name="Picture 67">
                    <a:extLst>
                      <a:ext uri="{FF2B5EF4-FFF2-40B4-BE49-F238E27FC236}">
                        <a16:creationId xmlns:a16="http://schemas.microsoft.com/office/drawing/2014/main" id="{6AE17BF1-E288-E3FE-9542-3A1A82A4B2F9}"/>
                      </a:ext>
                    </a:extLst>
                  </p:cNvPr>
                  <p:cNvPicPr preferRelativeResize="0">
                    <a:picLocks/>
                  </p:cNvPicPr>
                  <p:nvPr/>
                </p:nvPicPr>
                <p:blipFill>
                  <a:blip r:embed="rId19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0057769" y="3267446"/>
                    <a:ext cx="731520" cy="731520"/>
                  </a:xfrm>
                  <a:prstGeom prst="rect">
                    <a:avLst/>
                  </a:prstGeom>
                  <a:effectLst>
                    <a:softEdge rad="0"/>
                  </a:effectLst>
                </p:spPr>
              </p:pic>
              <p:pic>
                <p:nvPicPr>
                  <p:cNvPr id="69" name="Picture 68">
                    <a:extLst>
                      <a:ext uri="{FF2B5EF4-FFF2-40B4-BE49-F238E27FC236}">
                        <a16:creationId xmlns:a16="http://schemas.microsoft.com/office/drawing/2014/main" id="{2B1B6B01-F0C1-6BDD-D224-2E080E6DF672}"/>
                      </a:ext>
                    </a:extLst>
                  </p:cNvPr>
                  <p:cNvPicPr preferRelativeResize="0">
                    <a:picLocks/>
                  </p:cNvPicPr>
                  <p:nvPr/>
                </p:nvPicPr>
                <p:blipFill>
                  <a:blip r:embed="rId20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0054369" y="4050524"/>
                    <a:ext cx="731520" cy="731520"/>
                  </a:xfrm>
                  <a:prstGeom prst="rect">
                    <a:avLst/>
                  </a:prstGeom>
                  <a:effectLst>
                    <a:softEdge rad="0"/>
                  </a:effectLst>
                </p:spPr>
              </p:pic>
              <p:pic>
                <p:nvPicPr>
                  <p:cNvPr id="70" name="Picture 69">
                    <a:extLst>
                      <a:ext uri="{FF2B5EF4-FFF2-40B4-BE49-F238E27FC236}">
                        <a16:creationId xmlns:a16="http://schemas.microsoft.com/office/drawing/2014/main" id="{881A4D95-221D-46AC-86F4-FB7A0E665885}"/>
                      </a:ext>
                    </a:extLst>
                  </p:cNvPr>
                  <p:cNvPicPr preferRelativeResize="0">
                    <a:picLocks/>
                  </p:cNvPicPr>
                  <p:nvPr/>
                </p:nvPicPr>
                <p:blipFill>
                  <a:blip r:embed="rId21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8498785" y="3263539"/>
                    <a:ext cx="731520" cy="731520"/>
                  </a:xfrm>
                  <a:prstGeom prst="rect">
                    <a:avLst/>
                  </a:prstGeom>
                  <a:ln w="25400">
                    <a:solidFill>
                      <a:schemeClr val="tx1"/>
                    </a:solidFill>
                  </a:ln>
                  <a:effectLst>
                    <a:softEdge rad="0"/>
                  </a:effectLst>
                </p:spPr>
              </p:pic>
              <p:pic>
                <p:nvPicPr>
                  <p:cNvPr id="97" name="Picture 96">
                    <a:extLst>
                      <a:ext uri="{FF2B5EF4-FFF2-40B4-BE49-F238E27FC236}">
                        <a16:creationId xmlns:a16="http://schemas.microsoft.com/office/drawing/2014/main" id="{37BE0D8D-D13E-400E-B36C-B065412ADD89}"/>
                      </a:ext>
                    </a:extLst>
                  </p:cNvPr>
                  <p:cNvPicPr preferRelativeResize="0">
                    <a:picLocks/>
                  </p:cNvPicPr>
                  <p:nvPr/>
                </p:nvPicPr>
                <p:blipFill>
                  <a:blip r:embed="rId2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8487473" y="4838914"/>
                    <a:ext cx="731520" cy="731520"/>
                  </a:xfrm>
                  <a:prstGeom prst="rect">
                    <a:avLst/>
                  </a:prstGeom>
                  <a:effectLst>
                    <a:softEdge rad="0"/>
                  </a:effectLst>
                </p:spPr>
              </p:pic>
              <p:pic>
                <p:nvPicPr>
                  <p:cNvPr id="98" name="Picture 97">
                    <a:extLst>
                      <a:ext uri="{FF2B5EF4-FFF2-40B4-BE49-F238E27FC236}">
                        <a16:creationId xmlns:a16="http://schemas.microsoft.com/office/drawing/2014/main" id="{E35E095F-6DB2-5F50-F4D5-8D39CB37D521}"/>
                      </a:ext>
                    </a:extLst>
                  </p:cNvPr>
                  <p:cNvPicPr preferRelativeResize="0">
                    <a:picLocks/>
                  </p:cNvPicPr>
                  <p:nvPr/>
                </p:nvPicPr>
                <p:blipFill>
                  <a:blip r:embed="rId2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7709366" y="4046439"/>
                    <a:ext cx="731520" cy="731520"/>
                  </a:xfrm>
                  <a:prstGeom prst="rect">
                    <a:avLst/>
                  </a:prstGeom>
                  <a:ln w="25400">
                    <a:noFill/>
                  </a:ln>
                  <a:effectLst>
                    <a:softEdge rad="0"/>
                  </a:effectLst>
                </p:spPr>
              </p:pic>
              <p:pic>
                <p:nvPicPr>
                  <p:cNvPr id="99" name="Picture 98">
                    <a:extLst>
                      <a:ext uri="{FF2B5EF4-FFF2-40B4-BE49-F238E27FC236}">
                        <a16:creationId xmlns:a16="http://schemas.microsoft.com/office/drawing/2014/main" id="{08B8EB6E-DD04-8638-0FB0-6AFF5C8FB4BA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4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6929426" y="4046439"/>
                    <a:ext cx="734469" cy="731520"/>
                  </a:xfrm>
                  <a:prstGeom prst="rect">
                    <a:avLst/>
                  </a:prstGeom>
                </p:spPr>
              </p:pic>
              <p:pic>
                <p:nvPicPr>
                  <p:cNvPr id="100" name="Picture 99">
                    <a:extLst>
                      <a:ext uri="{FF2B5EF4-FFF2-40B4-BE49-F238E27FC236}">
                        <a16:creationId xmlns:a16="http://schemas.microsoft.com/office/drawing/2014/main" id="{26249A89-AE96-33C9-1F5C-498AB10C5171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5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6931638" y="4840684"/>
                    <a:ext cx="731520" cy="731520"/>
                  </a:xfrm>
                  <a:prstGeom prst="rect">
                    <a:avLst/>
                  </a:prstGeom>
                </p:spPr>
              </p:pic>
              <p:pic>
                <p:nvPicPr>
                  <p:cNvPr id="101" name="Picture 100">
                    <a:extLst>
                      <a:ext uri="{FF2B5EF4-FFF2-40B4-BE49-F238E27FC236}">
                        <a16:creationId xmlns:a16="http://schemas.microsoft.com/office/drawing/2014/main" id="{7B50A4BA-44A9-4DB9-9D72-D5B3A084A33A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6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8522043" y="2475852"/>
                    <a:ext cx="731519" cy="731520"/>
                  </a:xfrm>
                  <a:prstGeom prst="rect">
                    <a:avLst/>
                  </a:prstGeom>
                </p:spPr>
              </p:pic>
            </p:grpSp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BC2B586C-239B-7294-7981-F498DD7F38DD}"/>
                    </a:ext>
                  </a:extLst>
                </p:cNvPr>
                <p:cNvSpPr txBox="1"/>
                <p:nvPr/>
              </p:nvSpPr>
              <p:spPr>
                <a:xfrm>
                  <a:off x="2055458" y="3771114"/>
                  <a:ext cx="634186" cy="34880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500" dirty="0">
                      <a:solidFill>
                        <a:schemeClr val="bg1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highlight>
                        <a:srgbClr val="FF0000"/>
                      </a:highlight>
                    </a:rPr>
                    <a:t>*RP</a:t>
                  </a:r>
                </a:p>
              </p:txBody>
            </p:sp>
            <p:pic>
              <p:nvPicPr>
                <p:cNvPr id="50" name="Graphic 49" descr="Arrow Up with solid fill">
                  <a:extLst>
                    <a:ext uri="{FF2B5EF4-FFF2-40B4-BE49-F238E27FC236}">
                      <a16:creationId xmlns:a16="http://schemas.microsoft.com/office/drawing/2014/main" id="{63E03AE3-3337-69E6-6321-98389EDC3CA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7">
                  <a:extLst>
                    <a:ext uri="{96DAC541-7B7A-43D3-8B79-37D633B846F1}">
                      <asvg:svgBlip xmlns:asvg="http://schemas.microsoft.com/office/drawing/2016/SVG/main" r:embed="rId28"/>
                    </a:ext>
                  </a:extLst>
                </a:blip>
                <a:stretch>
                  <a:fillRect/>
                </a:stretch>
              </p:blipFill>
              <p:spPr>
                <a:xfrm rot="5400000">
                  <a:off x="2251983" y="3366483"/>
                  <a:ext cx="514925" cy="584562"/>
                </a:xfrm>
                <a:prstGeom prst="rect">
                  <a:avLst/>
                </a:prstGeom>
              </p:spPr>
            </p:pic>
          </p:grpSp>
          <p:grpSp>
            <p:nvGrpSpPr>
              <p:cNvPr id="102" name="Group 101">
                <a:extLst>
                  <a:ext uri="{FF2B5EF4-FFF2-40B4-BE49-F238E27FC236}">
                    <a16:creationId xmlns:a16="http://schemas.microsoft.com/office/drawing/2014/main" id="{5AB952B1-7F00-8F8E-01CA-994BA74BC4F4}"/>
                  </a:ext>
                </a:extLst>
              </p:cNvPr>
              <p:cNvGrpSpPr/>
              <p:nvPr/>
            </p:nvGrpSpPr>
            <p:grpSpPr>
              <a:xfrm>
                <a:off x="7658826" y="2485755"/>
                <a:ext cx="1758109" cy="1889360"/>
                <a:chOff x="965426" y="1709246"/>
                <a:chExt cx="3859863" cy="3893119"/>
              </a:xfrm>
            </p:grpSpPr>
            <p:grpSp>
              <p:nvGrpSpPr>
                <p:cNvPr id="103" name="Group 102">
                  <a:extLst>
                    <a:ext uri="{FF2B5EF4-FFF2-40B4-BE49-F238E27FC236}">
                      <a16:creationId xmlns:a16="http://schemas.microsoft.com/office/drawing/2014/main" id="{9E50FF6C-B1D0-EBF1-85E2-90C3BE992290}"/>
                    </a:ext>
                  </a:extLst>
                </p:cNvPr>
                <p:cNvGrpSpPr/>
                <p:nvPr/>
              </p:nvGrpSpPr>
              <p:grpSpPr>
                <a:xfrm>
                  <a:off x="965426" y="1709246"/>
                  <a:ext cx="3859863" cy="3893119"/>
                  <a:chOff x="6929426" y="1679085"/>
                  <a:chExt cx="3859863" cy="3893119"/>
                </a:xfrm>
              </p:grpSpPr>
              <p:pic>
                <p:nvPicPr>
                  <p:cNvPr id="106" name="Picture 105">
                    <a:extLst>
                      <a:ext uri="{FF2B5EF4-FFF2-40B4-BE49-F238E27FC236}">
                        <a16:creationId xmlns:a16="http://schemas.microsoft.com/office/drawing/2014/main" id="{F8052A2D-A0D3-7111-B6DB-BE7E8F6DEC68}"/>
                      </a:ext>
                    </a:extLst>
                  </p:cNvPr>
                  <p:cNvPicPr preferRelativeResize="0">
                    <a:picLocks/>
                  </p:cNvPicPr>
                  <p:nvPr/>
                </p:nvPicPr>
                <p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9253563" y="2482227"/>
                    <a:ext cx="731520" cy="731520"/>
                  </a:xfrm>
                  <a:prstGeom prst="rect">
                    <a:avLst/>
                  </a:prstGeom>
                  <a:effectLst>
                    <a:softEdge rad="0"/>
                  </a:effectLst>
                </p:spPr>
              </p:pic>
              <p:pic>
                <p:nvPicPr>
                  <p:cNvPr id="107" name="Picture 106">
                    <a:extLst>
                      <a:ext uri="{FF2B5EF4-FFF2-40B4-BE49-F238E27FC236}">
                        <a16:creationId xmlns:a16="http://schemas.microsoft.com/office/drawing/2014/main" id="{37CD269F-E057-3108-FB66-0A1155B6D2D6}"/>
                      </a:ext>
                    </a:extLst>
                  </p:cNvPr>
                  <p:cNvPicPr preferRelativeResize="0">
                    <a:picLocks/>
                  </p:cNvPicPr>
                  <p:nvPr/>
                </p:nvPicPr>
                <p:blipFill>
                  <a:blip r:embed="rId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0054369" y="4833601"/>
                    <a:ext cx="731520" cy="731520"/>
                  </a:xfrm>
                  <a:prstGeom prst="rect">
                    <a:avLst/>
                  </a:prstGeom>
                  <a:effectLst>
                    <a:softEdge rad="0"/>
                  </a:effectLst>
                </p:spPr>
              </p:pic>
              <p:pic>
                <p:nvPicPr>
                  <p:cNvPr id="108" name="Picture 107">
                    <a:extLst>
                      <a:ext uri="{FF2B5EF4-FFF2-40B4-BE49-F238E27FC236}">
                        <a16:creationId xmlns:a16="http://schemas.microsoft.com/office/drawing/2014/main" id="{B5B4A1C0-D655-E57B-4CCB-DC06386A6E8C}"/>
                      </a:ext>
                    </a:extLst>
                  </p:cNvPr>
                  <p:cNvPicPr preferRelativeResize="0">
                    <a:picLocks/>
                  </p:cNvPicPr>
                  <p:nvPr/>
                </p:nvPicPr>
                <p:blipFill>
                  <a:blip r:embed="rId4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9270363" y="4042843"/>
                    <a:ext cx="731520" cy="731520"/>
                  </a:xfrm>
                  <a:prstGeom prst="rect">
                    <a:avLst/>
                  </a:prstGeom>
                  <a:ln w="38100">
                    <a:noFill/>
                  </a:ln>
                  <a:effectLst>
                    <a:softEdge rad="0"/>
                  </a:effectLst>
                </p:spPr>
              </p:pic>
              <p:pic>
                <p:nvPicPr>
                  <p:cNvPr id="109" name="Picture 108">
                    <a:extLst>
                      <a:ext uri="{FF2B5EF4-FFF2-40B4-BE49-F238E27FC236}">
                        <a16:creationId xmlns:a16="http://schemas.microsoft.com/office/drawing/2014/main" id="{792BA6E5-E3B8-49E7-EE2C-83AE2389325E}"/>
                      </a:ext>
                    </a:extLst>
                  </p:cNvPr>
                  <p:cNvPicPr preferRelativeResize="0">
                    <a:picLocks/>
                  </p:cNvPicPr>
                  <p:nvPr/>
                </p:nvPicPr>
                <p:blipFill>
                  <a:blip r:embed="rId5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8475529" y="1688163"/>
                    <a:ext cx="731520" cy="731520"/>
                  </a:xfrm>
                  <a:prstGeom prst="rect">
                    <a:avLst/>
                  </a:prstGeom>
                  <a:effectLst>
                    <a:softEdge rad="0"/>
                  </a:effectLst>
                </p:spPr>
              </p:pic>
              <p:pic>
                <p:nvPicPr>
                  <p:cNvPr id="110" name="Picture 109">
                    <a:extLst>
                      <a:ext uri="{FF2B5EF4-FFF2-40B4-BE49-F238E27FC236}">
                        <a16:creationId xmlns:a16="http://schemas.microsoft.com/office/drawing/2014/main" id="{A039224B-1095-7F7F-AC43-03FAB2A40574}"/>
                      </a:ext>
                    </a:extLst>
                  </p:cNvPr>
                  <p:cNvPicPr preferRelativeResize="0">
                    <a:picLocks/>
                  </p:cNvPicPr>
                  <p:nvPr/>
                </p:nvPicPr>
                <p:blipFill>
                  <a:blip r:embed="rId6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0057769" y="1701290"/>
                    <a:ext cx="731520" cy="731520"/>
                  </a:xfrm>
                  <a:prstGeom prst="rect">
                    <a:avLst/>
                  </a:prstGeom>
                  <a:effectLst>
                    <a:softEdge rad="0"/>
                  </a:effectLst>
                </p:spPr>
              </p:pic>
              <p:pic>
                <p:nvPicPr>
                  <p:cNvPr id="111" name="Picture 110">
                    <a:extLst>
                      <a:ext uri="{FF2B5EF4-FFF2-40B4-BE49-F238E27FC236}">
                        <a16:creationId xmlns:a16="http://schemas.microsoft.com/office/drawing/2014/main" id="{4B2407F7-DCAC-F3B8-4F30-49E9CDEB8C1C}"/>
                      </a:ext>
                    </a:extLst>
                  </p:cNvPr>
                  <p:cNvPicPr preferRelativeResize="0">
                    <a:picLocks/>
                  </p:cNvPicPr>
                  <p:nvPr/>
                </p:nvPicPr>
                <p:blipFill>
                  <a:blip r:embed="rId7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9270639" y="3266608"/>
                    <a:ext cx="731519" cy="731520"/>
                  </a:xfrm>
                  <a:prstGeom prst="rect">
                    <a:avLst/>
                  </a:prstGeom>
                  <a:effectLst>
                    <a:softEdge rad="0"/>
                  </a:effectLst>
                </p:spPr>
              </p:pic>
              <p:pic>
                <p:nvPicPr>
                  <p:cNvPr id="112" name="Picture 111">
                    <a:extLst>
                      <a:ext uri="{FF2B5EF4-FFF2-40B4-BE49-F238E27FC236}">
                        <a16:creationId xmlns:a16="http://schemas.microsoft.com/office/drawing/2014/main" id="{816328D9-6BBC-7077-23FB-8C7D3452A64F}"/>
                      </a:ext>
                    </a:extLst>
                  </p:cNvPr>
                  <p:cNvPicPr preferRelativeResize="0">
                    <a:picLocks/>
                  </p:cNvPicPr>
                  <p:nvPr/>
                </p:nvPicPr>
                <p:blipFill>
                  <a:blip r:embed="rId8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6929426" y="3261895"/>
                    <a:ext cx="731520" cy="731520"/>
                  </a:xfrm>
                  <a:prstGeom prst="rect">
                    <a:avLst/>
                  </a:prstGeom>
                  <a:ln w="25400">
                    <a:solidFill>
                      <a:schemeClr val="tx1"/>
                    </a:solidFill>
                  </a:ln>
                  <a:effectLst>
                    <a:softEdge rad="0"/>
                  </a:effectLst>
                </p:spPr>
              </p:pic>
              <p:pic>
                <p:nvPicPr>
                  <p:cNvPr id="113" name="Picture 112">
                    <a:extLst>
                      <a:ext uri="{FF2B5EF4-FFF2-40B4-BE49-F238E27FC236}">
                        <a16:creationId xmlns:a16="http://schemas.microsoft.com/office/drawing/2014/main" id="{C82256FD-BD3F-F737-18CD-CC1BBE413581}"/>
                      </a:ext>
                    </a:extLst>
                  </p:cNvPr>
                  <p:cNvPicPr preferRelativeResize="0">
                    <a:picLocks/>
                  </p:cNvPicPr>
                  <p:nvPr/>
                </p:nvPicPr>
                <p:blipFill>
                  <a:blip r:embed="rId9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8486357" y="4046439"/>
                    <a:ext cx="731520" cy="731520"/>
                  </a:xfrm>
                  <a:prstGeom prst="rect">
                    <a:avLst/>
                  </a:prstGeom>
                  <a:effectLst>
                    <a:softEdge rad="0"/>
                  </a:effectLst>
                </p:spPr>
              </p:pic>
              <p:pic>
                <p:nvPicPr>
                  <p:cNvPr id="114" name="Picture 113">
                    <a:extLst>
                      <a:ext uri="{FF2B5EF4-FFF2-40B4-BE49-F238E27FC236}">
                        <a16:creationId xmlns:a16="http://schemas.microsoft.com/office/drawing/2014/main" id="{F74F49BD-98CC-6B05-3443-AB0FFAECD260}"/>
                      </a:ext>
                    </a:extLst>
                  </p:cNvPr>
                  <p:cNvPicPr preferRelativeResize="0">
                    <a:picLocks/>
                  </p:cNvPicPr>
                  <p:nvPr/>
                </p:nvPicPr>
                <p:blipFill>
                  <a:blip r:embed="rId10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7700073" y="3256669"/>
                    <a:ext cx="731520" cy="731520"/>
                  </a:xfrm>
                  <a:prstGeom prst="rect">
                    <a:avLst/>
                  </a:prstGeom>
                  <a:ln w="25400">
                    <a:solidFill>
                      <a:srgbClr val="FF0000"/>
                    </a:solidFill>
                  </a:ln>
                  <a:effectLst>
                    <a:softEdge rad="0"/>
                  </a:effectLst>
                </p:spPr>
              </p:pic>
              <p:pic>
                <p:nvPicPr>
                  <p:cNvPr id="115" name="Picture 114">
                    <a:extLst>
                      <a:ext uri="{FF2B5EF4-FFF2-40B4-BE49-F238E27FC236}">
                        <a16:creationId xmlns:a16="http://schemas.microsoft.com/office/drawing/2014/main" id="{E0001D1C-D35B-3BBB-B98A-3F3634E58B4F}"/>
                      </a:ext>
                    </a:extLst>
                  </p:cNvPr>
                  <p:cNvPicPr preferRelativeResize="0">
                    <a:picLocks/>
                  </p:cNvPicPr>
                  <p:nvPr/>
                </p:nvPicPr>
                <p:blipFill>
                  <a:blip r:embed="rId11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9253563" y="1697845"/>
                    <a:ext cx="731520" cy="731520"/>
                  </a:xfrm>
                  <a:prstGeom prst="rect">
                    <a:avLst/>
                  </a:prstGeom>
                  <a:effectLst>
                    <a:softEdge rad="0"/>
                  </a:effectLst>
                </p:spPr>
              </p:pic>
              <p:pic>
                <p:nvPicPr>
                  <p:cNvPr id="116" name="Picture 115">
                    <a:extLst>
                      <a:ext uri="{FF2B5EF4-FFF2-40B4-BE49-F238E27FC236}">
                        <a16:creationId xmlns:a16="http://schemas.microsoft.com/office/drawing/2014/main" id="{F6CE93C1-E413-8EDA-3036-4BCA22A4E105}"/>
                      </a:ext>
                    </a:extLst>
                  </p:cNvPr>
                  <p:cNvPicPr preferRelativeResize="0">
                    <a:picLocks/>
                  </p:cNvPicPr>
                  <p:nvPr/>
                </p:nvPicPr>
                <p:blipFill>
                  <a:blip r:embed="rId1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6930164" y="2472285"/>
                    <a:ext cx="731520" cy="731520"/>
                  </a:xfrm>
                  <a:prstGeom prst="rect">
                    <a:avLst/>
                  </a:prstGeom>
                  <a:effectLst>
                    <a:softEdge rad="0"/>
                  </a:effectLst>
                </p:spPr>
              </p:pic>
              <p:pic>
                <p:nvPicPr>
                  <p:cNvPr id="117" name="Picture 116">
                    <a:extLst>
                      <a:ext uri="{FF2B5EF4-FFF2-40B4-BE49-F238E27FC236}">
                        <a16:creationId xmlns:a16="http://schemas.microsoft.com/office/drawing/2014/main" id="{6DA1AF21-0425-5DED-FF8F-785BBCECB41C}"/>
                      </a:ext>
                    </a:extLst>
                  </p:cNvPr>
                  <p:cNvPicPr preferRelativeResize="0">
                    <a:picLocks/>
                  </p:cNvPicPr>
                  <p:nvPr/>
                </p:nvPicPr>
                <p:blipFill>
                  <a:blip r:embed="rId1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9272045" y="4833601"/>
                    <a:ext cx="731520" cy="731520"/>
                  </a:xfrm>
                  <a:prstGeom prst="rect">
                    <a:avLst/>
                  </a:prstGeom>
                  <a:effectLst>
                    <a:softEdge rad="0"/>
                  </a:effectLst>
                </p:spPr>
              </p:pic>
              <p:pic>
                <p:nvPicPr>
                  <p:cNvPr id="118" name="Picture 117">
                    <a:extLst>
                      <a:ext uri="{FF2B5EF4-FFF2-40B4-BE49-F238E27FC236}">
                        <a16:creationId xmlns:a16="http://schemas.microsoft.com/office/drawing/2014/main" id="{2F841684-942D-9A34-5BF9-75FB957EED29}"/>
                      </a:ext>
                    </a:extLst>
                  </p:cNvPr>
                  <p:cNvPicPr preferRelativeResize="0">
                    <a:picLocks/>
                  </p:cNvPicPr>
                  <p:nvPr/>
                </p:nvPicPr>
                <p:blipFill>
                  <a:blip r:embed="rId14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7704720" y="4837143"/>
                    <a:ext cx="731520" cy="731520"/>
                  </a:xfrm>
                  <a:prstGeom prst="rect">
                    <a:avLst/>
                  </a:prstGeom>
                  <a:effectLst>
                    <a:softEdge rad="0"/>
                  </a:effectLst>
                </p:spPr>
              </p:pic>
              <p:pic>
                <p:nvPicPr>
                  <p:cNvPr id="119" name="Picture 118">
                    <a:extLst>
                      <a:ext uri="{FF2B5EF4-FFF2-40B4-BE49-F238E27FC236}">
                        <a16:creationId xmlns:a16="http://schemas.microsoft.com/office/drawing/2014/main" id="{F7B9F996-BECF-8B7B-2E7D-E0CE7EF901AA}"/>
                      </a:ext>
                    </a:extLst>
                  </p:cNvPr>
                  <p:cNvPicPr preferRelativeResize="0">
                    <a:picLocks/>
                  </p:cNvPicPr>
                  <p:nvPr/>
                </p:nvPicPr>
                <p:blipFill>
                  <a:blip r:embed="rId15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7690779" y="1681313"/>
                    <a:ext cx="731520" cy="731520"/>
                  </a:xfrm>
                  <a:prstGeom prst="rect">
                    <a:avLst/>
                  </a:prstGeom>
                  <a:effectLst>
                    <a:softEdge rad="0"/>
                  </a:effectLst>
                </p:spPr>
              </p:pic>
              <p:pic>
                <p:nvPicPr>
                  <p:cNvPr id="120" name="Picture 119">
                    <a:extLst>
                      <a:ext uri="{FF2B5EF4-FFF2-40B4-BE49-F238E27FC236}">
                        <a16:creationId xmlns:a16="http://schemas.microsoft.com/office/drawing/2014/main" id="{7EC63C79-D105-5966-38E4-03A0B7E0D8DC}"/>
                      </a:ext>
                    </a:extLst>
                  </p:cNvPr>
                  <p:cNvPicPr preferRelativeResize="0">
                    <a:picLocks/>
                  </p:cNvPicPr>
                  <p:nvPr/>
                </p:nvPicPr>
                <p:blipFill>
                  <a:blip r:embed="rId16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7695425" y="2468203"/>
                    <a:ext cx="731519" cy="731520"/>
                  </a:xfrm>
                  <a:prstGeom prst="rect">
                    <a:avLst/>
                  </a:prstGeom>
                  <a:ln w="25400">
                    <a:noFill/>
                  </a:ln>
                  <a:effectLst>
                    <a:softEdge rad="0"/>
                  </a:effectLst>
                </p:spPr>
              </p:pic>
              <p:pic>
                <p:nvPicPr>
                  <p:cNvPr id="121" name="Picture 120">
                    <a:extLst>
                      <a:ext uri="{FF2B5EF4-FFF2-40B4-BE49-F238E27FC236}">
                        <a16:creationId xmlns:a16="http://schemas.microsoft.com/office/drawing/2014/main" id="{079E0E92-FDAD-B4D5-55AA-A7E783F44E85}"/>
                      </a:ext>
                    </a:extLst>
                  </p:cNvPr>
                  <p:cNvPicPr preferRelativeResize="0">
                    <a:picLocks/>
                  </p:cNvPicPr>
                  <p:nvPr/>
                </p:nvPicPr>
                <p:blipFill>
                  <a:blip r:embed="rId17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6930901" y="1679085"/>
                    <a:ext cx="731520" cy="731520"/>
                  </a:xfrm>
                  <a:prstGeom prst="rect">
                    <a:avLst/>
                  </a:prstGeom>
                  <a:effectLst>
                    <a:softEdge rad="0"/>
                  </a:effectLst>
                </p:spPr>
              </p:pic>
              <p:pic>
                <p:nvPicPr>
                  <p:cNvPr id="122" name="Picture 121">
                    <a:extLst>
                      <a:ext uri="{FF2B5EF4-FFF2-40B4-BE49-F238E27FC236}">
                        <a16:creationId xmlns:a16="http://schemas.microsoft.com/office/drawing/2014/main" id="{9A513B48-7084-DBD0-CFA7-0C2E58CE21D8}"/>
                      </a:ext>
                    </a:extLst>
                  </p:cNvPr>
                  <p:cNvPicPr preferRelativeResize="0">
                    <a:picLocks/>
                  </p:cNvPicPr>
                  <p:nvPr/>
                </p:nvPicPr>
                <p:blipFill>
                  <a:blip r:embed="rId18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0057769" y="2484368"/>
                    <a:ext cx="731520" cy="731520"/>
                  </a:xfrm>
                  <a:prstGeom prst="rect">
                    <a:avLst/>
                  </a:prstGeom>
                  <a:effectLst>
                    <a:softEdge rad="0"/>
                  </a:effectLst>
                </p:spPr>
              </p:pic>
              <p:pic>
                <p:nvPicPr>
                  <p:cNvPr id="123" name="Picture 122">
                    <a:extLst>
                      <a:ext uri="{FF2B5EF4-FFF2-40B4-BE49-F238E27FC236}">
                        <a16:creationId xmlns:a16="http://schemas.microsoft.com/office/drawing/2014/main" id="{667D9FE5-5D7A-01B4-6670-D4A6D8711CC8}"/>
                      </a:ext>
                    </a:extLst>
                  </p:cNvPr>
                  <p:cNvPicPr preferRelativeResize="0">
                    <a:picLocks/>
                  </p:cNvPicPr>
                  <p:nvPr/>
                </p:nvPicPr>
                <p:blipFill>
                  <a:blip r:embed="rId19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0057769" y="3267446"/>
                    <a:ext cx="731520" cy="731520"/>
                  </a:xfrm>
                  <a:prstGeom prst="rect">
                    <a:avLst/>
                  </a:prstGeom>
                  <a:effectLst>
                    <a:softEdge rad="0"/>
                  </a:effectLst>
                </p:spPr>
              </p:pic>
              <p:pic>
                <p:nvPicPr>
                  <p:cNvPr id="124" name="Picture 123">
                    <a:extLst>
                      <a:ext uri="{FF2B5EF4-FFF2-40B4-BE49-F238E27FC236}">
                        <a16:creationId xmlns:a16="http://schemas.microsoft.com/office/drawing/2014/main" id="{D7DDD7BC-8FA2-3E76-2DBE-016AED18EE15}"/>
                      </a:ext>
                    </a:extLst>
                  </p:cNvPr>
                  <p:cNvPicPr preferRelativeResize="0">
                    <a:picLocks/>
                  </p:cNvPicPr>
                  <p:nvPr/>
                </p:nvPicPr>
                <p:blipFill>
                  <a:blip r:embed="rId20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0054369" y="4050524"/>
                    <a:ext cx="731520" cy="731520"/>
                  </a:xfrm>
                  <a:prstGeom prst="rect">
                    <a:avLst/>
                  </a:prstGeom>
                  <a:effectLst>
                    <a:softEdge rad="0"/>
                  </a:effectLst>
                </p:spPr>
              </p:pic>
              <p:pic>
                <p:nvPicPr>
                  <p:cNvPr id="125" name="Picture 124">
                    <a:extLst>
                      <a:ext uri="{FF2B5EF4-FFF2-40B4-BE49-F238E27FC236}">
                        <a16:creationId xmlns:a16="http://schemas.microsoft.com/office/drawing/2014/main" id="{2ACA3015-108A-9152-D340-7BC2188C0E1B}"/>
                      </a:ext>
                    </a:extLst>
                  </p:cNvPr>
                  <p:cNvPicPr preferRelativeResize="0">
                    <a:picLocks/>
                  </p:cNvPicPr>
                  <p:nvPr/>
                </p:nvPicPr>
                <p:blipFill>
                  <a:blip r:embed="rId21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8498785" y="3263539"/>
                    <a:ext cx="731520" cy="731520"/>
                  </a:xfrm>
                  <a:prstGeom prst="rect">
                    <a:avLst/>
                  </a:prstGeom>
                  <a:ln w="25400">
                    <a:noFill/>
                  </a:ln>
                  <a:effectLst>
                    <a:softEdge rad="0"/>
                  </a:effectLst>
                </p:spPr>
              </p:pic>
              <p:pic>
                <p:nvPicPr>
                  <p:cNvPr id="126" name="Picture 125">
                    <a:extLst>
                      <a:ext uri="{FF2B5EF4-FFF2-40B4-BE49-F238E27FC236}">
                        <a16:creationId xmlns:a16="http://schemas.microsoft.com/office/drawing/2014/main" id="{F52CB7D0-EBB8-F9E4-64C5-B6C9A3955FA5}"/>
                      </a:ext>
                    </a:extLst>
                  </p:cNvPr>
                  <p:cNvPicPr preferRelativeResize="0">
                    <a:picLocks/>
                  </p:cNvPicPr>
                  <p:nvPr/>
                </p:nvPicPr>
                <p:blipFill>
                  <a:blip r:embed="rId2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8487473" y="4838914"/>
                    <a:ext cx="731520" cy="731520"/>
                  </a:xfrm>
                  <a:prstGeom prst="rect">
                    <a:avLst/>
                  </a:prstGeom>
                  <a:effectLst>
                    <a:softEdge rad="0"/>
                  </a:effectLst>
                </p:spPr>
              </p:pic>
              <p:pic>
                <p:nvPicPr>
                  <p:cNvPr id="127" name="Picture 126">
                    <a:extLst>
                      <a:ext uri="{FF2B5EF4-FFF2-40B4-BE49-F238E27FC236}">
                        <a16:creationId xmlns:a16="http://schemas.microsoft.com/office/drawing/2014/main" id="{F1B0F42E-2963-B3F5-BBC1-E589CE6F7FDA}"/>
                      </a:ext>
                    </a:extLst>
                  </p:cNvPr>
                  <p:cNvPicPr preferRelativeResize="0">
                    <a:picLocks/>
                  </p:cNvPicPr>
                  <p:nvPr/>
                </p:nvPicPr>
                <p:blipFill>
                  <a:blip r:embed="rId2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7709366" y="4046439"/>
                    <a:ext cx="731520" cy="731520"/>
                  </a:xfrm>
                  <a:prstGeom prst="rect">
                    <a:avLst/>
                  </a:prstGeom>
                  <a:ln w="25400">
                    <a:noFill/>
                  </a:ln>
                  <a:effectLst>
                    <a:softEdge rad="0"/>
                  </a:effectLst>
                </p:spPr>
              </p:pic>
              <p:pic>
                <p:nvPicPr>
                  <p:cNvPr id="128" name="Picture 127">
                    <a:extLst>
                      <a:ext uri="{FF2B5EF4-FFF2-40B4-BE49-F238E27FC236}">
                        <a16:creationId xmlns:a16="http://schemas.microsoft.com/office/drawing/2014/main" id="{A70FC597-9227-9432-0A0D-A498080F6F0E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4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6929426" y="4046439"/>
                    <a:ext cx="734469" cy="731520"/>
                  </a:xfrm>
                  <a:prstGeom prst="rect">
                    <a:avLst/>
                  </a:prstGeom>
                </p:spPr>
              </p:pic>
              <p:pic>
                <p:nvPicPr>
                  <p:cNvPr id="129" name="Picture 128">
                    <a:extLst>
                      <a:ext uri="{FF2B5EF4-FFF2-40B4-BE49-F238E27FC236}">
                        <a16:creationId xmlns:a16="http://schemas.microsoft.com/office/drawing/2014/main" id="{6D5E0AF4-5EB6-06B9-81F0-3D959BC9C8F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5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6931638" y="4840684"/>
                    <a:ext cx="731520" cy="731520"/>
                  </a:xfrm>
                  <a:prstGeom prst="rect">
                    <a:avLst/>
                  </a:prstGeom>
                </p:spPr>
              </p:pic>
              <p:pic>
                <p:nvPicPr>
                  <p:cNvPr id="130" name="Picture 129">
                    <a:extLst>
                      <a:ext uri="{FF2B5EF4-FFF2-40B4-BE49-F238E27FC236}">
                        <a16:creationId xmlns:a16="http://schemas.microsoft.com/office/drawing/2014/main" id="{3E123C67-7D85-19BB-8600-82EEA6CC016D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6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8522043" y="2475851"/>
                    <a:ext cx="731520" cy="731520"/>
                  </a:xfrm>
                  <a:prstGeom prst="rect">
                    <a:avLst/>
                  </a:prstGeom>
                </p:spPr>
              </p:pic>
            </p:grpSp>
            <p:sp>
              <p:nvSpPr>
                <p:cNvPr id="104" name="TextBox 103">
                  <a:extLst>
                    <a:ext uri="{FF2B5EF4-FFF2-40B4-BE49-F238E27FC236}">
                      <a16:creationId xmlns:a16="http://schemas.microsoft.com/office/drawing/2014/main" id="{E288169B-1179-3563-A443-3FB64A490BC1}"/>
                    </a:ext>
                  </a:extLst>
                </p:cNvPr>
                <p:cNvSpPr txBox="1"/>
                <p:nvPr/>
              </p:nvSpPr>
              <p:spPr>
                <a:xfrm>
                  <a:off x="2055458" y="3771114"/>
                  <a:ext cx="634186" cy="34880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500" dirty="0">
                      <a:solidFill>
                        <a:schemeClr val="bg1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highlight>
                        <a:srgbClr val="FF0000"/>
                      </a:highlight>
                    </a:rPr>
                    <a:t>*RP</a:t>
                  </a:r>
                </a:p>
              </p:txBody>
            </p:sp>
            <p:pic>
              <p:nvPicPr>
                <p:cNvPr id="105" name="Graphic 104" descr="Arrow Up with solid fill">
                  <a:extLst>
                    <a:ext uri="{FF2B5EF4-FFF2-40B4-BE49-F238E27FC236}">
                      <a16:creationId xmlns:a16="http://schemas.microsoft.com/office/drawing/2014/main" id="{D77D92F4-72FE-11DA-8231-9E8FA9FD0A9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7">
                  <a:extLst>
                    <a:ext uri="{96DAC541-7B7A-43D3-8B79-37D633B846F1}">
                      <asvg:svgBlip xmlns:asvg="http://schemas.microsoft.com/office/drawing/2016/SVG/main" r:embed="rId28"/>
                    </a:ext>
                  </a:extLst>
                </a:blip>
                <a:stretch>
                  <a:fillRect/>
                </a:stretch>
              </p:blipFill>
              <p:spPr>
                <a:xfrm rot="16200000">
                  <a:off x="1406862" y="3363526"/>
                  <a:ext cx="514925" cy="584562"/>
                </a:xfrm>
                <a:prstGeom prst="rect">
                  <a:avLst/>
                </a:prstGeom>
              </p:spPr>
            </p:pic>
          </p:grpSp>
        </p:grpSp>
        <p:sp>
          <p:nvSpPr>
            <p:cNvPr id="162" name="TextBox 161">
              <a:extLst>
                <a:ext uri="{FF2B5EF4-FFF2-40B4-BE49-F238E27FC236}">
                  <a16:creationId xmlns:a16="http://schemas.microsoft.com/office/drawing/2014/main" id="{101F9E32-D4A2-4C12-EB07-F597DAB57A8A}"/>
                </a:ext>
              </a:extLst>
            </p:cNvPr>
            <p:cNvSpPr txBox="1"/>
            <p:nvPr/>
          </p:nvSpPr>
          <p:spPr>
            <a:xfrm>
              <a:off x="3071603" y="2027331"/>
              <a:ext cx="659155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500" dirty="0"/>
                <a:t>North</a:t>
              </a:r>
            </a:p>
          </p:txBody>
        </p:sp>
        <p:sp>
          <p:nvSpPr>
            <p:cNvPr id="163" name="TextBox 162">
              <a:extLst>
                <a:ext uri="{FF2B5EF4-FFF2-40B4-BE49-F238E27FC236}">
                  <a16:creationId xmlns:a16="http://schemas.microsoft.com/office/drawing/2014/main" id="{5E813F26-A160-B8F5-75C7-7E5A79C64C52}"/>
                </a:ext>
              </a:extLst>
            </p:cNvPr>
            <p:cNvSpPr txBox="1"/>
            <p:nvPr/>
          </p:nvSpPr>
          <p:spPr>
            <a:xfrm>
              <a:off x="4932822" y="2027331"/>
              <a:ext cx="675185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500" dirty="0"/>
                <a:t>South</a:t>
              </a:r>
            </a:p>
          </p:txBody>
        </p:sp>
        <p:sp>
          <p:nvSpPr>
            <p:cNvPr id="164" name="TextBox 163">
              <a:extLst>
                <a:ext uri="{FF2B5EF4-FFF2-40B4-BE49-F238E27FC236}">
                  <a16:creationId xmlns:a16="http://schemas.microsoft.com/office/drawing/2014/main" id="{DC1225B8-1812-C4A3-A2D4-FE429703C728}"/>
                </a:ext>
              </a:extLst>
            </p:cNvPr>
            <p:cNvSpPr txBox="1"/>
            <p:nvPr/>
          </p:nvSpPr>
          <p:spPr>
            <a:xfrm>
              <a:off x="6851349" y="2027333"/>
              <a:ext cx="549446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500" dirty="0"/>
                <a:t>East</a:t>
              </a:r>
            </a:p>
          </p:txBody>
        </p:sp>
        <p:sp>
          <p:nvSpPr>
            <p:cNvPr id="165" name="TextBox 164">
              <a:extLst>
                <a:ext uri="{FF2B5EF4-FFF2-40B4-BE49-F238E27FC236}">
                  <a16:creationId xmlns:a16="http://schemas.microsoft.com/office/drawing/2014/main" id="{A1101359-6A6C-A230-7718-50883A546128}"/>
                </a:ext>
              </a:extLst>
            </p:cNvPr>
            <p:cNvSpPr txBox="1"/>
            <p:nvPr/>
          </p:nvSpPr>
          <p:spPr>
            <a:xfrm>
              <a:off x="8644137" y="2027333"/>
              <a:ext cx="606705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500" dirty="0"/>
                <a:t>West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40E817D7-96F7-573E-A932-E5A0F0D3207F}"/>
                </a:ext>
              </a:extLst>
            </p:cNvPr>
            <p:cNvSpPr txBox="1"/>
            <p:nvPr/>
          </p:nvSpPr>
          <p:spPr>
            <a:xfrm>
              <a:off x="2917553" y="2893486"/>
              <a:ext cx="308098" cy="1692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highlight>
                    <a:srgbClr val="000000"/>
                  </a:highlight>
                </a:rPr>
                <a:t>*PW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1D68356A-4BC3-CDF6-E7CF-D12D39F8BFE8}"/>
                </a:ext>
              </a:extLst>
            </p:cNvPr>
            <p:cNvSpPr txBox="1"/>
            <p:nvPr/>
          </p:nvSpPr>
          <p:spPr>
            <a:xfrm>
              <a:off x="4753676" y="3864845"/>
              <a:ext cx="308098" cy="1692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highlight>
                    <a:srgbClr val="000000"/>
                  </a:highlight>
                </a:rPr>
                <a:t>*PW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3D51F39-6BBC-C80B-804F-57434F89BB2B}"/>
                </a:ext>
              </a:extLst>
            </p:cNvPr>
            <p:cNvSpPr txBox="1"/>
            <p:nvPr/>
          </p:nvSpPr>
          <p:spPr>
            <a:xfrm>
              <a:off x="6984479" y="3484960"/>
              <a:ext cx="308098" cy="1692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highlight>
                    <a:srgbClr val="000000"/>
                  </a:highlight>
                </a:rPr>
                <a:t>*PW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3841E42E-98A4-5927-3EA3-A0FE3B03DB73}"/>
                </a:ext>
              </a:extLst>
            </p:cNvPr>
            <p:cNvSpPr txBox="1"/>
            <p:nvPr/>
          </p:nvSpPr>
          <p:spPr>
            <a:xfrm>
              <a:off x="7962162" y="3493073"/>
              <a:ext cx="308098" cy="1692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highlight>
                    <a:srgbClr val="000000"/>
                  </a:highlight>
                </a:rPr>
                <a:t>*PW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3BAAB2AA-0A44-5D32-2F55-39A547111E55}"/>
              </a:ext>
            </a:extLst>
          </p:cNvPr>
          <p:cNvGrpSpPr/>
          <p:nvPr/>
        </p:nvGrpSpPr>
        <p:grpSpPr>
          <a:xfrm>
            <a:off x="3617977" y="80327"/>
            <a:ext cx="6395270" cy="593711"/>
            <a:chOff x="3617977" y="80327"/>
            <a:chExt cx="6395270" cy="593711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CEB55472-3B54-2776-95C1-C3FCB1425CD2}"/>
                </a:ext>
              </a:extLst>
            </p:cNvPr>
            <p:cNvSpPr txBox="1"/>
            <p:nvPr/>
          </p:nvSpPr>
          <p:spPr>
            <a:xfrm>
              <a:off x="3617977" y="195744"/>
              <a:ext cx="308098" cy="1692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highlight>
                    <a:srgbClr val="000000"/>
                  </a:highlight>
                </a:rPr>
                <a:t>*PW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F97B2F0-775D-28D7-5AF8-0AF40E299CCE}"/>
                </a:ext>
              </a:extLst>
            </p:cNvPr>
            <p:cNvSpPr txBox="1"/>
            <p:nvPr/>
          </p:nvSpPr>
          <p:spPr>
            <a:xfrm>
              <a:off x="3624858" y="365021"/>
              <a:ext cx="288862" cy="1692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highlight>
                    <a:srgbClr val="FF0000"/>
                  </a:highlight>
                </a:rPr>
                <a:t>*RP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DA9FAA3-0454-C78F-2271-E7D0E174F0DB}"/>
                </a:ext>
              </a:extLst>
            </p:cNvPr>
            <p:cNvSpPr txBox="1"/>
            <p:nvPr/>
          </p:nvSpPr>
          <p:spPr>
            <a:xfrm>
              <a:off x="3900454" y="80327"/>
              <a:ext cx="610616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8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Actual Password to Click</a:t>
              </a:r>
              <a:endParaRPr lang="en-US" dirty="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CDA16A6D-0A27-EC6E-2A35-DFCA54B9B0E7}"/>
                </a:ext>
              </a:extLst>
            </p:cNvPr>
            <p:cNvSpPr txBox="1"/>
            <p:nvPr/>
          </p:nvSpPr>
          <p:spPr>
            <a:xfrm>
              <a:off x="3907087" y="304706"/>
              <a:ext cx="610616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800" dirty="0">
                  <a:ln w="0"/>
                  <a:solidFill>
                    <a:srgbClr val="FF000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Registered Password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91408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E7A310-2BDE-F453-6EE9-D59C1D6399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49A89A86-9E55-36CA-3765-F49424862F2F}"/>
              </a:ext>
            </a:extLst>
          </p:cNvPr>
          <p:cNvSpPr txBox="1">
            <a:spLocks/>
          </p:cNvSpPr>
          <p:nvPr/>
        </p:nvSpPr>
        <p:spPr>
          <a:xfrm>
            <a:off x="5255421" y="1366443"/>
            <a:ext cx="6562954" cy="33034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sz="25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E6E29241-7747-0E7A-9EC8-71EDE95FE388}"/>
              </a:ext>
            </a:extLst>
          </p:cNvPr>
          <p:cNvSpPr txBox="1">
            <a:spLocks/>
          </p:cNvSpPr>
          <p:nvPr/>
        </p:nvSpPr>
        <p:spPr>
          <a:xfrm>
            <a:off x="-1" y="65893"/>
            <a:ext cx="2979175" cy="5982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Tutorial 1: Special Case Example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EE31F73-1FAA-1C1B-42B3-134F9E54E711}"/>
              </a:ext>
            </a:extLst>
          </p:cNvPr>
          <p:cNvGrpSpPr/>
          <p:nvPr/>
        </p:nvGrpSpPr>
        <p:grpSpPr>
          <a:xfrm>
            <a:off x="1157925" y="2027330"/>
            <a:ext cx="9876151" cy="3334963"/>
            <a:chOff x="1942223" y="2027330"/>
            <a:chExt cx="9876151" cy="3334963"/>
          </a:xfrm>
        </p:grpSpPr>
        <p:grpSp>
          <p:nvGrpSpPr>
            <p:cNvPr id="333" name="Group 332">
              <a:extLst>
                <a:ext uri="{FF2B5EF4-FFF2-40B4-BE49-F238E27FC236}">
                  <a16:creationId xmlns:a16="http://schemas.microsoft.com/office/drawing/2014/main" id="{804B4A57-2035-8E90-AE68-8159758ACEBA}"/>
                </a:ext>
              </a:extLst>
            </p:cNvPr>
            <p:cNvGrpSpPr/>
            <p:nvPr/>
          </p:nvGrpSpPr>
          <p:grpSpPr>
            <a:xfrm>
              <a:off x="1942223" y="2146945"/>
              <a:ext cx="9876151" cy="3215348"/>
              <a:chOff x="1616614" y="1077177"/>
              <a:chExt cx="8456142" cy="2625509"/>
            </a:xfrm>
          </p:grpSpPr>
          <p:grpSp>
            <p:nvGrpSpPr>
              <p:cNvPr id="151" name="Group 150">
                <a:extLst>
                  <a:ext uri="{FF2B5EF4-FFF2-40B4-BE49-F238E27FC236}">
                    <a16:creationId xmlns:a16="http://schemas.microsoft.com/office/drawing/2014/main" id="{4BCFE195-7846-7EF4-FFF2-33F5BE2043EE}"/>
                  </a:ext>
                </a:extLst>
              </p:cNvPr>
              <p:cNvGrpSpPr/>
              <p:nvPr/>
            </p:nvGrpSpPr>
            <p:grpSpPr>
              <a:xfrm>
                <a:off x="1616614" y="1077177"/>
                <a:ext cx="1766775" cy="2252135"/>
                <a:chOff x="965426" y="948485"/>
                <a:chExt cx="3865300" cy="4653880"/>
              </a:xfrm>
            </p:grpSpPr>
            <p:sp>
              <p:nvSpPr>
                <p:cNvPr id="152" name="Rectangle 151">
                  <a:extLst>
                    <a:ext uri="{FF2B5EF4-FFF2-40B4-BE49-F238E27FC236}">
                      <a16:creationId xmlns:a16="http://schemas.microsoft.com/office/drawing/2014/main" id="{82B35176-A79C-0D1A-04B5-3F4EB20023DD}"/>
                    </a:ext>
                  </a:extLst>
                </p:cNvPr>
                <p:cNvSpPr/>
                <p:nvPr/>
              </p:nvSpPr>
              <p:spPr>
                <a:xfrm>
                  <a:off x="1738478" y="948485"/>
                  <a:ext cx="731520" cy="731520"/>
                </a:xfrm>
                <a:prstGeom prst="rect">
                  <a:avLst/>
                </a:prstGeom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500" dirty="0"/>
                    <a:t>Out of Grid</a:t>
                  </a:r>
                </a:p>
              </p:txBody>
            </p:sp>
            <p:grpSp>
              <p:nvGrpSpPr>
                <p:cNvPr id="153" name="Group 152">
                  <a:extLst>
                    <a:ext uri="{FF2B5EF4-FFF2-40B4-BE49-F238E27FC236}">
                      <a16:creationId xmlns:a16="http://schemas.microsoft.com/office/drawing/2014/main" id="{20055E89-0565-156E-5D83-4014F3F00391}"/>
                    </a:ext>
                  </a:extLst>
                </p:cNvPr>
                <p:cNvGrpSpPr/>
                <p:nvPr/>
              </p:nvGrpSpPr>
              <p:grpSpPr>
                <a:xfrm>
                  <a:off x="965426" y="1709246"/>
                  <a:ext cx="3865300" cy="3893119"/>
                  <a:chOff x="6929426" y="1679085"/>
                  <a:chExt cx="3865300" cy="3893119"/>
                </a:xfrm>
              </p:grpSpPr>
              <p:pic>
                <p:nvPicPr>
                  <p:cNvPr id="156" name="Picture 155">
                    <a:extLst>
                      <a:ext uri="{FF2B5EF4-FFF2-40B4-BE49-F238E27FC236}">
                        <a16:creationId xmlns:a16="http://schemas.microsoft.com/office/drawing/2014/main" id="{14DBAE36-875D-267B-30DE-EF32C3C1FFF3}"/>
                      </a:ext>
                    </a:extLst>
                  </p:cNvPr>
                  <p:cNvPicPr preferRelativeResize="0">
                    <a:picLocks/>
                  </p:cNvPicPr>
                  <p:nvPr/>
                </p:nvPicPr>
                <p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9253563" y="2482227"/>
                    <a:ext cx="731520" cy="731520"/>
                  </a:xfrm>
                  <a:prstGeom prst="rect">
                    <a:avLst/>
                  </a:prstGeom>
                  <a:effectLst>
                    <a:softEdge rad="0"/>
                  </a:effectLst>
                </p:spPr>
              </p:pic>
              <p:pic>
                <p:nvPicPr>
                  <p:cNvPr id="157" name="Picture 156">
                    <a:extLst>
                      <a:ext uri="{FF2B5EF4-FFF2-40B4-BE49-F238E27FC236}">
                        <a16:creationId xmlns:a16="http://schemas.microsoft.com/office/drawing/2014/main" id="{48634F39-6C7F-3B9A-2DD3-730814FD8B49}"/>
                      </a:ext>
                    </a:extLst>
                  </p:cNvPr>
                  <p:cNvPicPr preferRelativeResize="0">
                    <a:picLocks/>
                  </p:cNvPicPr>
                  <p:nvPr/>
                </p:nvPicPr>
                <p:blipFill>
                  <a:blip r:embed="rId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8487473" y="4050524"/>
                    <a:ext cx="731520" cy="731520"/>
                  </a:xfrm>
                  <a:prstGeom prst="rect">
                    <a:avLst/>
                  </a:prstGeom>
                  <a:effectLst>
                    <a:softEdge rad="0"/>
                  </a:effectLst>
                </p:spPr>
              </p:pic>
              <p:pic>
                <p:nvPicPr>
                  <p:cNvPr id="158" name="Picture 157">
                    <a:extLst>
                      <a:ext uri="{FF2B5EF4-FFF2-40B4-BE49-F238E27FC236}">
                        <a16:creationId xmlns:a16="http://schemas.microsoft.com/office/drawing/2014/main" id="{46B1FF33-BA74-F40A-EC68-4A6C7AFE3A96}"/>
                      </a:ext>
                    </a:extLst>
                  </p:cNvPr>
                  <p:cNvPicPr preferRelativeResize="0">
                    <a:picLocks/>
                  </p:cNvPicPr>
                  <p:nvPr/>
                </p:nvPicPr>
                <p:blipFill>
                  <a:blip r:embed="rId4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9270363" y="4042843"/>
                    <a:ext cx="731520" cy="731520"/>
                  </a:xfrm>
                  <a:prstGeom prst="rect">
                    <a:avLst/>
                  </a:prstGeom>
                  <a:ln w="38100">
                    <a:noFill/>
                  </a:ln>
                  <a:effectLst>
                    <a:softEdge rad="0"/>
                  </a:effectLst>
                </p:spPr>
              </p:pic>
              <p:pic>
                <p:nvPicPr>
                  <p:cNvPr id="159" name="Picture 158">
                    <a:extLst>
                      <a:ext uri="{FF2B5EF4-FFF2-40B4-BE49-F238E27FC236}">
                        <a16:creationId xmlns:a16="http://schemas.microsoft.com/office/drawing/2014/main" id="{0CC74F4C-318F-682D-4C2D-39A48E4C9FAD}"/>
                      </a:ext>
                    </a:extLst>
                  </p:cNvPr>
                  <p:cNvPicPr preferRelativeResize="0">
                    <a:picLocks/>
                  </p:cNvPicPr>
                  <p:nvPr/>
                </p:nvPicPr>
                <p:blipFill>
                  <a:blip r:embed="rId5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8475529" y="1688163"/>
                    <a:ext cx="731520" cy="731520"/>
                  </a:xfrm>
                  <a:prstGeom prst="rect">
                    <a:avLst/>
                  </a:prstGeom>
                  <a:effectLst>
                    <a:softEdge rad="0"/>
                  </a:effectLst>
                </p:spPr>
              </p:pic>
              <p:pic>
                <p:nvPicPr>
                  <p:cNvPr id="160" name="Picture 159">
                    <a:extLst>
                      <a:ext uri="{FF2B5EF4-FFF2-40B4-BE49-F238E27FC236}">
                        <a16:creationId xmlns:a16="http://schemas.microsoft.com/office/drawing/2014/main" id="{1145788E-D09A-872E-D5A1-811656EFD1D4}"/>
                      </a:ext>
                    </a:extLst>
                  </p:cNvPr>
                  <p:cNvPicPr preferRelativeResize="0">
                    <a:picLocks/>
                  </p:cNvPicPr>
                  <p:nvPr/>
                </p:nvPicPr>
                <p:blipFill>
                  <a:blip r:embed="rId6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0057769" y="1701290"/>
                    <a:ext cx="731520" cy="731520"/>
                  </a:xfrm>
                  <a:prstGeom prst="rect">
                    <a:avLst/>
                  </a:prstGeom>
                  <a:effectLst>
                    <a:softEdge rad="0"/>
                  </a:effectLst>
                </p:spPr>
              </p:pic>
              <p:pic>
                <p:nvPicPr>
                  <p:cNvPr id="161" name="Picture 160">
                    <a:extLst>
                      <a:ext uri="{FF2B5EF4-FFF2-40B4-BE49-F238E27FC236}">
                        <a16:creationId xmlns:a16="http://schemas.microsoft.com/office/drawing/2014/main" id="{2A8EB400-770A-EE27-9453-C21DAEF95D9A}"/>
                      </a:ext>
                    </a:extLst>
                  </p:cNvPr>
                  <p:cNvPicPr preferRelativeResize="0">
                    <a:picLocks/>
                  </p:cNvPicPr>
                  <p:nvPr/>
                </p:nvPicPr>
                <p:blipFill>
                  <a:blip r:embed="rId7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6929426" y="3252194"/>
                    <a:ext cx="731520" cy="731520"/>
                  </a:xfrm>
                  <a:prstGeom prst="rect">
                    <a:avLst/>
                  </a:prstGeom>
                  <a:effectLst>
                    <a:softEdge rad="0"/>
                  </a:effectLst>
                </p:spPr>
              </p:pic>
              <p:pic>
                <p:nvPicPr>
                  <p:cNvPr id="162" name="Picture 161">
                    <a:extLst>
                      <a:ext uri="{FF2B5EF4-FFF2-40B4-BE49-F238E27FC236}">
                        <a16:creationId xmlns:a16="http://schemas.microsoft.com/office/drawing/2014/main" id="{E9A09180-42AC-2D7B-CB9A-9AC6C2251793}"/>
                      </a:ext>
                    </a:extLst>
                  </p:cNvPr>
                  <p:cNvPicPr preferRelativeResize="0">
                    <a:picLocks/>
                  </p:cNvPicPr>
                  <p:nvPr/>
                </p:nvPicPr>
                <p:blipFill>
                  <a:blip r:embed="rId8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0057769" y="2475851"/>
                    <a:ext cx="731520" cy="731520"/>
                  </a:xfrm>
                  <a:prstGeom prst="rect">
                    <a:avLst/>
                  </a:prstGeom>
                  <a:effectLst>
                    <a:softEdge rad="0"/>
                  </a:effectLst>
                </p:spPr>
              </p:pic>
              <p:pic>
                <p:nvPicPr>
                  <p:cNvPr id="163" name="Picture 162">
                    <a:extLst>
                      <a:ext uri="{FF2B5EF4-FFF2-40B4-BE49-F238E27FC236}">
                        <a16:creationId xmlns:a16="http://schemas.microsoft.com/office/drawing/2014/main" id="{A12EA4E9-C04D-0EA1-9220-396FFB6E464B}"/>
                      </a:ext>
                    </a:extLst>
                  </p:cNvPr>
                  <p:cNvPicPr preferRelativeResize="0">
                    <a:picLocks/>
                  </p:cNvPicPr>
                  <p:nvPr/>
                </p:nvPicPr>
                <p:blipFill>
                  <a:blip r:embed="rId9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0054369" y="4840684"/>
                    <a:ext cx="731520" cy="731520"/>
                  </a:xfrm>
                  <a:prstGeom prst="rect">
                    <a:avLst/>
                  </a:prstGeom>
                  <a:effectLst>
                    <a:softEdge rad="0"/>
                  </a:effectLst>
                </p:spPr>
              </p:pic>
              <p:pic>
                <p:nvPicPr>
                  <p:cNvPr id="164" name="Picture 163">
                    <a:extLst>
                      <a:ext uri="{FF2B5EF4-FFF2-40B4-BE49-F238E27FC236}">
                        <a16:creationId xmlns:a16="http://schemas.microsoft.com/office/drawing/2014/main" id="{A9A577BE-5AAE-412D-DF75-F4BDB8433C7A}"/>
                      </a:ext>
                    </a:extLst>
                  </p:cNvPr>
                  <p:cNvPicPr preferRelativeResize="0">
                    <a:picLocks/>
                  </p:cNvPicPr>
                  <p:nvPr/>
                </p:nvPicPr>
                <p:blipFill>
                  <a:blip r:embed="rId10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7702478" y="1679085"/>
                    <a:ext cx="731520" cy="731520"/>
                  </a:xfrm>
                  <a:prstGeom prst="rect">
                    <a:avLst/>
                  </a:prstGeom>
                  <a:ln w="25400">
                    <a:solidFill>
                      <a:srgbClr val="FF0000"/>
                    </a:solidFill>
                  </a:ln>
                  <a:effectLst>
                    <a:softEdge rad="0"/>
                  </a:effectLst>
                </p:spPr>
              </p:pic>
              <p:pic>
                <p:nvPicPr>
                  <p:cNvPr id="165" name="Picture 164">
                    <a:extLst>
                      <a:ext uri="{FF2B5EF4-FFF2-40B4-BE49-F238E27FC236}">
                        <a16:creationId xmlns:a16="http://schemas.microsoft.com/office/drawing/2014/main" id="{50FD8B3B-9911-27A8-09AC-9FACB3884B4E}"/>
                      </a:ext>
                    </a:extLst>
                  </p:cNvPr>
                  <p:cNvPicPr preferRelativeResize="0">
                    <a:picLocks/>
                  </p:cNvPicPr>
                  <p:nvPr/>
                </p:nvPicPr>
                <p:blipFill>
                  <a:blip r:embed="rId11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9253563" y="1697845"/>
                    <a:ext cx="731520" cy="731520"/>
                  </a:xfrm>
                  <a:prstGeom prst="rect">
                    <a:avLst/>
                  </a:prstGeom>
                  <a:effectLst>
                    <a:softEdge rad="0"/>
                  </a:effectLst>
                </p:spPr>
              </p:pic>
              <p:pic>
                <p:nvPicPr>
                  <p:cNvPr id="166" name="Picture 165">
                    <a:extLst>
                      <a:ext uri="{FF2B5EF4-FFF2-40B4-BE49-F238E27FC236}">
                        <a16:creationId xmlns:a16="http://schemas.microsoft.com/office/drawing/2014/main" id="{B2624333-F22F-5005-5097-DEEEF1DDC210}"/>
                      </a:ext>
                    </a:extLst>
                  </p:cNvPr>
                  <p:cNvPicPr preferRelativeResize="0">
                    <a:picLocks/>
                  </p:cNvPicPr>
                  <p:nvPr/>
                </p:nvPicPr>
                <p:blipFill>
                  <a:blip r:embed="rId1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6930164" y="2472285"/>
                    <a:ext cx="731520" cy="731520"/>
                  </a:xfrm>
                  <a:prstGeom prst="rect">
                    <a:avLst/>
                  </a:prstGeom>
                  <a:effectLst>
                    <a:softEdge rad="0"/>
                  </a:effectLst>
                </p:spPr>
              </p:pic>
              <p:pic>
                <p:nvPicPr>
                  <p:cNvPr id="167" name="Picture 166">
                    <a:extLst>
                      <a:ext uri="{FF2B5EF4-FFF2-40B4-BE49-F238E27FC236}">
                        <a16:creationId xmlns:a16="http://schemas.microsoft.com/office/drawing/2014/main" id="{B1F78B6B-2B2F-8E5A-76C0-C0F0E0D585A4}"/>
                      </a:ext>
                    </a:extLst>
                  </p:cNvPr>
                  <p:cNvPicPr preferRelativeResize="0">
                    <a:picLocks/>
                  </p:cNvPicPr>
                  <p:nvPr/>
                </p:nvPicPr>
                <p:blipFill>
                  <a:blip r:embed="rId1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9272045" y="4833601"/>
                    <a:ext cx="731520" cy="731520"/>
                  </a:xfrm>
                  <a:prstGeom prst="rect">
                    <a:avLst/>
                  </a:prstGeom>
                  <a:effectLst>
                    <a:softEdge rad="0"/>
                  </a:effectLst>
                </p:spPr>
              </p:pic>
              <p:pic>
                <p:nvPicPr>
                  <p:cNvPr id="168" name="Picture 167">
                    <a:extLst>
                      <a:ext uri="{FF2B5EF4-FFF2-40B4-BE49-F238E27FC236}">
                        <a16:creationId xmlns:a16="http://schemas.microsoft.com/office/drawing/2014/main" id="{A6C8DC3B-9FDE-3D88-08E8-185F075079EA}"/>
                      </a:ext>
                    </a:extLst>
                  </p:cNvPr>
                  <p:cNvPicPr preferRelativeResize="0">
                    <a:picLocks/>
                  </p:cNvPicPr>
                  <p:nvPr/>
                </p:nvPicPr>
                <p:blipFill>
                  <a:blip r:embed="rId14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7704720" y="4837143"/>
                    <a:ext cx="731520" cy="731520"/>
                  </a:xfrm>
                  <a:prstGeom prst="rect">
                    <a:avLst/>
                  </a:prstGeom>
                  <a:ln w="25400">
                    <a:solidFill>
                      <a:schemeClr val="tx1"/>
                    </a:solidFill>
                  </a:ln>
                  <a:effectLst>
                    <a:softEdge rad="0"/>
                  </a:effectLst>
                </p:spPr>
              </p:pic>
              <p:pic>
                <p:nvPicPr>
                  <p:cNvPr id="169" name="Picture 168">
                    <a:extLst>
                      <a:ext uri="{FF2B5EF4-FFF2-40B4-BE49-F238E27FC236}">
                        <a16:creationId xmlns:a16="http://schemas.microsoft.com/office/drawing/2014/main" id="{4C8E18D3-0B80-0B33-65CA-6BD0270E2B97}"/>
                      </a:ext>
                    </a:extLst>
                  </p:cNvPr>
                  <p:cNvPicPr preferRelativeResize="0">
                    <a:picLocks/>
                  </p:cNvPicPr>
                  <p:nvPr/>
                </p:nvPicPr>
                <p:blipFill>
                  <a:blip r:embed="rId15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7695426" y="3263539"/>
                    <a:ext cx="731520" cy="731520"/>
                  </a:xfrm>
                  <a:prstGeom prst="rect">
                    <a:avLst/>
                  </a:prstGeom>
                  <a:effectLst>
                    <a:softEdge rad="0"/>
                  </a:effectLst>
                </p:spPr>
              </p:pic>
              <p:pic>
                <p:nvPicPr>
                  <p:cNvPr id="170" name="Picture 169">
                    <a:extLst>
                      <a:ext uri="{FF2B5EF4-FFF2-40B4-BE49-F238E27FC236}">
                        <a16:creationId xmlns:a16="http://schemas.microsoft.com/office/drawing/2014/main" id="{27F07E39-E210-4800-1428-DD5DF0D8DEB4}"/>
                      </a:ext>
                    </a:extLst>
                  </p:cNvPr>
                  <p:cNvPicPr preferRelativeResize="0">
                    <a:picLocks/>
                  </p:cNvPicPr>
                  <p:nvPr/>
                </p:nvPicPr>
                <p:blipFill>
                  <a:blip r:embed="rId16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7695426" y="2468203"/>
                    <a:ext cx="731520" cy="731520"/>
                  </a:xfrm>
                  <a:prstGeom prst="rect">
                    <a:avLst/>
                  </a:prstGeom>
                  <a:effectLst>
                    <a:softEdge rad="0"/>
                  </a:effectLst>
                </p:spPr>
              </p:pic>
              <p:pic>
                <p:nvPicPr>
                  <p:cNvPr id="171" name="Picture 170">
                    <a:extLst>
                      <a:ext uri="{FF2B5EF4-FFF2-40B4-BE49-F238E27FC236}">
                        <a16:creationId xmlns:a16="http://schemas.microsoft.com/office/drawing/2014/main" id="{03FA215A-7959-A533-2E94-D06B86768BDC}"/>
                      </a:ext>
                    </a:extLst>
                  </p:cNvPr>
                  <p:cNvPicPr preferRelativeResize="0">
                    <a:picLocks/>
                  </p:cNvPicPr>
                  <p:nvPr/>
                </p:nvPicPr>
                <p:blipFill>
                  <a:blip r:embed="rId17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6930901" y="1679085"/>
                    <a:ext cx="731520" cy="731520"/>
                  </a:xfrm>
                  <a:prstGeom prst="rect">
                    <a:avLst/>
                  </a:prstGeom>
                  <a:effectLst>
                    <a:softEdge rad="0"/>
                  </a:effectLst>
                </p:spPr>
              </p:pic>
              <p:pic>
                <p:nvPicPr>
                  <p:cNvPr id="172" name="Picture 171">
                    <a:extLst>
                      <a:ext uri="{FF2B5EF4-FFF2-40B4-BE49-F238E27FC236}">
                        <a16:creationId xmlns:a16="http://schemas.microsoft.com/office/drawing/2014/main" id="{87159B67-D092-3A65-6B26-6B02E90CCE2A}"/>
                      </a:ext>
                    </a:extLst>
                  </p:cNvPr>
                  <p:cNvPicPr preferRelativeResize="0">
                    <a:picLocks/>
                  </p:cNvPicPr>
                  <p:nvPr/>
                </p:nvPicPr>
                <p:blipFill>
                  <a:blip r:embed="rId18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9270363" y="3272985"/>
                    <a:ext cx="731520" cy="731520"/>
                  </a:xfrm>
                  <a:prstGeom prst="rect">
                    <a:avLst/>
                  </a:prstGeom>
                  <a:effectLst>
                    <a:softEdge rad="0"/>
                  </a:effectLst>
                </p:spPr>
              </p:pic>
              <p:pic>
                <p:nvPicPr>
                  <p:cNvPr id="173" name="Picture 172">
                    <a:extLst>
                      <a:ext uri="{FF2B5EF4-FFF2-40B4-BE49-F238E27FC236}">
                        <a16:creationId xmlns:a16="http://schemas.microsoft.com/office/drawing/2014/main" id="{D11B5215-5B62-854B-A26E-CFBE97FAAC6A}"/>
                      </a:ext>
                    </a:extLst>
                  </p:cNvPr>
                  <p:cNvPicPr preferRelativeResize="0">
                    <a:picLocks/>
                  </p:cNvPicPr>
                  <p:nvPr/>
                </p:nvPicPr>
                <p:blipFill>
                  <a:blip r:embed="rId19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0063206" y="3269587"/>
                    <a:ext cx="731520" cy="731520"/>
                  </a:xfrm>
                  <a:prstGeom prst="rect">
                    <a:avLst/>
                  </a:prstGeom>
                  <a:effectLst>
                    <a:softEdge rad="0"/>
                  </a:effectLst>
                </p:spPr>
              </p:pic>
              <p:pic>
                <p:nvPicPr>
                  <p:cNvPr id="174" name="Picture 173">
                    <a:extLst>
                      <a:ext uri="{FF2B5EF4-FFF2-40B4-BE49-F238E27FC236}">
                        <a16:creationId xmlns:a16="http://schemas.microsoft.com/office/drawing/2014/main" id="{8567A287-151E-527E-4FF7-D13771BE7D3F}"/>
                      </a:ext>
                    </a:extLst>
                  </p:cNvPr>
                  <p:cNvPicPr preferRelativeResize="0">
                    <a:picLocks/>
                  </p:cNvPicPr>
                  <p:nvPr/>
                </p:nvPicPr>
                <p:blipFill>
                  <a:blip r:embed="rId20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0054369" y="4050524"/>
                    <a:ext cx="731520" cy="731520"/>
                  </a:xfrm>
                  <a:prstGeom prst="rect">
                    <a:avLst/>
                  </a:prstGeom>
                  <a:effectLst>
                    <a:softEdge rad="0"/>
                  </a:effectLst>
                </p:spPr>
              </p:pic>
              <p:pic>
                <p:nvPicPr>
                  <p:cNvPr id="175" name="Picture 174">
                    <a:extLst>
                      <a:ext uri="{FF2B5EF4-FFF2-40B4-BE49-F238E27FC236}">
                        <a16:creationId xmlns:a16="http://schemas.microsoft.com/office/drawing/2014/main" id="{7C22F2C4-0E8D-3921-7DDB-09226BFF73F8}"/>
                      </a:ext>
                    </a:extLst>
                  </p:cNvPr>
                  <p:cNvPicPr preferRelativeResize="0">
                    <a:picLocks/>
                  </p:cNvPicPr>
                  <p:nvPr/>
                </p:nvPicPr>
                <p:blipFill>
                  <a:blip r:embed="rId21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8498785" y="3263539"/>
                    <a:ext cx="731520" cy="731520"/>
                  </a:xfrm>
                  <a:prstGeom prst="rect">
                    <a:avLst/>
                  </a:prstGeom>
                  <a:effectLst>
                    <a:softEdge rad="0"/>
                  </a:effectLst>
                </p:spPr>
              </p:pic>
              <p:pic>
                <p:nvPicPr>
                  <p:cNvPr id="176" name="Picture 175">
                    <a:extLst>
                      <a:ext uri="{FF2B5EF4-FFF2-40B4-BE49-F238E27FC236}">
                        <a16:creationId xmlns:a16="http://schemas.microsoft.com/office/drawing/2014/main" id="{F2C3B589-B700-F855-0754-E6F32ED4EC91}"/>
                      </a:ext>
                    </a:extLst>
                  </p:cNvPr>
                  <p:cNvPicPr preferRelativeResize="0">
                    <a:picLocks/>
                  </p:cNvPicPr>
                  <p:nvPr/>
                </p:nvPicPr>
                <p:blipFill>
                  <a:blip r:embed="rId2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8487473" y="4838914"/>
                    <a:ext cx="731520" cy="731520"/>
                  </a:xfrm>
                  <a:prstGeom prst="rect">
                    <a:avLst/>
                  </a:prstGeom>
                  <a:effectLst>
                    <a:softEdge rad="0"/>
                  </a:effectLst>
                </p:spPr>
              </p:pic>
              <p:pic>
                <p:nvPicPr>
                  <p:cNvPr id="177" name="Picture 176">
                    <a:extLst>
                      <a:ext uri="{FF2B5EF4-FFF2-40B4-BE49-F238E27FC236}">
                        <a16:creationId xmlns:a16="http://schemas.microsoft.com/office/drawing/2014/main" id="{2C5720C7-3034-CA6D-ABFB-07AE5DCC4D4A}"/>
                      </a:ext>
                    </a:extLst>
                  </p:cNvPr>
                  <p:cNvPicPr preferRelativeResize="0">
                    <a:picLocks/>
                  </p:cNvPicPr>
                  <p:nvPr/>
                </p:nvPicPr>
                <p:blipFill>
                  <a:blip r:embed="rId2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7709366" y="4046439"/>
                    <a:ext cx="731520" cy="731520"/>
                  </a:xfrm>
                  <a:prstGeom prst="rect">
                    <a:avLst/>
                  </a:prstGeom>
                  <a:effectLst>
                    <a:softEdge rad="0"/>
                  </a:effectLst>
                </p:spPr>
              </p:pic>
              <p:pic>
                <p:nvPicPr>
                  <p:cNvPr id="178" name="Picture 177">
                    <a:extLst>
                      <a:ext uri="{FF2B5EF4-FFF2-40B4-BE49-F238E27FC236}">
                        <a16:creationId xmlns:a16="http://schemas.microsoft.com/office/drawing/2014/main" id="{1380A8CB-F0EB-818D-B668-C659644720F1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4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6929426" y="4046439"/>
                    <a:ext cx="734469" cy="731520"/>
                  </a:xfrm>
                  <a:prstGeom prst="rect">
                    <a:avLst/>
                  </a:prstGeom>
                </p:spPr>
              </p:pic>
              <p:pic>
                <p:nvPicPr>
                  <p:cNvPr id="179" name="Picture 178">
                    <a:extLst>
                      <a:ext uri="{FF2B5EF4-FFF2-40B4-BE49-F238E27FC236}">
                        <a16:creationId xmlns:a16="http://schemas.microsoft.com/office/drawing/2014/main" id="{79E3B3AC-386D-E062-37C9-8CD60458A8BB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5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6931638" y="4840684"/>
                    <a:ext cx="731520" cy="731520"/>
                  </a:xfrm>
                  <a:prstGeom prst="rect">
                    <a:avLst/>
                  </a:prstGeom>
                </p:spPr>
              </p:pic>
              <p:pic>
                <p:nvPicPr>
                  <p:cNvPr id="180" name="Picture 179">
                    <a:extLst>
                      <a:ext uri="{FF2B5EF4-FFF2-40B4-BE49-F238E27FC236}">
                        <a16:creationId xmlns:a16="http://schemas.microsoft.com/office/drawing/2014/main" id="{ED357C64-230F-CF34-54CC-985B2F414EF4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6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8522043" y="2475851"/>
                    <a:ext cx="731520" cy="731520"/>
                  </a:xfrm>
                  <a:prstGeom prst="rect">
                    <a:avLst/>
                  </a:prstGeom>
                </p:spPr>
              </p:pic>
            </p:grpSp>
            <p:sp>
              <p:nvSpPr>
                <p:cNvPr id="154" name="TextBox 153">
                  <a:extLst>
                    <a:ext uri="{FF2B5EF4-FFF2-40B4-BE49-F238E27FC236}">
                      <a16:creationId xmlns:a16="http://schemas.microsoft.com/office/drawing/2014/main" id="{A91C3F11-48D0-7A19-BCAF-DA79973D7092}"/>
                    </a:ext>
                  </a:extLst>
                </p:cNvPr>
                <p:cNvSpPr txBox="1"/>
                <p:nvPr/>
              </p:nvSpPr>
              <p:spPr>
                <a:xfrm>
                  <a:off x="2059408" y="2198617"/>
                  <a:ext cx="631964" cy="3497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500" dirty="0">
                      <a:solidFill>
                        <a:schemeClr val="bg1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highlight>
                        <a:srgbClr val="FF0000"/>
                      </a:highlight>
                    </a:rPr>
                    <a:t>*RP</a:t>
                  </a:r>
                </a:p>
              </p:txBody>
            </p:sp>
            <p:pic>
              <p:nvPicPr>
                <p:cNvPr id="155" name="Graphic 154" descr="Arrow Up with solid fill">
                  <a:extLst>
                    <a:ext uri="{FF2B5EF4-FFF2-40B4-BE49-F238E27FC236}">
                      <a16:creationId xmlns:a16="http://schemas.microsoft.com/office/drawing/2014/main" id="{8BF06194-464C-38B5-2DE5-6A42419F36E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7">
                  <a:extLst>
                    <a:ext uri="{96DAC541-7B7A-43D3-8B79-37D633B846F1}">
                      <asvg:svgBlip xmlns:asvg="http://schemas.microsoft.com/office/drawing/2016/SVG/main" r:embed="rId28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037829" y="1418314"/>
                  <a:ext cx="548640" cy="548640"/>
                </a:xfrm>
                <a:prstGeom prst="rect">
                  <a:avLst/>
                </a:prstGeom>
              </p:spPr>
            </p:pic>
          </p:grpSp>
          <p:cxnSp>
            <p:nvCxnSpPr>
              <p:cNvPr id="182" name="Connector: Elbow 181">
                <a:extLst>
                  <a:ext uri="{FF2B5EF4-FFF2-40B4-BE49-F238E27FC236}">
                    <a16:creationId xmlns:a16="http://schemas.microsoft.com/office/drawing/2014/main" id="{01A877CD-60BC-64F0-9FFD-17E6EB44D5F6}"/>
                  </a:ext>
                </a:extLst>
              </p:cNvPr>
              <p:cNvCxnSpPr>
                <a:stCxn id="152" idx="1"/>
                <a:endCxn id="168" idx="2"/>
              </p:cNvCxnSpPr>
              <p:nvPr/>
            </p:nvCxnSpPr>
            <p:spPr>
              <a:xfrm rot="10800000" flipH="1" flipV="1">
                <a:off x="1969964" y="1254177"/>
                <a:ext cx="168209" cy="2073421"/>
              </a:xfrm>
              <a:prstGeom prst="bentConnector4">
                <a:avLst>
                  <a:gd name="adj1" fmla="val -264498"/>
                  <a:gd name="adj2" fmla="val 105809"/>
                </a:avLst>
              </a:prstGeom>
              <a:ln>
                <a:solidFill>
                  <a:srgbClr val="FF0000"/>
                </a:solidFill>
                <a:prstDash val="lgDash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17" name="Group 216">
                <a:extLst>
                  <a:ext uri="{FF2B5EF4-FFF2-40B4-BE49-F238E27FC236}">
                    <a16:creationId xmlns:a16="http://schemas.microsoft.com/office/drawing/2014/main" id="{D95929EF-B4BA-488C-503B-3133E8971301}"/>
                  </a:ext>
                </a:extLst>
              </p:cNvPr>
              <p:cNvGrpSpPr/>
              <p:nvPr/>
            </p:nvGrpSpPr>
            <p:grpSpPr>
              <a:xfrm>
                <a:off x="3593056" y="1445329"/>
                <a:ext cx="1766775" cy="2257357"/>
                <a:chOff x="965426" y="1709246"/>
                <a:chExt cx="3865300" cy="4664674"/>
              </a:xfrm>
            </p:grpSpPr>
            <p:sp>
              <p:nvSpPr>
                <p:cNvPr id="218" name="Rectangle 217">
                  <a:extLst>
                    <a:ext uri="{FF2B5EF4-FFF2-40B4-BE49-F238E27FC236}">
                      <a16:creationId xmlns:a16="http://schemas.microsoft.com/office/drawing/2014/main" id="{AE824ABC-88FB-B189-2CD1-12C940F76161}"/>
                    </a:ext>
                  </a:extLst>
                </p:cNvPr>
                <p:cNvSpPr/>
                <p:nvPr/>
              </p:nvSpPr>
              <p:spPr>
                <a:xfrm>
                  <a:off x="1745367" y="5642399"/>
                  <a:ext cx="731521" cy="731521"/>
                </a:xfrm>
                <a:prstGeom prst="rect">
                  <a:avLst/>
                </a:prstGeom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500" dirty="0"/>
                    <a:t>Out of Grid</a:t>
                  </a:r>
                </a:p>
              </p:txBody>
            </p:sp>
            <p:grpSp>
              <p:nvGrpSpPr>
                <p:cNvPr id="219" name="Group 218">
                  <a:extLst>
                    <a:ext uri="{FF2B5EF4-FFF2-40B4-BE49-F238E27FC236}">
                      <a16:creationId xmlns:a16="http://schemas.microsoft.com/office/drawing/2014/main" id="{728892F4-0ACE-F4B1-9696-F302E626266D}"/>
                    </a:ext>
                  </a:extLst>
                </p:cNvPr>
                <p:cNvGrpSpPr/>
                <p:nvPr/>
              </p:nvGrpSpPr>
              <p:grpSpPr>
                <a:xfrm>
                  <a:off x="965426" y="1709246"/>
                  <a:ext cx="3865300" cy="3893119"/>
                  <a:chOff x="6929426" y="1679085"/>
                  <a:chExt cx="3865300" cy="3893119"/>
                </a:xfrm>
              </p:grpSpPr>
              <p:pic>
                <p:nvPicPr>
                  <p:cNvPr id="222" name="Picture 221">
                    <a:extLst>
                      <a:ext uri="{FF2B5EF4-FFF2-40B4-BE49-F238E27FC236}">
                        <a16:creationId xmlns:a16="http://schemas.microsoft.com/office/drawing/2014/main" id="{759CE68C-F926-F257-D64E-C10B10D1A306}"/>
                      </a:ext>
                    </a:extLst>
                  </p:cNvPr>
                  <p:cNvPicPr preferRelativeResize="0">
                    <a:picLocks/>
                  </p:cNvPicPr>
                  <p:nvPr/>
                </p:nvPicPr>
                <p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9253563" y="2482227"/>
                    <a:ext cx="731520" cy="731520"/>
                  </a:xfrm>
                  <a:prstGeom prst="rect">
                    <a:avLst/>
                  </a:prstGeom>
                  <a:effectLst>
                    <a:softEdge rad="0"/>
                  </a:effectLst>
                </p:spPr>
              </p:pic>
              <p:pic>
                <p:nvPicPr>
                  <p:cNvPr id="223" name="Picture 222">
                    <a:extLst>
                      <a:ext uri="{FF2B5EF4-FFF2-40B4-BE49-F238E27FC236}">
                        <a16:creationId xmlns:a16="http://schemas.microsoft.com/office/drawing/2014/main" id="{436522EC-9DF8-621F-D391-D5D9E156C5CB}"/>
                      </a:ext>
                    </a:extLst>
                  </p:cNvPr>
                  <p:cNvPicPr preferRelativeResize="0">
                    <a:picLocks/>
                  </p:cNvPicPr>
                  <p:nvPr/>
                </p:nvPicPr>
                <p:blipFill>
                  <a:blip r:embed="rId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8487473" y="4050524"/>
                    <a:ext cx="731520" cy="731520"/>
                  </a:xfrm>
                  <a:prstGeom prst="rect">
                    <a:avLst/>
                  </a:prstGeom>
                  <a:effectLst>
                    <a:softEdge rad="0"/>
                  </a:effectLst>
                </p:spPr>
              </p:pic>
              <p:pic>
                <p:nvPicPr>
                  <p:cNvPr id="224" name="Picture 223">
                    <a:extLst>
                      <a:ext uri="{FF2B5EF4-FFF2-40B4-BE49-F238E27FC236}">
                        <a16:creationId xmlns:a16="http://schemas.microsoft.com/office/drawing/2014/main" id="{D0E911CA-49B5-F4D4-7386-665AC4AD5496}"/>
                      </a:ext>
                    </a:extLst>
                  </p:cNvPr>
                  <p:cNvPicPr preferRelativeResize="0">
                    <a:picLocks/>
                  </p:cNvPicPr>
                  <p:nvPr/>
                </p:nvPicPr>
                <p:blipFill>
                  <a:blip r:embed="rId4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9270363" y="4042843"/>
                    <a:ext cx="731520" cy="731520"/>
                  </a:xfrm>
                  <a:prstGeom prst="rect">
                    <a:avLst/>
                  </a:prstGeom>
                  <a:ln w="38100">
                    <a:noFill/>
                  </a:ln>
                  <a:effectLst>
                    <a:softEdge rad="0"/>
                  </a:effectLst>
                </p:spPr>
              </p:pic>
              <p:pic>
                <p:nvPicPr>
                  <p:cNvPr id="225" name="Picture 224">
                    <a:extLst>
                      <a:ext uri="{FF2B5EF4-FFF2-40B4-BE49-F238E27FC236}">
                        <a16:creationId xmlns:a16="http://schemas.microsoft.com/office/drawing/2014/main" id="{D57E1544-3A93-8364-77A2-DE7BAE646022}"/>
                      </a:ext>
                    </a:extLst>
                  </p:cNvPr>
                  <p:cNvPicPr preferRelativeResize="0">
                    <a:picLocks/>
                  </p:cNvPicPr>
                  <p:nvPr/>
                </p:nvPicPr>
                <p:blipFill>
                  <a:blip r:embed="rId5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8475529" y="1688163"/>
                    <a:ext cx="731520" cy="731520"/>
                  </a:xfrm>
                  <a:prstGeom prst="rect">
                    <a:avLst/>
                  </a:prstGeom>
                  <a:effectLst>
                    <a:softEdge rad="0"/>
                  </a:effectLst>
                </p:spPr>
              </p:pic>
              <p:pic>
                <p:nvPicPr>
                  <p:cNvPr id="226" name="Picture 225">
                    <a:extLst>
                      <a:ext uri="{FF2B5EF4-FFF2-40B4-BE49-F238E27FC236}">
                        <a16:creationId xmlns:a16="http://schemas.microsoft.com/office/drawing/2014/main" id="{CDF9252C-C1C9-217A-B0C8-8976C6384D49}"/>
                      </a:ext>
                    </a:extLst>
                  </p:cNvPr>
                  <p:cNvPicPr preferRelativeResize="0">
                    <a:picLocks/>
                  </p:cNvPicPr>
                  <p:nvPr/>
                </p:nvPicPr>
                <p:blipFill>
                  <a:blip r:embed="rId6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0057769" y="1701290"/>
                    <a:ext cx="731520" cy="731520"/>
                  </a:xfrm>
                  <a:prstGeom prst="rect">
                    <a:avLst/>
                  </a:prstGeom>
                  <a:effectLst>
                    <a:softEdge rad="0"/>
                  </a:effectLst>
                </p:spPr>
              </p:pic>
              <p:pic>
                <p:nvPicPr>
                  <p:cNvPr id="227" name="Picture 226">
                    <a:extLst>
                      <a:ext uri="{FF2B5EF4-FFF2-40B4-BE49-F238E27FC236}">
                        <a16:creationId xmlns:a16="http://schemas.microsoft.com/office/drawing/2014/main" id="{C50637D3-D9D4-DAE7-0AC7-410D2AF06DEE}"/>
                      </a:ext>
                    </a:extLst>
                  </p:cNvPr>
                  <p:cNvPicPr preferRelativeResize="0">
                    <a:picLocks/>
                  </p:cNvPicPr>
                  <p:nvPr/>
                </p:nvPicPr>
                <p:blipFill>
                  <a:blip r:embed="rId7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6929426" y="3252194"/>
                    <a:ext cx="731520" cy="731520"/>
                  </a:xfrm>
                  <a:prstGeom prst="rect">
                    <a:avLst/>
                  </a:prstGeom>
                  <a:effectLst>
                    <a:softEdge rad="0"/>
                  </a:effectLst>
                </p:spPr>
              </p:pic>
              <p:pic>
                <p:nvPicPr>
                  <p:cNvPr id="228" name="Picture 227">
                    <a:extLst>
                      <a:ext uri="{FF2B5EF4-FFF2-40B4-BE49-F238E27FC236}">
                        <a16:creationId xmlns:a16="http://schemas.microsoft.com/office/drawing/2014/main" id="{AA308574-803C-F1AB-4EBD-F20624839D32}"/>
                      </a:ext>
                    </a:extLst>
                  </p:cNvPr>
                  <p:cNvPicPr preferRelativeResize="0">
                    <a:picLocks/>
                  </p:cNvPicPr>
                  <p:nvPr/>
                </p:nvPicPr>
                <p:blipFill>
                  <a:blip r:embed="rId8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0057769" y="2475851"/>
                    <a:ext cx="731520" cy="731520"/>
                  </a:xfrm>
                  <a:prstGeom prst="rect">
                    <a:avLst/>
                  </a:prstGeom>
                  <a:effectLst>
                    <a:softEdge rad="0"/>
                  </a:effectLst>
                </p:spPr>
              </p:pic>
              <p:pic>
                <p:nvPicPr>
                  <p:cNvPr id="229" name="Picture 228">
                    <a:extLst>
                      <a:ext uri="{FF2B5EF4-FFF2-40B4-BE49-F238E27FC236}">
                        <a16:creationId xmlns:a16="http://schemas.microsoft.com/office/drawing/2014/main" id="{6EC17889-204F-70B4-12A1-52E70699F63F}"/>
                      </a:ext>
                    </a:extLst>
                  </p:cNvPr>
                  <p:cNvPicPr preferRelativeResize="0">
                    <a:picLocks/>
                  </p:cNvPicPr>
                  <p:nvPr/>
                </p:nvPicPr>
                <p:blipFill>
                  <a:blip r:embed="rId9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0054369" y="4840684"/>
                    <a:ext cx="731520" cy="731520"/>
                  </a:xfrm>
                  <a:prstGeom prst="rect">
                    <a:avLst/>
                  </a:prstGeom>
                  <a:effectLst>
                    <a:softEdge rad="0"/>
                  </a:effectLst>
                </p:spPr>
              </p:pic>
              <p:pic>
                <p:nvPicPr>
                  <p:cNvPr id="230" name="Picture 229">
                    <a:extLst>
                      <a:ext uri="{FF2B5EF4-FFF2-40B4-BE49-F238E27FC236}">
                        <a16:creationId xmlns:a16="http://schemas.microsoft.com/office/drawing/2014/main" id="{78B772F9-9E38-CC23-3FB2-51C8C4A136DC}"/>
                      </a:ext>
                    </a:extLst>
                  </p:cNvPr>
                  <p:cNvPicPr preferRelativeResize="0">
                    <a:picLocks/>
                  </p:cNvPicPr>
                  <p:nvPr/>
                </p:nvPicPr>
                <p:blipFill>
                  <a:blip r:embed="rId10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7729428" y="4829336"/>
                    <a:ext cx="731521" cy="731521"/>
                  </a:xfrm>
                  <a:prstGeom prst="rect">
                    <a:avLst/>
                  </a:prstGeom>
                  <a:ln w="25400">
                    <a:solidFill>
                      <a:srgbClr val="FF0000"/>
                    </a:solidFill>
                  </a:ln>
                  <a:effectLst>
                    <a:softEdge rad="0"/>
                  </a:effectLst>
                </p:spPr>
              </p:pic>
              <p:pic>
                <p:nvPicPr>
                  <p:cNvPr id="231" name="Picture 230">
                    <a:extLst>
                      <a:ext uri="{FF2B5EF4-FFF2-40B4-BE49-F238E27FC236}">
                        <a16:creationId xmlns:a16="http://schemas.microsoft.com/office/drawing/2014/main" id="{3FEA5D84-6346-0618-6C35-4A25BC014EE1}"/>
                      </a:ext>
                    </a:extLst>
                  </p:cNvPr>
                  <p:cNvPicPr preferRelativeResize="0">
                    <a:picLocks/>
                  </p:cNvPicPr>
                  <p:nvPr/>
                </p:nvPicPr>
                <p:blipFill>
                  <a:blip r:embed="rId11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9253563" y="1697845"/>
                    <a:ext cx="731520" cy="731520"/>
                  </a:xfrm>
                  <a:prstGeom prst="rect">
                    <a:avLst/>
                  </a:prstGeom>
                  <a:effectLst>
                    <a:softEdge rad="0"/>
                  </a:effectLst>
                </p:spPr>
              </p:pic>
              <p:pic>
                <p:nvPicPr>
                  <p:cNvPr id="232" name="Picture 231">
                    <a:extLst>
                      <a:ext uri="{FF2B5EF4-FFF2-40B4-BE49-F238E27FC236}">
                        <a16:creationId xmlns:a16="http://schemas.microsoft.com/office/drawing/2014/main" id="{0AF8B2C9-4CBE-1728-4EF7-7C8473C130D9}"/>
                      </a:ext>
                    </a:extLst>
                  </p:cNvPr>
                  <p:cNvPicPr preferRelativeResize="0">
                    <a:picLocks/>
                  </p:cNvPicPr>
                  <p:nvPr/>
                </p:nvPicPr>
                <p:blipFill>
                  <a:blip r:embed="rId1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6930164" y="2472285"/>
                    <a:ext cx="731520" cy="731520"/>
                  </a:xfrm>
                  <a:prstGeom prst="rect">
                    <a:avLst/>
                  </a:prstGeom>
                  <a:effectLst>
                    <a:softEdge rad="0"/>
                  </a:effectLst>
                </p:spPr>
              </p:pic>
              <p:pic>
                <p:nvPicPr>
                  <p:cNvPr id="233" name="Picture 232">
                    <a:extLst>
                      <a:ext uri="{FF2B5EF4-FFF2-40B4-BE49-F238E27FC236}">
                        <a16:creationId xmlns:a16="http://schemas.microsoft.com/office/drawing/2014/main" id="{DB963E29-1C51-3D6A-AA0D-26FF84E4E5DE}"/>
                      </a:ext>
                    </a:extLst>
                  </p:cNvPr>
                  <p:cNvPicPr preferRelativeResize="0">
                    <a:picLocks/>
                  </p:cNvPicPr>
                  <p:nvPr/>
                </p:nvPicPr>
                <p:blipFill>
                  <a:blip r:embed="rId1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9272045" y="4833601"/>
                    <a:ext cx="731520" cy="731520"/>
                  </a:xfrm>
                  <a:prstGeom prst="rect">
                    <a:avLst/>
                  </a:prstGeom>
                  <a:effectLst>
                    <a:softEdge rad="0"/>
                  </a:effectLst>
                </p:spPr>
              </p:pic>
              <p:pic>
                <p:nvPicPr>
                  <p:cNvPr id="234" name="Picture 233">
                    <a:extLst>
                      <a:ext uri="{FF2B5EF4-FFF2-40B4-BE49-F238E27FC236}">
                        <a16:creationId xmlns:a16="http://schemas.microsoft.com/office/drawing/2014/main" id="{B8E9F55D-528C-B16F-7EF3-C85F6ACE803E}"/>
                      </a:ext>
                    </a:extLst>
                  </p:cNvPr>
                  <p:cNvPicPr preferRelativeResize="0">
                    <a:picLocks/>
                  </p:cNvPicPr>
                  <p:nvPr/>
                </p:nvPicPr>
                <p:blipFill>
                  <a:blip r:embed="rId14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7706767" y="1688086"/>
                    <a:ext cx="731521" cy="731521"/>
                  </a:xfrm>
                  <a:prstGeom prst="rect">
                    <a:avLst/>
                  </a:prstGeom>
                  <a:ln w="25400">
                    <a:solidFill>
                      <a:schemeClr val="tx1"/>
                    </a:solidFill>
                  </a:ln>
                  <a:effectLst>
                    <a:softEdge rad="0"/>
                  </a:effectLst>
                </p:spPr>
              </p:pic>
              <p:pic>
                <p:nvPicPr>
                  <p:cNvPr id="235" name="Picture 234">
                    <a:extLst>
                      <a:ext uri="{FF2B5EF4-FFF2-40B4-BE49-F238E27FC236}">
                        <a16:creationId xmlns:a16="http://schemas.microsoft.com/office/drawing/2014/main" id="{112B8E37-DB47-C396-762D-E5729A28CFA3}"/>
                      </a:ext>
                    </a:extLst>
                  </p:cNvPr>
                  <p:cNvPicPr preferRelativeResize="0">
                    <a:picLocks/>
                  </p:cNvPicPr>
                  <p:nvPr/>
                </p:nvPicPr>
                <p:blipFill>
                  <a:blip r:embed="rId15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7695426" y="3263539"/>
                    <a:ext cx="731520" cy="731520"/>
                  </a:xfrm>
                  <a:prstGeom prst="rect">
                    <a:avLst/>
                  </a:prstGeom>
                  <a:effectLst>
                    <a:softEdge rad="0"/>
                  </a:effectLst>
                </p:spPr>
              </p:pic>
              <p:pic>
                <p:nvPicPr>
                  <p:cNvPr id="236" name="Picture 235">
                    <a:extLst>
                      <a:ext uri="{FF2B5EF4-FFF2-40B4-BE49-F238E27FC236}">
                        <a16:creationId xmlns:a16="http://schemas.microsoft.com/office/drawing/2014/main" id="{CE5614B5-03B1-9793-F0AA-8930FBC42EDE}"/>
                      </a:ext>
                    </a:extLst>
                  </p:cNvPr>
                  <p:cNvPicPr preferRelativeResize="0">
                    <a:picLocks/>
                  </p:cNvPicPr>
                  <p:nvPr/>
                </p:nvPicPr>
                <p:blipFill>
                  <a:blip r:embed="rId16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7695426" y="2468203"/>
                    <a:ext cx="731520" cy="731520"/>
                  </a:xfrm>
                  <a:prstGeom prst="rect">
                    <a:avLst/>
                  </a:prstGeom>
                  <a:effectLst>
                    <a:softEdge rad="0"/>
                  </a:effectLst>
                </p:spPr>
              </p:pic>
              <p:pic>
                <p:nvPicPr>
                  <p:cNvPr id="237" name="Picture 236">
                    <a:extLst>
                      <a:ext uri="{FF2B5EF4-FFF2-40B4-BE49-F238E27FC236}">
                        <a16:creationId xmlns:a16="http://schemas.microsoft.com/office/drawing/2014/main" id="{DA058C54-55D1-1FF0-C692-7BC38278656A}"/>
                      </a:ext>
                    </a:extLst>
                  </p:cNvPr>
                  <p:cNvPicPr preferRelativeResize="0">
                    <a:picLocks/>
                  </p:cNvPicPr>
                  <p:nvPr/>
                </p:nvPicPr>
                <p:blipFill>
                  <a:blip r:embed="rId17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6930901" y="1679085"/>
                    <a:ext cx="731520" cy="731520"/>
                  </a:xfrm>
                  <a:prstGeom prst="rect">
                    <a:avLst/>
                  </a:prstGeom>
                  <a:effectLst>
                    <a:softEdge rad="0"/>
                  </a:effectLst>
                </p:spPr>
              </p:pic>
              <p:pic>
                <p:nvPicPr>
                  <p:cNvPr id="238" name="Picture 237">
                    <a:extLst>
                      <a:ext uri="{FF2B5EF4-FFF2-40B4-BE49-F238E27FC236}">
                        <a16:creationId xmlns:a16="http://schemas.microsoft.com/office/drawing/2014/main" id="{2E6D7A7D-FA46-A2C9-A678-93959059B678}"/>
                      </a:ext>
                    </a:extLst>
                  </p:cNvPr>
                  <p:cNvPicPr preferRelativeResize="0">
                    <a:picLocks/>
                  </p:cNvPicPr>
                  <p:nvPr/>
                </p:nvPicPr>
                <p:blipFill>
                  <a:blip r:embed="rId18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9270363" y="3272985"/>
                    <a:ext cx="731520" cy="731520"/>
                  </a:xfrm>
                  <a:prstGeom prst="rect">
                    <a:avLst/>
                  </a:prstGeom>
                  <a:effectLst>
                    <a:softEdge rad="0"/>
                  </a:effectLst>
                </p:spPr>
              </p:pic>
              <p:pic>
                <p:nvPicPr>
                  <p:cNvPr id="239" name="Picture 238">
                    <a:extLst>
                      <a:ext uri="{FF2B5EF4-FFF2-40B4-BE49-F238E27FC236}">
                        <a16:creationId xmlns:a16="http://schemas.microsoft.com/office/drawing/2014/main" id="{0D1D0CD8-52AA-C14A-C04F-67995B3C4A3A}"/>
                      </a:ext>
                    </a:extLst>
                  </p:cNvPr>
                  <p:cNvPicPr preferRelativeResize="0">
                    <a:picLocks/>
                  </p:cNvPicPr>
                  <p:nvPr/>
                </p:nvPicPr>
                <p:blipFill>
                  <a:blip r:embed="rId19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0063206" y="3269587"/>
                    <a:ext cx="731520" cy="731520"/>
                  </a:xfrm>
                  <a:prstGeom prst="rect">
                    <a:avLst/>
                  </a:prstGeom>
                  <a:effectLst>
                    <a:softEdge rad="0"/>
                  </a:effectLst>
                </p:spPr>
              </p:pic>
              <p:pic>
                <p:nvPicPr>
                  <p:cNvPr id="240" name="Picture 239">
                    <a:extLst>
                      <a:ext uri="{FF2B5EF4-FFF2-40B4-BE49-F238E27FC236}">
                        <a16:creationId xmlns:a16="http://schemas.microsoft.com/office/drawing/2014/main" id="{C9FD59B8-2AA1-0B8D-A4E7-67F10E027EDC}"/>
                      </a:ext>
                    </a:extLst>
                  </p:cNvPr>
                  <p:cNvPicPr preferRelativeResize="0">
                    <a:picLocks/>
                  </p:cNvPicPr>
                  <p:nvPr/>
                </p:nvPicPr>
                <p:blipFill>
                  <a:blip r:embed="rId20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0054369" y="4050524"/>
                    <a:ext cx="731520" cy="731520"/>
                  </a:xfrm>
                  <a:prstGeom prst="rect">
                    <a:avLst/>
                  </a:prstGeom>
                  <a:effectLst>
                    <a:softEdge rad="0"/>
                  </a:effectLst>
                </p:spPr>
              </p:pic>
              <p:pic>
                <p:nvPicPr>
                  <p:cNvPr id="241" name="Picture 240">
                    <a:extLst>
                      <a:ext uri="{FF2B5EF4-FFF2-40B4-BE49-F238E27FC236}">
                        <a16:creationId xmlns:a16="http://schemas.microsoft.com/office/drawing/2014/main" id="{6B6A0A67-18CC-5D66-2449-69FE8EEB0146}"/>
                      </a:ext>
                    </a:extLst>
                  </p:cNvPr>
                  <p:cNvPicPr preferRelativeResize="0">
                    <a:picLocks/>
                  </p:cNvPicPr>
                  <p:nvPr/>
                </p:nvPicPr>
                <p:blipFill>
                  <a:blip r:embed="rId21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8498785" y="3263539"/>
                    <a:ext cx="731520" cy="731520"/>
                  </a:xfrm>
                  <a:prstGeom prst="rect">
                    <a:avLst/>
                  </a:prstGeom>
                  <a:effectLst>
                    <a:softEdge rad="0"/>
                  </a:effectLst>
                </p:spPr>
              </p:pic>
              <p:pic>
                <p:nvPicPr>
                  <p:cNvPr id="242" name="Picture 241">
                    <a:extLst>
                      <a:ext uri="{FF2B5EF4-FFF2-40B4-BE49-F238E27FC236}">
                        <a16:creationId xmlns:a16="http://schemas.microsoft.com/office/drawing/2014/main" id="{EAAC5568-DADA-BD6E-B289-C966BF71292B}"/>
                      </a:ext>
                    </a:extLst>
                  </p:cNvPr>
                  <p:cNvPicPr preferRelativeResize="0">
                    <a:picLocks/>
                  </p:cNvPicPr>
                  <p:nvPr/>
                </p:nvPicPr>
                <p:blipFill>
                  <a:blip r:embed="rId2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8487473" y="4838914"/>
                    <a:ext cx="731520" cy="731520"/>
                  </a:xfrm>
                  <a:prstGeom prst="rect">
                    <a:avLst/>
                  </a:prstGeom>
                  <a:effectLst>
                    <a:softEdge rad="0"/>
                  </a:effectLst>
                </p:spPr>
              </p:pic>
              <p:pic>
                <p:nvPicPr>
                  <p:cNvPr id="243" name="Picture 242">
                    <a:extLst>
                      <a:ext uri="{FF2B5EF4-FFF2-40B4-BE49-F238E27FC236}">
                        <a16:creationId xmlns:a16="http://schemas.microsoft.com/office/drawing/2014/main" id="{95218E2C-63C1-5D21-D617-2F65660D443E}"/>
                      </a:ext>
                    </a:extLst>
                  </p:cNvPr>
                  <p:cNvPicPr preferRelativeResize="0">
                    <a:picLocks/>
                  </p:cNvPicPr>
                  <p:nvPr/>
                </p:nvPicPr>
                <p:blipFill>
                  <a:blip r:embed="rId2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7709366" y="4046439"/>
                    <a:ext cx="731520" cy="731520"/>
                  </a:xfrm>
                  <a:prstGeom prst="rect">
                    <a:avLst/>
                  </a:prstGeom>
                  <a:effectLst>
                    <a:softEdge rad="0"/>
                  </a:effectLst>
                </p:spPr>
              </p:pic>
              <p:pic>
                <p:nvPicPr>
                  <p:cNvPr id="244" name="Picture 243">
                    <a:extLst>
                      <a:ext uri="{FF2B5EF4-FFF2-40B4-BE49-F238E27FC236}">
                        <a16:creationId xmlns:a16="http://schemas.microsoft.com/office/drawing/2014/main" id="{0BFB7A08-DA04-80F2-4D39-64F8FC86DF3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4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6929426" y="4046439"/>
                    <a:ext cx="734469" cy="731520"/>
                  </a:xfrm>
                  <a:prstGeom prst="rect">
                    <a:avLst/>
                  </a:prstGeom>
                </p:spPr>
              </p:pic>
              <p:pic>
                <p:nvPicPr>
                  <p:cNvPr id="245" name="Picture 244">
                    <a:extLst>
                      <a:ext uri="{FF2B5EF4-FFF2-40B4-BE49-F238E27FC236}">
                        <a16:creationId xmlns:a16="http://schemas.microsoft.com/office/drawing/2014/main" id="{6EBFAF27-CE5A-402D-46DC-306213D8838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5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6931638" y="4840684"/>
                    <a:ext cx="731520" cy="731520"/>
                  </a:xfrm>
                  <a:prstGeom prst="rect">
                    <a:avLst/>
                  </a:prstGeom>
                </p:spPr>
              </p:pic>
              <p:pic>
                <p:nvPicPr>
                  <p:cNvPr id="246" name="Picture 245">
                    <a:extLst>
                      <a:ext uri="{FF2B5EF4-FFF2-40B4-BE49-F238E27FC236}">
                        <a16:creationId xmlns:a16="http://schemas.microsoft.com/office/drawing/2014/main" id="{45729373-FE23-80B2-FE3A-A86D228CE66E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6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8522043" y="2475851"/>
                    <a:ext cx="731520" cy="731520"/>
                  </a:xfrm>
                  <a:prstGeom prst="rect">
                    <a:avLst/>
                  </a:prstGeom>
                </p:spPr>
              </p:pic>
            </p:grpSp>
            <p:sp>
              <p:nvSpPr>
                <p:cNvPr id="220" name="TextBox 219">
                  <a:extLst>
                    <a:ext uri="{FF2B5EF4-FFF2-40B4-BE49-F238E27FC236}">
                      <a16:creationId xmlns:a16="http://schemas.microsoft.com/office/drawing/2014/main" id="{AAABBD26-3BF8-7D5A-D77F-5E903B0C412B}"/>
                    </a:ext>
                  </a:extLst>
                </p:cNvPr>
                <p:cNvSpPr txBox="1"/>
                <p:nvPr/>
              </p:nvSpPr>
              <p:spPr>
                <a:xfrm>
                  <a:off x="2089099" y="4912102"/>
                  <a:ext cx="631965" cy="3497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500" dirty="0">
                      <a:solidFill>
                        <a:schemeClr val="bg1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highlight>
                        <a:srgbClr val="FF0000"/>
                      </a:highlight>
                    </a:rPr>
                    <a:t>*RP</a:t>
                  </a:r>
                </a:p>
              </p:txBody>
            </p:sp>
            <p:pic>
              <p:nvPicPr>
                <p:cNvPr id="221" name="Graphic 220" descr="Arrow Up with solid fill">
                  <a:extLst>
                    <a:ext uri="{FF2B5EF4-FFF2-40B4-BE49-F238E27FC236}">
                      <a16:creationId xmlns:a16="http://schemas.microsoft.com/office/drawing/2014/main" id="{B8B81700-F0D1-5B9A-85B1-E3FCD042892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7">
                  <a:extLst>
                    <a:ext uri="{96DAC541-7B7A-43D3-8B79-37D633B846F1}">
                      <asvg:svgBlip xmlns:asvg="http://schemas.microsoft.com/office/drawing/2016/SVG/main" r:embed="rId28"/>
                    </a:ext>
                  </a:extLst>
                </a:blip>
                <a:stretch>
                  <a:fillRect/>
                </a:stretch>
              </p:blipFill>
              <p:spPr>
                <a:xfrm rot="10800000">
                  <a:off x="2093023" y="5368690"/>
                  <a:ext cx="548641" cy="548640"/>
                </a:xfrm>
                <a:prstGeom prst="rect">
                  <a:avLst/>
                </a:prstGeom>
              </p:spPr>
            </p:pic>
          </p:grpSp>
          <p:cxnSp>
            <p:nvCxnSpPr>
              <p:cNvPr id="248" name="Connector: Elbow 247">
                <a:extLst>
                  <a:ext uri="{FF2B5EF4-FFF2-40B4-BE49-F238E27FC236}">
                    <a16:creationId xmlns:a16="http://schemas.microsoft.com/office/drawing/2014/main" id="{6462C24F-72F4-24AA-2707-153A555F67E7}"/>
                  </a:ext>
                </a:extLst>
              </p:cNvPr>
              <p:cNvCxnSpPr>
                <a:cxnSpLocks/>
                <a:stCxn id="218" idx="1"/>
                <a:endCxn id="234" idx="0"/>
              </p:cNvCxnSpPr>
              <p:nvPr/>
            </p:nvCxnSpPr>
            <p:spPr>
              <a:xfrm rot="10800000" flipH="1">
                <a:off x="3949556" y="1449685"/>
                <a:ext cx="165996" cy="2076000"/>
              </a:xfrm>
              <a:prstGeom prst="bentConnector4">
                <a:avLst>
                  <a:gd name="adj1" fmla="val -266963"/>
                  <a:gd name="adj2" fmla="val 105506"/>
                </a:avLst>
              </a:prstGeom>
              <a:ln>
                <a:solidFill>
                  <a:srgbClr val="FF0000"/>
                </a:solidFill>
                <a:prstDash val="lgDash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53" name="Group 252">
                <a:extLst>
                  <a:ext uri="{FF2B5EF4-FFF2-40B4-BE49-F238E27FC236}">
                    <a16:creationId xmlns:a16="http://schemas.microsoft.com/office/drawing/2014/main" id="{6AFBDFE4-88B2-9F5A-A663-EB5D2547DEC4}"/>
                  </a:ext>
                </a:extLst>
              </p:cNvPr>
              <p:cNvGrpSpPr/>
              <p:nvPr/>
            </p:nvGrpSpPr>
            <p:grpSpPr>
              <a:xfrm>
                <a:off x="5592274" y="1477043"/>
                <a:ext cx="2106522" cy="1888150"/>
                <a:chOff x="965426" y="1709246"/>
                <a:chExt cx="4608589" cy="3901734"/>
              </a:xfrm>
            </p:grpSpPr>
            <p:sp>
              <p:nvSpPr>
                <p:cNvPr id="254" name="Rectangle 253">
                  <a:extLst>
                    <a:ext uri="{FF2B5EF4-FFF2-40B4-BE49-F238E27FC236}">
                      <a16:creationId xmlns:a16="http://schemas.microsoft.com/office/drawing/2014/main" id="{88A70144-51EF-87CF-D334-935463816976}"/>
                    </a:ext>
                  </a:extLst>
                </p:cNvPr>
                <p:cNvSpPr/>
                <p:nvPr/>
              </p:nvSpPr>
              <p:spPr>
                <a:xfrm>
                  <a:off x="4842494" y="4081247"/>
                  <a:ext cx="731521" cy="731521"/>
                </a:xfrm>
                <a:prstGeom prst="rect">
                  <a:avLst/>
                </a:prstGeom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500" dirty="0"/>
                    <a:t>Out of Grid</a:t>
                  </a:r>
                </a:p>
              </p:txBody>
            </p:sp>
            <p:grpSp>
              <p:nvGrpSpPr>
                <p:cNvPr id="255" name="Group 254">
                  <a:extLst>
                    <a:ext uri="{FF2B5EF4-FFF2-40B4-BE49-F238E27FC236}">
                      <a16:creationId xmlns:a16="http://schemas.microsoft.com/office/drawing/2014/main" id="{F53718B1-9237-5D56-9AD5-244C91BC6C40}"/>
                    </a:ext>
                  </a:extLst>
                </p:cNvPr>
                <p:cNvGrpSpPr/>
                <p:nvPr/>
              </p:nvGrpSpPr>
              <p:grpSpPr>
                <a:xfrm>
                  <a:off x="965426" y="1709246"/>
                  <a:ext cx="3865300" cy="3901734"/>
                  <a:chOff x="6929426" y="1679085"/>
                  <a:chExt cx="3865300" cy="3901734"/>
                </a:xfrm>
              </p:grpSpPr>
              <p:pic>
                <p:nvPicPr>
                  <p:cNvPr id="258" name="Picture 257">
                    <a:extLst>
                      <a:ext uri="{FF2B5EF4-FFF2-40B4-BE49-F238E27FC236}">
                        <a16:creationId xmlns:a16="http://schemas.microsoft.com/office/drawing/2014/main" id="{F70185A6-B5BA-E573-24B1-D892741959F9}"/>
                      </a:ext>
                    </a:extLst>
                  </p:cNvPr>
                  <p:cNvPicPr preferRelativeResize="0">
                    <a:picLocks/>
                  </p:cNvPicPr>
                  <p:nvPr/>
                </p:nvPicPr>
                <p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9253563" y="2482227"/>
                    <a:ext cx="731520" cy="731520"/>
                  </a:xfrm>
                  <a:prstGeom prst="rect">
                    <a:avLst/>
                  </a:prstGeom>
                  <a:effectLst>
                    <a:softEdge rad="0"/>
                  </a:effectLst>
                </p:spPr>
              </p:pic>
              <p:pic>
                <p:nvPicPr>
                  <p:cNvPr id="259" name="Picture 258">
                    <a:extLst>
                      <a:ext uri="{FF2B5EF4-FFF2-40B4-BE49-F238E27FC236}">
                        <a16:creationId xmlns:a16="http://schemas.microsoft.com/office/drawing/2014/main" id="{7980A092-BDCA-5C56-2311-DA250D92B6D3}"/>
                      </a:ext>
                    </a:extLst>
                  </p:cNvPr>
                  <p:cNvPicPr preferRelativeResize="0">
                    <a:picLocks/>
                  </p:cNvPicPr>
                  <p:nvPr/>
                </p:nvPicPr>
                <p:blipFill>
                  <a:blip r:embed="rId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8487473" y="4050524"/>
                    <a:ext cx="731520" cy="731520"/>
                  </a:xfrm>
                  <a:prstGeom prst="rect">
                    <a:avLst/>
                  </a:prstGeom>
                  <a:effectLst>
                    <a:softEdge rad="0"/>
                  </a:effectLst>
                </p:spPr>
              </p:pic>
              <p:pic>
                <p:nvPicPr>
                  <p:cNvPr id="260" name="Picture 259">
                    <a:extLst>
                      <a:ext uri="{FF2B5EF4-FFF2-40B4-BE49-F238E27FC236}">
                        <a16:creationId xmlns:a16="http://schemas.microsoft.com/office/drawing/2014/main" id="{488B6507-1946-660C-3BB2-AB8922762CEE}"/>
                      </a:ext>
                    </a:extLst>
                  </p:cNvPr>
                  <p:cNvPicPr preferRelativeResize="0">
                    <a:picLocks/>
                  </p:cNvPicPr>
                  <p:nvPr/>
                </p:nvPicPr>
                <p:blipFill>
                  <a:blip r:embed="rId4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9270363" y="4042843"/>
                    <a:ext cx="731520" cy="731520"/>
                  </a:xfrm>
                  <a:prstGeom prst="rect">
                    <a:avLst/>
                  </a:prstGeom>
                  <a:ln w="38100">
                    <a:noFill/>
                  </a:ln>
                  <a:effectLst>
                    <a:softEdge rad="0"/>
                  </a:effectLst>
                </p:spPr>
              </p:pic>
              <p:pic>
                <p:nvPicPr>
                  <p:cNvPr id="261" name="Picture 260">
                    <a:extLst>
                      <a:ext uri="{FF2B5EF4-FFF2-40B4-BE49-F238E27FC236}">
                        <a16:creationId xmlns:a16="http://schemas.microsoft.com/office/drawing/2014/main" id="{CD3A2319-B139-82B5-7BF7-49CAFA9C5CBB}"/>
                      </a:ext>
                    </a:extLst>
                  </p:cNvPr>
                  <p:cNvPicPr preferRelativeResize="0">
                    <a:picLocks/>
                  </p:cNvPicPr>
                  <p:nvPr/>
                </p:nvPicPr>
                <p:blipFill>
                  <a:blip r:embed="rId5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8475529" y="1688163"/>
                    <a:ext cx="731520" cy="731520"/>
                  </a:xfrm>
                  <a:prstGeom prst="rect">
                    <a:avLst/>
                  </a:prstGeom>
                  <a:effectLst>
                    <a:softEdge rad="0"/>
                  </a:effectLst>
                </p:spPr>
              </p:pic>
              <p:pic>
                <p:nvPicPr>
                  <p:cNvPr id="262" name="Picture 261">
                    <a:extLst>
                      <a:ext uri="{FF2B5EF4-FFF2-40B4-BE49-F238E27FC236}">
                        <a16:creationId xmlns:a16="http://schemas.microsoft.com/office/drawing/2014/main" id="{31F7B828-24BF-4186-A701-51FFD9759B05}"/>
                      </a:ext>
                    </a:extLst>
                  </p:cNvPr>
                  <p:cNvPicPr preferRelativeResize="0">
                    <a:picLocks/>
                  </p:cNvPicPr>
                  <p:nvPr/>
                </p:nvPicPr>
                <p:blipFill>
                  <a:blip r:embed="rId6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0057769" y="1701290"/>
                    <a:ext cx="731520" cy="731520"/>
                  </a:xfrm>
                  <a:prstGeom prst="rect">
                    <a:avLst/>
                  </a:prstGeom>
                  <a:effectLst>
                    <a:softEdge rad="0"/>
                  </a:effectLst>
                </p:spPr>
              </p:pic>
              <p:pic>
                <p:nvPicPr>
                  <p:cNvPr id="263" name="Picture 262">
                    <a:extLst>
                      <a:ext uri="{FF2B5EF4-FFF2-40B4-BE49-F238E27FC236}">
                        <a16:creationId xmlns:a16="http://schemas.microsoft.com/office/drawing/2014/main" id="{92C50CE8-F8FC-E90B-E578-1F5FA5155677}"/>
                      </a:ext>
                    </a:extLst>
                  </p:cNvPr>
                  <p:cNvPicPr preferRelativeResize="0">
                    <a:picLocks/>
                  </p:cNvPicPr>
                  <p:nvPr/>
                </p:nvPicPr>
                <p:blipFill>
                  <a:blip r:embed="rId7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6929426" y="3252194"/>
                    <a:ext cx="731520" cy="731520"/>
                  </a:xfrm>
                  <a:prstGeom prst="rect">
                    <a:avLst/>
                  </a:prstGeom>
                  <a:effectLst>
                    <a:softEdge rad="0"/>
                  </a:effectLst>
                </p:spPr>
              </p:pic>
              <p:pic>
                <p:nvPicPr>
                  <p:cNvPr id="264" name="Picture 263">
                    <a:extLst>
                      <a:ext uri="{FF2B5EF4-FFF2-40B4-BE49-F238E27FC236}">
                        <a16:creationId xmlns:a16="http://schemas.microsoft.com/office/drawing/2014/main" id="{126EED61-6782-B0CF-8D55-82FE66C8FB46}"/>
                      </a:ext>
                    </a:extLst>
                  </p:cNvPr>
                  <p:cNvPicPr preferRelativeResize="0">
                    <a:picLocks/>
                  </p:cNvPicPr>
                  <p:nvPr/>
                </p:nvPicPr>
                <p:blipFill>
                  <a:blip r:embed="rId8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0057769" y="2475851"/>
                    <a:ext cx="731520" cy="731520"/>
                  </a:xfrm>
                  <a:prstGeom prst="rect">
                    <a:avLst/>
                  </a:prstGeom>
                  <a:effectLst>
                    <a:softEdge rad="0"/>
                  </a:effectLst>
                </p:spPr>
              </p:pic>
              <p:pic>
                <p:nvPicPr>
                  <p:cNvPr id="265" name="Picture 264">
                    <a:extLst>
                      <a:ext uri="{FF2B5EF4-FFF2-40B4-BE49-F238E27FC236}">
                        <a16:creationId xmlns:a16="http://schemas.microsoft.com/office/drawing/2014/main" id="{53A9762E-6419-FB10-7718-9926D8E742D7}"/>
                      </a:ext>
                    </a:extLst>
                  </p:cNvPr>
                  <p:cNvPicPr preferRelativeResize="0">
                    <a:picLocks/>
                  </p:cNvPicPr>
                  <p:nvPr/>
                </p:nvPicPr>
                <p:blipFill>
                  <a:blip r:embed="rId9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0054369" y="4840684"/>
                    <a:ext cx="731520" cy="731520"/>
                  </a:xfrm>
                  <a:prstGeom prst="rect">
                    <a:avLst/>
                  </a:prstGeom>
                  <a:effectLst>
                    <a:softEdge rad="0"/>
                  </a:effectLst>
                </p:spPr>
              </p:pic>
              <p:pic>
                <p:nvPicPr>
                  <p:cNvPr id="266" name="Picture 265">
                    <a:extLst>
                      <a:ext uri="{FF2B5EF4-FFF2-40B4-BE49-F238E27FC236}">
                        <a16:creationId xmlns:a16="http://schemas.microsoft.com/office/drawing/2014/main" id="{3FFF9F21-6139-A12A-F237-BA663B9E80B0}"/>
                      </a:ext>
                    </a:extLst>
                  </p:cNvPr>
                  <p:cNvPicPr preferRelativeResize="0">
                    <a:picLocks/>
                  </p:cNvPicPr>
                  <p:nvPr/>
                </p:nvPicPr>
                <p:blipFill>
                  <a:blip r:embed="rId10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0061383" y="4051849"/>
                    <a:ext cx="731521" cy="731521"/>
                  </a:xfrm>
                  <a:prstGeom prst="rect">
                    <a:avLst/>
                  </a:prstGeom>
                  <a:ln w="25400">
                    <a:solidFill>
                      <a:srgbClr val="FF0000"/>
                    </a:solidFill>
                  </a:ln>
                  <a:effectLst>
                    <a:softEdge rad="0"/>
                  </a:effectLst>
                </p:spPr>
              </p:pic>
              <p:pic>
                <p:nvPicPr>
                  <p:cNvPr id="267" name="Picture 266">
                    <a:extLst>
                      <a:ext uri="{FF2B5EF4-FFF2-40B4-BE49-F238E27FC236}">
                        <a16:creationId xmlns:a16="http://schemas.microsoft.com/office/drawing/2014/main" id="{A719BCD8-A331-95EC-A77E-92A12AA529A4}"/>
                      </a:ext>
                    </a:extLst>
                  </p:cNvPr>
                  <p:cNvPicPr preferRelativeResize="0">
                    <a:picLocks/>
                  </p:cNvPicPr>
                  <p:nvPr/>
                </p:nvPicPr>
                <p:blipFill>
                  <a:blip r:embed="rId11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9253563" y="1697845"/>
                    <a:ext cx="731520" cy="731520"/>
                  </a:xfrm>
                  <a:prstGeom prst="rect">
                    <a:avLst/>
                  </a:prstGeom>
                  <a:effectLst>
                    <a:softEdge rad="0"/>
                  </a:effectLst>
                </p:spPr>
              </p:pic>
              <p:pic>
                <p:nvPicPr>
                  <p:cNvPr id="268" name="Picture 267">
                    <a:extLst>
                      <a:ext uri="{FF2B5EF4-FFF2-40B4-BE49-F238E27FC236}">
                        <a16:creationId xmlns:a16="http://schemas.microsoft.com/office/drawing/2014/main" id="{435FA41D-00D4-C79A-EFE0-7FAB14E8A31B}"/>
                      </a:ext>
                    </a:extLst>
                  </p:cNvPr>
                  <p:cNvPicPr preferRelativeResize="0">
                    <a:picLocks/>
                  </p:cNvPicPr>
                  <p:nvPr/>
                </p:nvPicPr>
                <p:blipFill>
                  <a:blip r:embed="rId1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6930164" y="2472285"/>
                    <a:ext cx="731520" cy="731520"/>
                  </a:xfrm>
                  <a:prstGeom prst="rect">
                    <a:avLst/>
                  </a:prstGeom>
                  <a:effectLst>
                    <a:softEdge rad="0"/>
                  </a:effectLst>
                </p:spPr>
              </p:pic>
              <p:pic>
                <p:nvPicPr>
                  <p:cNvPr id="269" name="Picture 268">
                    <a:extLst>
                      <a:ext uri="{FF2B5EF4-FFF2-40B4-BE49-F238E27FC236}">
                        <a16:creationId xmlns:a16="http://schemas.microsoft.com/office/drawing/2014/main" id="{5EF80D77-D1AD-F361-6C05-DB606E503046}"/>
                      </a:ext>
                    </a:extLst>
                  </p:cNvPr>
                  <p:cNvPicPr preferRelativeResize="0">
                    <a:picLocks/>
                  </p:cNvPicPr>
                  <p:nvPr/>
                </p:nvPicPr>
                <p:blipFill>
                  <a:blip r:embed="rId1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9272045" y="4833601"/>
                    <a:ext cx="731520" cy="731520"/>
                  </a:xfrm>
                  <a:prstGeom prst="rect">
                    <a:avLst/>
                  </a:prstGeom>
                  <a:effectLst>
                    <a:softEdge rad="0"/>
                  </a:effectLst>
                </p:spPr>
              </p:pic>
              <p:pic>
                <p:nvPicPr>
                  <p:cNvPr id="270" name="Picture 269">
                    <a:extLst>
                      <a:ext uri="{FF2B5EF4-FFF2-40B4-BE49-F238E27FC236}">
                        <a16:creationId xmlns:a16="http://schemas.microsoft.com/office/drawing/2014/main" id="{B921233D-DF47-75F9-98D2-B998E0A29815}"/>
                      </a:ext>
                    </a:extLst>
                  </p:cNvPr>
                  <p:cNvPicPr preferRelativeResize="0">
                    <a:picLocks/>
                  </p:cNvPicPr>
                  <p:nvPr/>
                </p:nvPicPr>
                <p:blipFill>
                  <a:blip r:embed="rId14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7706767" y="1688086"/>
                    <a:ext cx="731521" cy="731521"/>
                  </a:xfrm>
                  <a:prstGeom prst="rect">
                    <a:avLst/>
                  </a:prstGeom>
                  <a:ln w="25400">
                    <a:noFill/>
                  </a:ln>
                  <a:effectLst>
                    <a:softEdge rad="0"/>
                  </a:effectLst>
                </p:spPr>
              </p:pic>
              <p:pic>
                <p:nvPicPr>
                  <p:cNvPr id="271" name="Picture 270">
                    <a:extLst>
                      <a:ext uri="{FF2B5EF4-FFF2-40B4-BE49-F238E27FC236}">
                        <a16:creationId xmlns:a16="http://schemas.microsoft.com/office/drawing/2014/main" id="{7AB56D78-7EAE-3A9B-2F1E-D12B877B40D9}"/>
                      </a:ext>
                    </a:extLst>
                  </p:cNvPr>
                  <p:cNvPicPr preferRelativeResize="0">
                    <a:picLocks/>
                  </p:cNvPicPr>
                  <p:nvPr/>
                </p:nvPicPr>
                <p:blipFill>
                  <a:blip r:embed="rId15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7695426" y="3263539"/>
                    <a:ext cx="731520" cy="731520"/>
                  </a:xfrm>
                  <a:prstGeom prst="rect">
                    <a:avLst/>
                  </a:prstGeom>
                  <a:effectLst>
                    <a:softEdge rad="0"/>
                  </a:effectLst>
                </p:spPr>
              </p:pic>
              <p:pic>
                <p:nvPicPr>
                  <p:cNvPr id="272" name="Picture 271">
                    <a:extLst>
                      <a:ext uri="{FF2B5EF4-FFF2-40B4-BE49-F238E27FC236}">
                        <a16:creationId xmlns:a16="http://schemas.microsoft.com/office/drawing/2014/main" id="{AD186931-0ECE-B1C3-166D-76A473012155}"/>
                      </a:ext>
                    </a:extLst>
                  </p:cNvPr>
                  <p:cNvPicPr preferRelativeResize="0">
                    <a:picLocks/>
                  </p:cNvPicPr>
                  <p:nvPr/>
                </p:nvPicPr>
                <p:blipFill>
                  <a:blip r:embed="rId16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7695426" y="2468203"/>
                    <a:ext cx="731520" cy="731520"/>
                  </a:xfrm>
                  <a:prstGeom prst="rect">
                    <a:avLst/>
                  </a:prstGeom>
                  <a:effectLst>
                    <a:softEdge rad="0"/>
                  </a:effectLst>
                </p:spPr>
              </p:pic>
              <p:pic>
                <p:nvPicPr>
                  <p:cNvPr id="273" name="Picture 272">
                    <a:extLst>
                      <a:ext uri="{FF2B5EF4-FFF2-40B4-BE49-F238E27FC236}">
                        <a16:creationId xmlns:a16="http://schemas.microsoft.com/office/drawing/2014/main" id="{797439B6-B1A1-3959-3869-E1FE4EFB84F8}"/>
                      </a:ext>
                    </a:extLst>
                  </p:cNvPr>
                  <p:cNvPicPr preferRelativeResize="0">
                    <a:picLocks/>
                  </p:cNvPicPr>
                  <p:nvPr/>
                </p:nvPicPr>
                <p:blipFill>
                  <a:blip r:embed="rId17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6930901" y="1679085"/>
                    <a:ext cx="731520" cy="731520"/>
                  </a:xfrm>
                  <a:prstGeom prst="rect">
                    <a:avLst/>
                  </a:prstGeom>
                  <a:effectLst>
                    <a:softEdge rad="0"/>
                  </a:effectLst>
                </p:spPr>
              </p:pic>
              <p:pic>
                <p:nvPicPr>
                  <p:cNvPr id="274" name="Picture 273">
                    <a:extLst>
                      <a:ext uri="{FF2B5EF4-FFF2-40B4-BE49-F238E27FC236}">
                        <a16:creationId xmlns:a16="http://schemas.microsoft.com/office/drawing/2014/main" id="{AB788EF0-F644-0388-A5BA-79D779FF0DAE}"/>
                      </a:ext>
                    </a:extLst>
                  </p:cNvPr>
                  <p:cNvPicPr preferRelativeResize="0">
                    <a:picLocks/>
                  </p:cNvPicPr>
                  <p:nvPr/>
                </p:nvPicPr>
                <p:blipFill>
                  <a:blip r:embed="rId18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9270363" y="3272985"/>
                    <a:ext cx="731520" cy="731520"/>
                  </a:xfrm>
                  <a:prstGeom prst="rect">
                    <a:avLst/>
                  </a:prstGeom>
                  <a:effectLst>
                    <a:softEdge rad="0"/>
                  </a:effectLst>
                </p:spPr>
              </p:pic>
              <p:pic>
                <p:nvPicPr>
                  <p:cNvPr id="275" name="Picture 274">
                    <a:extLst>
                      <a:ext uri="{FF2B5EF4-FFF2-40B4-BE49-F238E27FC236}">
                        <a16:creationId xmlns:a16="http://schemas.microsoft.com/office/drawing/2014/main" id="{84BC30E3-67D7-9C54-C8DE-5F6C821649DF}"/>
                      </a:ext>
                    </a:extLst>
                  </p:cNvPr>
                  <p:cNvPicPr preferRelativeResize="0">
                    <a:picLocks/>
                  </p:cNvPicPr>
                  <p:nvPr/>
                </p:nvPicPr>
                <p:blipFill>
                  <a:blip r:embed="rId19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0063206" y="3269587"/>
                    <a:ext cx="731520" cy="731520"/>
                  </a:xfrm>
                  <a:prstGeom prst="rect">
                    <a:avLst/>
                  </a:prstGeom>
                  <a:effectLst>
                    <a:softEdge rad="0"/>
                  </a:effectLst>
                </p:spPr>
              </p:pic>
              <p:pic>
                <p:nvPicPr>
                  <p:cNvPr id="276" name="Picture 275">
                    <a:extLst>
                      <a:ext uri="{FF2B5EF4-FFF2-40B4-BE49-F238E27FC236}">
                        <a16:creationId xmlns:a16="http://schemas.microsoft.com/office/drawing/2014/main" id="{8DAA9BB6-8EF5-35BE-D944-91E2ECB39178}"/>
                      </a:ext>
                    </a:extLst>
                  </p:cNvPr>
                  <p:cNvPicPr preferRelativeResize="0">
                    <a:picLocks/>
                  </p:cNvPicPr>
                  <p:nvPr/>
                </p:nvPicPr>
                <p:blipFill>
                  <a:blip r:embed="rId20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7712804" y="4849300"/>
                    <a:ext cx="731521" cy="731519"/>
                  </a:xfrm>
                  <a:prstGeom prst="rect">
                    <a:avLst/>
                  </a:prstGeom>
                  <a:effectLst>
                    <a:softEdge rad="0"/>
                  </a:effectLst>
                </p:spPr>
              </p:pic>
              <p:pic>
                <p:nvPicPr>
                  <p:cNvPr id="277" name="Picture 276">
                    <a:extLst>
                      <a:ext uri="{FF2B5EF4-FFF2-40B4-BE49-F238E27FC236}">
                        <a16:creationId xmlns:a16="http://schemas.microsoft.com/office/drawing/2014/main" id="{3D90612D-7C11-2417-6E15-FEB47AA938FD}"/>
                      </a:ext>
                    </a:extLst>
                  </p:cNvPr>
                  <p:cNvPicPr preferRelativeResize="0">
                    <a:picLocks/>
                  </p:cNvPicPr>
                  <p:nvPr/>
                </p:nvPicPr>
                <p:blipFill>
                  <a:blip r:embed="rId21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8498785" y="3263539"/>
                    <a:ext cx="731520" cy="731520"/>
                  </a:xfrm>
                  <a:prstGeom prst="rect">
                    <a:avLst/>
                  </a:prstGeom>
                  <a:effectLst>
                    <a:softEdge rad="0"/>
                  </a:effectLst>
                </p:spPr>
              </p:pic>
              <p:pic>
                <p:nvPicPr>
                  <p:cNvPr id="278" name="Picture 277">
                    <a:extLst>
                      <a:ext uri="{FF2B5EF4-FFF2-40B4-BE49-F238E27FC236}">
                        <a16:creationId xmlns:a16="http://schemas.microsoft.com/office/drawing/2014/main" id="{43D860F4-1FF9-3E08-709A-906E88816371}"/>
                      </a:ext>
                    </a:extLst>
                  </p:cNvPr>
                  <p:cNvPicPr preferRelativeResize="0">
                    <a:picLocks/>
                  </p:cNvPicPr>
                  <p:nvPr/>
                </p:nvPicPr>
                <p:blipFill>
                  <a:blip r:embed="rId2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8487473" y="4838914"/>
                    <a:ext cx="731520" cy="731520"/>
                  </a:xfrm>
                  <a:prstGeom prst="rect">
                    <a:avLst/>
                  </a:prstGeom>
                  <a:effectLst>
                    <a:softEdge rad="0"/>
                  </a:effectLst>
                </p:spPr>
              </p:pic>
              <p:pic>
                <p:nvPicPr>
                  <p:cNvPr id="279" name="Picture 278">
                    <a:extLst>
                      <a:ext uri="{FF2B5EF4-FFF2-40B4-BE49-F238E27FC236}">
                        <a16:creationId xmlns:a16="http://schemas.microsoft.com/office/drawing/2014/main" id="{B362DE45-7C92-1893-7640-24D3B0B57C4E}"/>
                      </a:ext>
                    </a:extLst>
                  </p:cNvPr>
                  <p:cNvPicPr preferRelativeResize="0">
                    <a:picLocks/>
                  </p:cNvPicPr>
                  <p:nvPr/>
                </p:nvPicPr>
                <p:blipFill>
                  <a:blip r:embed="rId2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7709366" y="4046439"/>
                    <a:ext cx="731520" cy="731520"/>
                  </a:xfrm>
                  <a:prstGeom prst="rect">
                    <a:avLst/>
                  </a:prstGeom>
                  <a:effectLst>
                    <a:softEdge rad="0"/>
                  </a:effectLst>
                </p:spPr>
              </p:pic>
              <p:pic>
                <p:nvPicPr>
                  <p:cNvPr id="280" name="Picture 279">
                    <a:extLst>
                      <a:ext uri="{FF2B5EF4-FFF2-40B4-BE49-F238E27FC236}">
                        <a16:creationId xmlns:a16="http://schemas.microsoft.com/office/drawing/2014/main" id="{4DB27B57-4A17-9999-F43D-BE37D4B9415F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4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6929426" y="4046439"/>
                    <a:ext cx="734469" cy="731520"/>
                  </a:xfrm>
                  <a:prstGeom prst="rect">
                    <a:avLst/>
                  </a:prstGeom>
                  <a:ln w="25400">
                    <a:solidFill>
                      <a:schemeClr val="tx1"/>
                    </a:solidFill>
                  </a:ln>
                </p:spPr>
              </p:pic>
              <p:pic>
                <p:nvPicPr>
                  <p:cNvPr id="281" name="Picture 280">
                    <a:extLst>
                      <a:ext uri="{FF2B5EF4-FFF2-40B4-BE49-F238E27FC236}">
                        <a16:creationId xmlns:a16="http://schemas.microsoft.com/office/drawing/2014/main" id="{74A9731D-EDF9-D0CA-90AB-0B9EE78F18E3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5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6931638" y="4840684"/>
                    <a:ext cx="731520" cy="731520"/>
                  </a:xfrm>
                  <a:prstGeom prst="rect">
                    <a:avLst/>
                  </a:prstGeom>
                </p:spPr>
              </p:pic>
              <p:pic>
                <p:nvPicPr>
                  <p:cNvPr id="282" name="Picture 281">
                    <a:extLst>
                      <a:ext uri="{FF2B5EF4-FFF2-40B4-BE49-F238E27FC236}">
                        <a16:creationId xmlns:a16="http://schemas.microsoft.com/office/drawing/2014/main" id="{3A94D096-0376-437A-97E2-A407D8EF3B73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6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8522043" y="2475851"/>
                    <a:ext cx="731520" cy="731520"/>
                  </a:xfrm>
                  <a:prstGeom prst="rect">
                    <a:avLst/>
                  </a:prstGeom>
                </p:spPr>
              </p:pic>
            </p:grpSp>
            <p:sp>
              <p:nvSpPr>
                <p:cNvPr id="256" name="TextBox 255">
                  <a:extLst>
                    <a:ext uri="{FF2B5EF4-FFF2-40B4-BE49-F238E27FC236}">
                      <a16:creationId xmlns:a16="http://schemas.microsoft.com/office/drawing/2014/main" id="{D150023F-7B59-B913-3323-3762C78B4AD8}"/>
                    </a:ext>
                  </a:extLst>
                </p:cNvPr>
                <p:cNvSpPr txBox="1"/>
                <p:nvPr/>
              </p:nvSpPr>
              <p:spPr>
                <a:xfrm>
                  <a:off x="4027652" y="4588758"/>
                  <a:ext cx="631965" cy="3497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500" dirty="0">
                      <a:solidFill>
                        <a:schemeClr val="bg1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highlight>
                        <a:srgbClr val="FF0000"/>
                      </a:highlight>
                    </a:rPr>
                    <a:t>*RP</a:t>
                  </a:r>
                </a:p>
              </p:txBody>
            </p:sp>
            <p:pic>
              <p:nvPicPr>
                <p:cNvPr id="257" name="Graphic 256" descr="Arrow Up with solid fill">
                  <a:extLst>
                    <a:ext uri="{FF2B5EF4-FFF2-40B4-BE49-F238E27FC236}">
                      <a16:creationId xmlns:a16="http://schemas.microsoft.com/office/drawing/2014/main" id="{8F319A7D-FA0C-0EC6-299F-255D25C0AC1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7">
                  <a:extLst>
                    <a:ext uri="{96DAC541-7B7A-43D3-8B79-37D633B846F1}">
                      <asvg:svgBlip xmlns:asvg="http://schemas.microsoft.com/office/drawing/2016/SVG/main" r:embed="rId28"/>
                    </a:ext>
                  </a:extLst>
                </a:blip>
                <a:stretch>
                  <a:fillRect/>
                </a:stretch>
              </p:blipFill>
              <p:spPr>
                <a:xfrm rot="5400000">
                  <a:off x="4577263" y="4411040"/>
                  <a:ext cx="518212" cy="580856"/>
                </a:xfrm>
                <a:prstGeom prst="rect">
                  <a:avLst/>
                </a:prstGeom>
              </p:spPr>
            </p:pic>
          </p:grpSp>
          <p:cxnSp>
            <p:nvCxnSpPr>
              <p:cNvPr id="283" name="Connector: Elbow 282">
                <a:extLst>
                  <a:ext uri="{FF2B5EF4-FFF2-40B4-BE49-F238E27FC236}">
                    <a16:creationId xmlns:a16="http://schemas.microsoft.com/office/drawing/2014/main" id="{75D4A229-3810-E841-B6FB-AF513017185F}"/>
                  </a:ext>
                </a:extLst>
              </p:cNvPr>
              <p:cNvCxnSpPr>
                <a:cxnSpLocks/>
                <a:stCxn id="254" idx="2"/>
                <a:endCxn id="280" idx="1"/>
              </p:cNvCxnSpPr>
              <p:nvPr/>
            </p:nvCxnSpPr>
            <p:spPr>
              <a:xfrm rot="5400000" flipH="1">
                <a:off x="6472318" y="1919624"/>
                <a:ext cx="179250" cy="1939338"/>
              </a:xfrm>
              <a:prstGeom prst="bentConnector4">
                <a:avLst>
                  <a:gd name="adj1" fmla="val -246560"/>
                  <a:gd name="adj2" fmla="val 106287"/>
                </a:avLst>
              </a:prstGeom>
              <a:ln>
                <a:solidFill>
                  <a:srgbClr val="FF0000"/>
                </a:solidFill>
                <a:prstDash val="lgDash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90" name="Group 289">
                <a:extLst>
                  <a:ext uri="{FF2B5EF4-FFF2-40B4-BE49-F238E27FC236}">
                    <a16:creationId xmlns:a16="http://schemas.microsoft.com/office/drawing/2014/main" id="{F2DB338D-3529-DD8F-001B-632D68B80D22}"/>
                  </a:ext>
                </a:extLst>
              </p:cNvPr>
              <p:cNvGrpSpPr/>
              <p:nvPr/>
            </p:nvGrpSpPr>
            <p:grpSpPr>
              <a:xfrm>
                <a:off x="7938633" y="1460534"/>
                <a:ext cx="2134123" cy="1888150"/>
                <a:chOff x="161752" y="1709246"/>
                <a:chExt cx="4668974" cy="3901734"/>
              </a:xfrm>
            </p:grpSpPr>
            <p:sp>
              <p:nvSpPr>
                <p:cNvPr id="291" name="Rectangle 290">
                  <a:extLst>
                    <a:ext uri="{FF2B5EF4-FFF2-40B4-BE49-F238E27FC236}">
                      <a16:creationId xmlns:a16="http://schemas.microsoft.com/office/drawing/2014/main" id="{72413A20-2E3B-32E7-F844-4B7845A9FC84}"/>
                    </a:ext>
                  </a:extLst>
                </p:cNvPr>
                <p:cNvSpPr/>
                <p:nvPr/>
              </p:nvSpPr>
              <p:spPr>
                <a:xfrm>
                  <a:off x="161752" y="4076600"/>
                  <a:ext cx="731521" cy="731521"/>
                </a:xfrm>
                <a:prstGeom prst="rect">
                  <a:avLst/>
                </a:prstGeom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500" dirty="0"/>
                    <a:t>Out of Grid</a:t>
                  </a:r>
                </a:p>
              </p:txBody>
            </p:sp>
            <p:grpSp>
              <p:nvGrpSpPr>
                <p:cNvPr id="292" name="Group 291">
                  <a:extLst>
                    <a:ext uri="{FF2B5EF4-FFF2-40B4-BE49-F238E27FC236}">
                      <a16:creationId xmlns:a16="http://schemas.microsoft.com/office/drawing/2014/main" id="{D3F9D0B3-930C-366D-C008-F7F2D0761FEC}"/>
                    </a:ext>
                  </a:extLst>
                </p:cNvPr>
                <p:cNvGrpSpPr/>
                <p:nvPr/>
              </p:nvGrpSpPr>
              <p:grpSpPr>
                <a:xfrm>
                  <a:off x="952078" y="1709246"/>
                  <a:ext cx="3878648" cy="3901734"/>
                  <a:chOff x="6916078" y="1679085"/>
                  <a:chExt cx="3878648" cy="3901734"/>
                </a:xfrm>
              </p:grpSpPr>
              <p:pic>
                <p:nvPicPr>
                  <p:cNvPr id="295" name="Picture 294">
                    <a:extLst>
                      <a:ext uri="{FF2B5EF4-FFF2-40B4-BE49-F238E27FC236}">
                        <a16:creationId xmlns:a16="http://schemas.microsoft.com/office/drawing/2014/main" id="{4BEC56C0-74C7-FF02-CC0D-30AF1F928C70}"/>
                      </a:ext>
                    </a:extLst>
                  </p:cNvPr>
                  <p:cNvPicPr preferRelativeResize="0">
                    <a:picLocks/>
                  </p:cNvPicPr>
                  <p:nvPr/>
                </p:nvPicPr>
                <p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9253563" y="2482227"/>
                    <a:ext cx="731520" cy="731520"/>
                  </a:xfrm>
                  <a:prstGeom prst="rect">
                    <a:avLst/>
                  </a:prstGeom>
                  <a:effectLst>
                    <a:softEdge rad="0"/>
                  </a:effectLst>
                </p:spPr>
              </p:pic>
              <p:pic>
                <p:nvPicPr>
                  <p:cNvPr id="296" name="Picture 295">
                    <a:extLst>
                      <a:ext uri="{FF2B5EF4-FFF2-40B4-BE49-F238E27FC236}">
                        <a16:creationId xmlns:a16="http://schemas.microsoft.com/office/drawing/2014/main" id="{069893B6-62E6-BF8C-1C86-6F0F47F7EF85}"/>
                      </a:ext>
                    </a:extLst>
                  </p:cNvPr>
                  <p:cNvPicPr preferRelativeResize="0">
                    <a:picLocks/>
                  </p:cNvPicPr>
                  <p:nvPr/>
                </p:nvPicPr>
                <p:blipFill>
                  <a:blip r:embed="rId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8487473" y="4050524"/>
                    <a:ext cx="731520" cy="731520"/>
                  </a:xfrm>
                  <a:prstGeom prst="rect">
                    <a:avLst/>
                  </a:prstGeom>
                  <a:effectLst>
                    <a:softEdge rad="0"/>
                  </a:effectLst>
                </p:spPr>
              </p:pic>
              <p:pic>
                <p:nvPicPr>
                  <p:cNvPr id="297" name="Picture 296">
                    <a:extLst>
                      <a:ext uri="{FF2B5EF4-FFF2-40B4-BE49-F238E27FC236}">
                        <a16:creationId xmlns:a16="http://schemas.microsoft.com/office/drawing/2014/main" id="{111C42A3-AEC5-C843-80D0-4B236E6A22E3}"/>
                      </a:ext>
                    </a:extLst>
                  </p:cNvPr>
                  <p:cNvPicPr preferRelativeResize="0">
                    <a:picLocks/>
                  </p:cNvPicPr>
                  <p:nvPr/>
                </p:nvPicPr>
                <p:blipFill>
                  <a:blip r:embed="rId4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9270363" y="4042843"/>
                    <a:ext cx="731520" cy="731520"/>
                  </a:xfrm>
                  <a:prstGeom prst="rect">
                    <a:avLst/>
                  </a:prstGeom>
                  <a:ln w="38100">
                    <a:noFill/>
                  </a:ln>
                  <a:effectLst>
                    <a:softEdge rad="0"/>
                  </a:effectLst>
                </p:spPr>
              </p:pic>
              <p:pic>
                <p:nvPicPr>
                  <p:cNvPr id="298" name="Picture 297">
                    <a:extLst>
                      <a:ext uri="{FF2B5EF4-FFF2-40B4-BE49-F238E27FC236}">
                        <a16:creationId xmlns:a16="http://schemas.microsoft.com/office/drawing/2014/main" id="{4616875B-6C4B-3AEE-C1DB-C44C8BE1AACB}"/>
                      </a:ext>
                    </a:extLst>
                  </p:cNvPr>
                  <p:cNvPicPr preferRelativeResize="0">
                    <a:picLocks/>
                  </p:cNvPicPr>
                  <p:nvPr/>
                </p:nvPicPr>
                <p:blipFill>
                  <a:blip r:embed="rId5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8475529" y="1688163"/>
                    <a:ext cx="731520" cy="731520"/>
                  </a:xfrm>
                  <a:prstGeom prst="rect">
                    <a:avLst/>
                  </a:prstGeom>
                  <a:effectLst>
                    <a:softEdge rad="0"/>
                  </a:effectLst>
                </p:spPr>
              </p:pic>
              <p:pic>
                <p:nvPicPr>
                  <p:cNvPr id="299" name="Picture 298">
                    <a:extLst>
                      <a:ext uri="{FF2B5EF4-FFF2-40B4-BE49-F238E27FC236}">
                        <a16:creationId xmlns:a16="http://schemas.microsoft.com/office/drawing/2014/main" id="{8341F57B-EFDB-673B-0E92-C1101C4959A3}"/>
                      </a:ext>
                    </a:extLst>
                  </p:cNvPr>
                  <p:cNvPicPr preferRelativeResize="0">
                    <a:picLocks/>
                  </p:cNvPicPr>
                  <p:nvPr/>
                </p:nvPicPr>
                <p:blipFill>
                  <a:blip r:embed="rId6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0057769" y="1701290"/>
                    <a:ext cx="731520" cy="731520"/>
                  </a:xfrm>
                  <a:prstGeom prst="rect">
                    <a:avLst/>
                  </a:prstGeom>
                  <a:effectLst>
                    <a:softEdge rad="0"/>
                  </a:effectLst>
                </p:spPr>
              </p:pic>
              <p:pic>
                <p:nvPicPr>
                  <p:cNvPr id="300" name="Picture 299">
                    <a:extLst>
                      <a:ext uri="{FF2B5EF4-FFF2-40B4-BE49-F238E27FC236}">
                        <a16:creationId xmlns:a16="http://schemas.microsoft.com/office/drawing/2014/main" id="{B801A94E-B4BF-D18E-A15B-5FCF4E7BF258}"/>
                      </a:ext>
                    </a:extLst>
                  </p:cNvPr>
                  <p:cNvPicPr preferRelativeResize="0">
                    <a:picLocks/>
                  </p:cNvPicPr>
                  <p:nvPr/>
                </p:nvPicPr>
                <p:blipFill>
                  <a:blip r:embed="rId7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6929426" y="3252194"/>
                    <a:ext cx="731520" cy="731520"/>
                  </a:xfrm>
                  <a:prstGeom prst="rect">
                    <a:avLst/>
                  </a:prstGeom>
                  <a:effectLst>
                    <a:softEdge rad="0"/>
                  </a:effectLst>
                </p:spPr>
              </p:pic>
              <p:pic>
                <p:nvPicPr>
                  <p:cNvPr id="301" name="Picture 300">
                    <a:extLst>
                      <a:ext uri="{FF2B5EF4-FFF2-40B4-BE49-F238E27FC236}">
                        <a16:creationId xmlns:a16="http://schemas.microsoft.com/office/drawing/2014/main" id="{18E3FE0A-8C7C-40B0-6E34-74E7CC48A23B}"/>
                      </a:ext>
                    </a:extLst>
                  </p:cNvPr>
                  <p:cNvPicPr preferRelativeResize="0">
                    <a:picLocks/>
                  </p:cNvPicPr>
                  <p:nvPr/>
                </p:nvPicPr>
                <p:blipFill>
                  <a:blip r:embed="rId8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0057769" y="2475851"/>
                    <a:ext cx="731520" cy="731520"/>
                  </a:xfrm>
                  <a:prstGeom prst="rect">
                    <a:avLst/>
                  </a:prstGeom>
                  <a:effectLst>
                    <a:softEdge rad="0"/>
                  </a:effectLst>
                </p:spPr>
              </p:pic>
              <p:pic>
                <p:nvPicPr>
                  <p:cNvPr id="302" name="Picture 301">
                    <a:extLst>
                      <a:ext uri="{FF2B5EF4-FFF2-40B4-BE49-F238E27FC236}">
                        <a16:creationId xmlns:a16="http://schemas.microsoft.com/office/drawing/2014/main" id="{F485079D-D61E-66FB-FDC9-9015CC6BD662}"/>
                      </a:ext>
                    </a:extLst>
                  </p:cNvPr>
                  <p:cNvPicPr preferRelativeResize="0">
                    <a:picLocks/>
                  </p:cNvPicPr>
                  <p:nvPr/>
                </p:nvPicPr>
                <p:blipFill>
                  <a:blip r:embed="rId9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0054369" y="4840684"/>
                    <a:ext cx="731520" cy="731520"/>
                  </a:xfrm>
                  <a:prstGeom prst="rect">
                    <a:avLst/>
                  </a:prstGeom>
                  <a:effectLst>
                    <a:softEdge rad="0"/>
                  </a:effectLst>
                </p:spPr>
              </p:pic>
              <p:pic>
                <p:nvPicPr>
                  <p:cNvPr id="303" name="Picture 302">
                    <a:extLst>
                      <a:ext uri="{FF2B5EF4-FFF2-40B4-BE49-F238E27FC236}">
                        <a16:creationId xmlns:a16="http://schemas.microsoft.com/office/drawing/2014/main" id="{B89C5C67-8F72-8FB9-2E8A-D371F3A6C6E0}"/>
                      </a:ext>
                    </a:extLst>
                  </p:cNvPr>
                  <p:cNvPicPr preferRelativeResize="0">
                    <a:picLocks/>
                  </p:cNvPicPr>
                  <p:nvPr/>
                </p:nvPicPr>
                <p:blipFill>
                  <a:blip r:embed="rId10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6916078" y="4041703"/>
                    <a:ext cx="731521" cy="731521"/>
                  </a:xfrm>
                  <a:prstGeom prst="rect">
                    <a:avLst/>
                  </a:prstGeom>
                  <a:ln w="25400">
                    <a:solidFill>
                      <a:srgbClr val="FF0000"/>
                    </a:solidFill>
                  </a:ln>
                  <a:effectLst>
                    <a:softEdge rad="0"/>
                  </a:effectLst>
                </p:spPr>
              </p:pic>
              <p:pic>
                <p:nvPicPr>
                  <p:cNvPr id="304" name="Picture 303">
                    <a:extLst>
                      <a:ext uri="{FF2B5EF4-FFF2-40B4-BE49-F238E27FC236}">
                        <a16:creationId xmlns:a16="http://schemas.microsoft.com/office/drawing/2014/main" id="{C66D477F-C834-7B71-9133-028E66EBBCDC}"/>
                      </a:ext>
                    </a:extLst>
                  </p:cNvPr>
                  <p:cNvPicPr preferRelativeResize="0">
                    <a:picLocks/>
                  </p:cNvPicPr>
                  <p:nvPr/>
                </p:nvPicPr>
                <p:blipFill>
                  <a:blip r:embed="rId11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9253563" y="1697845"/>
                    <a:ext cx="731520" cy="731520"/>
                  </a:xfrm>
                  <a:prstGeom prst="rect">
                    <a:avLst/>
                  </a:prstGeom>
                  <a:effectLst>
                    <a:softEdge rad="0"/>
                  </a:effectLst>
                </p:spPr>
              </p:pic>
              <p:pic>
                <p:nvPicPr>
                  <p:cNvPr id="305" name="Picture 304">
                    <a:extLst>
                      <a:ext uri="{FF2B5EF4-FFF2-40B4-BE49-F238E27FC236}">
                        <a16:creationId xmlns:a16="http://schemas.microsoft.com/office/drawing/2014/main" id="{798BFB3C-3D91-5DC1-42A9-93CB5EDAD09A}"/>
                      </a:ext>
                    </a:extLst>
                  </p:cNvPr>
                  <p:cNvPicPr preferRelativeResize="0">
                    <a:picLocks/>
                  </p:cNvPicPr>
                  <p:nvPr/>
                </p:nvPicPr>
                <p:blipFill>
                  <a:blip r:embed="rId1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6930164" y="2472285"/>
                    <a:ext cx="731520" cy="731520"/>
                  </a:xfrm>
                  <a:prstGeom prst="rect">
                    <a:avLst/>
                  </a:prstGeom>
                  <a:effectLst>
                    <a:softEdge rad="0"/>
                  </a:effectLst>
                </p:spPr>
              </p:pic>
              <p:pic>
                <p:nvPicPr>
                  <p:cNvPr id="306" name="Picture 305">
                    <a:extLst>
                      <a:ext uri="{FF2B5EF4-FFF2-40B4-BE49-F238E27FC236}">
                        <a16:creationId xmlns:a16="http://schemas.microsoft.com/office/drawing/2014/main" id="{F7DD55B2-8482-1165-BD61-87210A2E23A1}"/>
                      </a:ext>
                    </a:extLst>
                  </p:cNvPr>
                  <p:cNvPicPr preferRelativeResize="0">
                    <a:picLocks/>
                  </p:cNvPicPr>
                  <p:nvPr/>
                </p:nvPicPr>
                <p:blipFill>
                  <a:blip r:embed="rId1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9272045" y="4833601"/>
                    <a:ext cx="731520" cy="731520"/>
                  </a:xfrm>
                  <a:prstGeom prst="rect">
                    <a:avLst/>
                  </a:prstGeom>
                  <a:effectLst>
                    <a:softEdge rad="0"/>
                  </a:effectLst>
                </p:spPr>
              </p:pic>
              <p:pic>
                <p:nvPicPr>
                  <p:cNvPr id="307" name="Picture 306">
                    <a:extLst>
                      <a:ext uri="{FF2B5EF4-FFF2-40B4-BE49-F238E27FC236}">
                        <a16:creationId xmlns:a16="http://schemas.microsoft.com/office/drawing/2014/main" id="{2043CD8A-CF9D-9ECF-1EE8-D9E0C4BB5D7A}"/>
                      </a:ext>
                    </a:extLst>
                  </p:cNvPr>
                  <p:cNvPicPr preferRelativeResize="0">
                    <a:picLocks/>
                  </p:cNvPicPr>
                  <p:nvPr/>
                </p:nvPicPr>
                <p:blipFill>
                  <a:blip r:embed="rId14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7706767" y="1688086"/>
                    <a:ext cx="731521" cy="731521"/>
                  </a:xfrm>
                  <a:prstGeom prst="rect">
                    <a:avLst/>
                  </a:prstGeom>
                  <a:ln w="25400">
                    <a:noFill/>
                  </a:ln>
                  <a:effectLst>
                    <a:softEdge rad="0"/>
                  </a:effectLst>
                </p:spPr>
              </p:pic>
              <p:pic>
                <p:nvPicPr>
                  <p:cNvPr id="308" name="Picture 307">
                    <a:extLst>
                      <a:ext uri="{FF2B5EF4-FFF2-40B4-BE49-F238E27FC236}">
                        <a16:creationId xmlns:a16="http://schemas.microsoft.com/office/drawing/2014/main" id="{CB65DEE2-2745-A474-3539-104C430A88AE}"/>
                      </a:ext>
                    </a:extLst>
                  </p:cNvPr>
                  <p:cNvPicPr preferRelativeResize="0">
                    <a:picLocks/>
                  </p:cNvPicPr>
                  <p:nvPr/>
                </p:nvPicPr>
                <p:blipFill>
                  <a:blip r:embed="rId15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7695426" y="3263539"/>
                    <a:ext cx="731520" cy="731520"/>
                  </a:xfrm>
                  <a:prstGeom prst="rect">
                    <a:avLst/>
                  </a:prstGeom>
                  <a:effectLst>
                    <a:softEdge rad="0"/>
                  </a:effectLst>
                </p:spPr>
              </p:pic>
              <p:pic>
                <p:nvPicPr>
                  <p:cNvPr id="309" name="Picture 308">
                    <a:extLst>
                      <a:ext uri="{FF2B5EF4-FFF2-40B4-BE49-F238E27FC236}">
                        <a16:creationId xmlns:a16="http://schemas.microsoft.com/office/drawing/2014/main" id="{3C0C6CA7-6528-109B-86DF-0370F4E687B1}"/>
                      </a:ext>
                    </a:extLst>
                  </p:cNvPr>
                  <p:cNvPicPr preferRelativeResize="0">
                    <a:picLocks/>
                  </p:cNvPicPr>
                  <p:nvPr/>
                </p:nvPicPr>
                <p:blipFill>
                  <a:blip r:embed="rId16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7695426" y="2468203"/>
                    <a:ext cx="731520" cy="731520"/>
                  </a:xfrm>
                  <a:prstGeom prst="rect">
                    <a:avLst/>
                  </a:prstGeom>
                  <a:effectLst>
                    <a:softEdge rad="0"/>
                  </a:effectLst>
                </p:spPr>
              </p:pic>
              <p:pic>
                <p:nvPicPr>
                  <p:cNvPr id="310" name="Picture 309">
                    <a:extLst>
                      <a:ext uri="{FF2B5EF4-FFF2-40B4-BE49-F238E27FC236}">
                        <a16:creationId xmlns:a16="http://schemas.microsoft.com/office/drawing/2014/main" id="{7C789364-F000-F3E7-F271-4D8876DC6F40}"/>
                      </a:ext>
                    </a:extLst>
                  </p:cNvPr>
                  <p:cNvPicPr preferRelativeResize="0">
                    <a:picLocks/>
                  </p:cNvPicPr>
                  <p:nvPr/>
                </p:nvPicPr>
                <p:blipFill>
                  <a:blip r:embed="rId17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6930901" y="1679085"/>
                    <a:ext cx="731520" cy="731520"/>
                  </a:xfrm>
                  <a:prstGeom prst="rect">
                    <a:avLst/>
                  </a:prstGeom>
                  <a:effectLst>
                    <a:softEdge rad="0"/>
                  </a:effectLst>
                </p:spPr>
              </p:pic>
              <p:pic>
                <p:nvPicPr>
                  <p:cNvPr id="311" name="Picture 310">
                    <a:extLst>
                      <a:ext uri="{FF2B5EF4-FFF2-40B4-BE49-F238E27FC236}">
                        <a16:creationId xmlns:a16="http://schemas.microsoft.com/office/drawing/2014/main" id="{FD8CBC6E-07B4-6CEC-2AEB-3CE275EACA21}"/>
                      </a:ext>
                    </a:extLst>
                  </p:cNvPr>
                  <p:cNvPicPr preferRelativeResize="0">
                    <a:picLocks/>
                  </p:cNvPicPr>
                  <p:nvPr/>
                </p:nvPicPr>
                <p:blipFill>
                  <a:blip r:embed="rId18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9270363" y="3272985"/>
                    <a:ext cx="731520" cy="731520"/>
                  </a:xfrm>
                  <a:prstGeom prst="rect">
                    <a:avLst/>
                  </a:prstGeom>
                  <a:effectLst>
                    <a:softEdge rad="0"/>
                  </a:effectLst>
                </p:spPr>
              </p:pic>
              <p:pic>
                <p:nvPicPr>
                  <p:cNvPr id="312" name="Picture 311">
                    <a:extLst>
                      <a:ext uri="{FF2B5EF4-FFF2-40B4-BE49-F238E27FC236}">
                        <a16:creationId xmlns:a16="http://schemas.microsoft.com/office/drawing/2014/main" id="{B8BA07A7-22C2-8484-E801-4B38093649D6}"/>
                      </a:ext>
                    </a:extLst>
                  </p:cNvPr>
                  <p:cNvPicPr preferRelativeResize="0">
                    <a:picLocks/>
                  </p:cNvPicPr>
                  <p:nvPr/>
                </p:nvPicPr>
                <p:blipFill>
                  <a:blip r:embed="rId19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0063206" y="3269587"/>
                    <a:ext cx="731520" cy="731520"/>
                  </a:xfrm>
                  <a:prstGeom prst="rect">
                    <a:avLst/>
                  </a:prstGeom>
                  <a:effectLst>
                    <a:softEdge rad="0"/>
                  </a:effectLst>
                </p:spPr>
              </p:pic>
              <p:pic>
                <p:nvPicPr>
                  <p:cNvPr id="313" name="Picture 312">
                    <a:extLst>
                      <a:ext uri="{FF2B5EF4-FFF2-40B4-BE49-F238E27FC236}">
                        <a16:creationId xmlns:a16="http://schemas.microsoft.com/office/drawing/2014/main" id="{668A9045-EA37-97BF-1617-49244D38F272}"/>
                      </a:ext>
                    </a:extLst>
                  </p:cNvPr>
                  <p:cNvPicPr preferRelativeResize="0">
                    <a:picLocks/>
                  </p:cNvPicPr>
                  <p:nvPr/>
                </p:nvPicPr>
                <p:blipFill>
                  <a:blip r:embed="rId20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7712804" y="4849300"/>
                    <a:ext cx="731521" cy="731519"/>
                  </a:xfrm>
                  <a:prstGeom prst="rect">
                    <a:avLst/>
                  </a:prstGeom>
                  <a:effectLst>
                    <a:softEdge rad="0"/>
                  </a:effectLst>
                </p:spPr>
              </p:pic>
              <p:pic>
                <p:nvPicPr>
                  <p:cNvPr id="314" name="Picture 313">
                    <a:extLst>
                      <a:ext uri="{FF2B5EF4-FFF2-40B4-BE49-F238E27FC236}">
                        <a16:creationId xmlns:a16="http://schemas.microsoft.com/office/drawing/2014/main" id="{C5C60049-033B-3E13-100B-52AC9E4AF755}"/>
                      </a:ext>
                    </a:extLst>
                  </p:cNvPr>
                  <p:cNvPicPr preferRelativeResize="0">
                    <a:picLocks/>
                  </p:cNvPicPr>
                  <p:nvPr/>
                </p:nvPicPr>
                <p:blipFill>
                  <a:blip r:embed="rId21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8498785" y="3263539"/>
                    <a:ext cx="731520" cy="731520"/>
                  </a:xfrm>
                  <a:prstGeom prst="rect">
                    <a:avLst/>
                  </a:prstGeom>
                  <a:effectLst>
                    <a:softEdge rad="0"/>
                  </a:effectLst>
                </p:spPr>
              </p:pic>
              <p:pic>
                <p:nvPicPr>
                  <p:cNvPr id="315" name="Picture 314">
                    <a:extLst>
                      <a:ext uri="{FF2B5EF4-FFF2-40B4-BE49-F238E27FC236}">
                        <a16:creationId xmlns:a16="http://schemas.microsoft.com/office/drawing/2014/main" id="{AE3708E5-E7C6-4AA6-9643-C7E43F725FA5}"/>
                      </a:ext>
                    </a:extLst>
                  </p:cNvPr>
                  <p:cNvPicPr preferRelativeResize="0">
                    <a:picLocks/>
                  </p:cNvPicPr>
                  <p:nvPr/>
                </p:nvPicPr>
                <p:blipFill>
                  <a:blip r:embed="rId2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8487473" y="4838914"/>
                    <a:ext cx="731520" cy="731520"/>
                  </a:xfrm>
                  <a:prstGeom prst="rect">
                    <a:avLst/>
                  </a:prstGeom>
                  <a:effectLst>
                    <a:softEdge rad="0"/>
                  </a:effectLst>
                </p:spPr>
              </p:pic>
              <p:pic>
                <p:nvPicPr>
                  <p:cNvPr id="316" name="Picture 315">
                    <a:extLst>
                      <a:ext uri="{FF2B5EF4-FFF2-40B4-BE49-F238E27FC236}">
                        <a16:creationId xmlns:a16="http://schemas.microsoft.com/office/drawing/2014/main" id="{C98953D0-9184-C77C-0E59-734D85C63C76}"/>
                      </a:ext>
                    </a:extLst>
                  </p:cNvPr>
                  <p:cNvPicPr preferRelativeResize="0">
                    <a:picLocks/>
                  </p:cNvPicPr>
                  <p:nvPr/>
                </p:nvPicPr>
                <p:blipFill>
                  <a:blip r:embed="rId2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7709366" y="4046439"/>
                    <a:ext cx="731520" cy="731520"/>
                  </a:xfrm>
                  <a:prstGeom prst="rect">
                    <a:avLst/>
                  </a:prstGeom>
                  <a:effectLst>
                    <a:softEdge rad="0"/>
                  </a:effectLst>
                </p:spPr>
              </p:pic>
              <p:pic>
                <p:nvPicPr>
                  <p:cNvPr id="317" name="Picture 316">
                    <a:extLst>
                      <a:ext uri="{FF2B5EF4-FFF2-40B4-BE49-F238E27FC236}">
                        <a16:creationId xmlns:a16="http://schemas.microsoft.com/office/drawing/2014/main" id="{1101E0A0-AE57-5711-550D-F43AC31AAC90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4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0044915" y="4041705"/>
                    <a:ext cx="734470" cy="731519"/>
                  </a:xfrm>
                  <a:prstGeom prst="rect">
                    <a:avLst/>
                  </a:prstGeom>
                  <a:ln w="25400">
                    <a:solidFill>
                      <a:schemeClr val="tx1"/>
                    </a:solidFill>
                  </a:ln>
                </p:spPr>
              </p:pic>
              <p:pic>
                <p:nvPicPr>
                  <p:cNvPr id="318" name="Picture 317">
                    <a:extLst>
                      <a:ext uri="{FF2B5EF4-FFF2-40B4-BE49-F238E27FC236}">
                        <a16:creationId xmlns:a16="http://schemas.microsoft.com/office/drawing/2014/main" id="{ADE5DFA8-FC3A-BAD6-DB42-932B2CE0F6D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5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6931638" y="4840684"/>
                    <a:ext cx="731520" cy="731520"/>
                  </a:xfrm>
                  <a:prstGeom prst="rect">
                    <a:avLst/>
                  </a:prstGeom>
                </p:spPr>
              </p:pic>
              <p:pic>
                <p:nvPicPr>
                  <p:cNvPr id="319" name="Picture 318">
                    <a:extLst>
                      <a:ext uri="{FF2B5EF4-FFF2-40B4-BE49-F238E27FC236}">
                        <a16:creationId xmlns:a16="http://schemas.microsoft.com/office/drawing/2014/main" id="{6D7E589E-A179-889E-6268-B2EC9F40A481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6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8522043" y="2475851"/>
                    <a:ext cx="731520" cy="731520"/>
                  </a:xfrm>
                  <a:prstGeom prst="rect">
                    <a:avLst/>
                  </a:prstGeom>
                </p:spPr>
              </p:pic>
            </p:grpSp>
            <p:sp>
              <p:nvSpPr>
                <p:cNvPr id="293" name="TextBox 292">
                  <a:extLst>
                    <a:ext uri="{FF2B5EF4-FFF2-40B4-BE49-F238E27FC236}">
                      <a16:creationId xmlns:a16="http://schemas.microsoft.com/office/drawing/2014/main" id="{8F1E535B-6BAC-AC3E-87D4-970CD63A438F}"/>
                    </a:ext>
                  </a:extLst>
                </p:cNvPr>
                <p:cNvSpPr txBox="1"/>
                <p:nvPr/>
              </p:nvSpPr>
              <p:spPr>
                <a:xfrm>
                  <a:off x="1259033" y="4578185"/>
                  <a:ext cx="631964" cy="3497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500" dirty="0">
                      <a:solidFill>
                        <a:schemeClr val="bg1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highlight>
                        <a:srgbClr val="FF0000"/>
                      </a:highlight>
                    </a:rPr>
                    <a:t>*RP</a:t>
                  </a:r>
                </a:p>
              </p:txBody>
            </p:sp>
            <p:pic>
              <p:nvPicPr>
                <p:cNvPr id="294" name="Graphic 293" descr="Arrow Up with solid fill">
                  <a:extLst>
                    <a:ext uri="{FF2B5EF4-FFF2-40B4-BE49-F238E27FC236}">
                      <a16:creationId xmlns:a16="http://schemas.microsoft.com/office/drawing/2014/main" id="{EB459B1C-5341-E9EC-FE35-601B53CD1C6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7">
                  <a:extLst>
                    <a:ext uri="{96DAC541-7B7A-43D3-8B79-37D633B846F1}">
                      <asvg:svgBlip xmlns:asvg="http://schemas.microsoft.com/office/drawing/2016/SVG/main" r:embed="rId28"/>
                    </a:ext>
                  </a:extLst>
                </a:blip>
                <a:stretch>
                  <a:fillRect/>
                </a:stretch>
              </p:blipFill>
              <p:spPr>
                <a:xfrm rot="16200000">
                  <a:off x="709496" y="4312184"/>
                  <a:ext cx="518212" cy="580856"/>
                </a:xfrm>
                <a:prstGeom prst="rect">
                  <a:avLst/>
                </a:prstGeom>
              </p:spPr>
            </p:pic>
          </p:grpSp>
          <p:cxnSp>
            <p:nvCxnSpPr>
              <p:cNvPr id="320" name="Connector: Elbow 319">
                <a:extLst>
                  <a:ext uri="{FF2B5EF4-FFF2-40B4-BE49-F238E27FC236}">
                    <a16:creationId xmlns:a16="http://schemas.microsoft.com/office/drawing/2014/main" id="{832DCA1A-60E0-81AF-9782-6CC9C9CA30B8}"/>
                  </a:ext>
                </a:extLst>
              </p:cNvPr>
              <p:cNvCxnSpPr>
                <a:cxnSpLocks/>
                <a:stCxn id="291" idx="2"/>
                <a:endCxn id="317" idx="3"/>
              </p:cNvCxnSpPr>
              <p:nvPr/>
            </p:nvCxnSpPr>
            <p:spPr>
              <a:xfrm rot="5400000" flipH="1" flipV="1">
                <a:off x="8996134" y="1890550"/>
                <a:ext cx="179292" cy="1959927"/>
              </a:xfrm>
              <a:prstGeom prst="bentConnector4">
                <a:avLst>
                  <a:gd name="adj1" fmla="val -263505"/>
                  <a:gd name="adj2" fmla="val 108165"/>
                </a:avLst>
              </a:prstGeom>
              <a:ln>
                <a:solidFill>
                  <a:srgbClr val="FF0000"/>
                </a:solidFill>
                <a:prstDash val="lgDash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34" name="TextBox 333">
              <a:extLst>
                <a:ext uri="{FF2B5EF4-FFF2-40B4-BE49-F238E27FC236}">
                  <a16:creationId xmlns:a16="http://schemas.microsoft.com/office/drawing/2014/main" id="{E88A675F-D2AA-B16F-A5CB-72BEE7E687C9}"/>
                </a:ext>
              </a:extLst>
            </p:cNvPr>
            <p:cNvSpPr txBox="1"/>
            <p:nvPr/>
          </p:nvSpPr>
          <p:spPr>
            <a:xfrm>
              <a:off x="2837651" y="2027330"/>
              <a:ext cx="769844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500" dirty="0"/>
                <a:t>North</a:t>
              </a:r>
            </a:p>
          </p:txBody>
        </p:sp>
        <p:sp>
          <p:nvSpPr>
            <p:cNvPr id="335" name="TextBox 334">
              <a:extLst>
                <a:ext uri="{FF2B5EF4-FFF2-40B4-BE49-F238E27FC236}">
                  <a16:creationId xmlns:a16="http://schemas.microsoft.com/office/drawing/2014/main" id="{94ADC1C0-88EB-F8AE-4D8E-08DA3F11B75B}"/>
                </a:ext>
              </a:extLst>
            </p:cNvPr>
            <p:cNvSpPr txBox="1"/>
            <p:nvPr/>
          </p:nvSpPr>
          <p:spPr>
            <a:xfrm>
              <a:off x="4755141" y="2027330"/>
              <a:ext cx="788566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500" dirty="0"/>
                <a:t>South</a:t>
              </a:r>
            </a:p>
          </p:txBody>
        </p:sp>
        <p:sp>
          <p:nvSpPr>
            <p:cNvPr id="336" name="TextBox 335">
              <a:extLst>
                <a:ext uri="{FF2B5EF4-FFF2-40B4-BE49-F238E27FC236}">
                  <a16:creationId xmlns:a16="http://schemas.microsoft.com/office/drawing/2014/main" id="{C3857811-C7D7-0D3E-4227-5453BF699DB8}"/>
                </a:ext>
              </a:extLst>
            </p:cNvPr>
            <p:cNvSpPr txBox="1"/>
            <p:nvPr/>
          </p:nvSpPr>
          <p:spPr>
            <a:xfrm>
              <a:off x="6851349" y="2027333"/>
              <a:ext cx="641712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500" dirty="0"/>
                <a:t>East</a:t>
              </a:r>
            </a:p>
          </p:txBody>
        </p:sp>
        <p:sp>
          <p:nvSpPr>
            <p:cNvPr id="337" name="TextBox 336">
              <a:extLst>
                <a:ext uri="{FF2B5EF4-FFF2-40B4-BE49-F238E27FC236}">
                  <a16:creationId xmlns:a16="http://schemas.microsoft.com/office/drawing/2014/main" id="{A04C13E3-F060-5322-1138-C84E6C97BB54}"/>
                </a:ext>
              </a:extLst>
            </p:cNvPr>
            <p:cNvSpPr txBox="1"/>
            <p:nvPr/>
          </p:nvSpPr>
          <p:spPr>
            <a:xfrm>
              <a:off x="10080336" y="2040544"/>
              <a:ext cx="708587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500" dirty="0"/>
                <a:t>West</a:t>
              </a:r>
            </a:p>
          </p:txBody>
        </p: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895B4DDD-48FF-992E-BDDB-59E8092EAB65}"/>
                </a:ext>
              </a:extLst>
            </p:cNvPr>
            <p:cNvSpPr txBox="1"/>
            <p:nvPr/>
          </p:nvSpPr>
          <p:spPr>
            <a:xfrm>
              <a:off x="2506143" y="4710054"/>
              <a:ext cx="359836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5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highlight>
                    <a:srgbClr val="000000"/>
                  </a:highlight>
                </a:rPr>
                <a:t>*PW</a:t>
              </a: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F0F4F28D-6D80-6E66-C96D-4B503094EDE8}"/>
                </a:ext>
              </a:extLst>
            </p:cNvPr>
            <p:cNvSpPr txBox="1"/>
            <p:nvPr/>
          </p:nvSpPr>
          <p:spPr>
            <a:xfrm>
              <a:off x="4799249" y="2861768"/>
              <a:ext cx="359836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5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highlight>
                    <a:srgbClr val="000000"/>
                  </a:highlight>
                </a:rPr>
                <a:t>*PW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4FB54C4A-9672-E465-4D4D-E990F65890C8}"/>
                </a:ext>
              </a:extLst>
            </p:cNvPr>
            <p:cNvSpPr txBox="1"/>
            <p:nvPr/>
          </p:nvSpPr>
          <p:spPr>
            <a:xfrm>
              <a:off x="6700380" y="4280870"/>
              <a:ext cx="359836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5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highlight>
                    <a:srgbClr val="000000"/>
                  </a:highlight>
                </a:rPr>
                <a:t>*PW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8524C129-4717-78D8-8248-1E76B344C8AB}"/>
                </a:ext>
              </a:extLst>
            </p:cNvPr>
            <p:cNvSpPr txBox="1"/>
            <p:nvPr/>
          </p:nvSpPr>
          <p:spPr>
            <a:xfrm>
              <a:off x="11353653" y="4290849"/>
              <a:ext cx="359836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5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highlight>
                    <a:srgbClr val="000000"/>
                  </a:highlight>
                </a:rPr>
                <a:t>*PW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574A671-72D5-53A1-2821-CC5654C34069}"/>
              </a:ext>
            </a:extLst>
          </p:cNvPr>
          <p:cNvGrpSpPr/>
          <p:nvPr/>
        </p:nvGrpSpPr>
        <p:grpSpPr>
          <a:xfrm>
            <a:off x="3617977" y="80327"/>
            <a:ext cx="6395270" cy="593711"/>
            <a:chOff x="3617977" y="80327"/>
            <a:chExt cx="6395270" cy="593711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6BF99FC-EFD9-790F-4A52-E52246AD127A}"/>
                </a:ext>
              </a:extLst>
            </p:cNvPr>
            <p:cNvSpPr txBox="1"/>
            <p:nvPr/>
          </p:nvSpPr>
          <p:spPr>
            <a:xfrm>
              <a:off x="3617977" y="195744"/>
              <a:ext cx="308098" cy="1692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highlight>
                    <a:srgbClr val="000000"/>
                  </a:highlight>
                </a:rPr>
                <a:t>*PW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8702317-AB38-05CC-CB86-49C7136CB6A8}"/>
                </a:ext>
              </a:extLst>
            </p:cNvPr>
            <p:cNvSpPr txBox="1"/>
            <p:nvPr/>
          </p:nvSpPr>
          <p:spPr>
            <a:xfrm>
              <a:off x="3624858" y="365021"/>
              <a:ext cx="288862" cy="1692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highlight>
                    <a:srgbClr val="FF0000"/>
                  </a:highlight>
                </a:rPr>
                <a:t>*RP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BFD0F72B-0EB0-2D97-F274-ED4D5843C4D2}"/>
                </a:ext>
              </a:extLst>
            </p:cNvPr>
            <p:cNvSpPr txBox="1"/>
            <p:nvPr/>
          </p:nvSpPr>
          <p:spPr>
            <a:xfrm>
              <a:off x="3900454" y="80327"/>
              <a:ext cx="610616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8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Actual Password to Click</a:t>
              </a:r>
              <a:endParaRPr lang="en-US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CAAD1FF2-6D38-04EB-160E-4FCAF7B4ED36}"/>
                </a:ext>
              </a:extLst>
            </p:cNvPr>
            <p:cNvSpPr txBox="1"/>
            <p:nvPr/>
          </p:nvSpPr>
          <p:spPr>
            <a:xfrm>
              <a:off x="3907087" y="304706"/>
              <a:ext cx="610616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800" dirty="0">
                  <a:ln w="0"/>
                  <a:solidFill>
                    <a:srgbClr val="FF000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Registered Password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7028617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3B487A-0C63-2A3F-68A1-E599FDF7B0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761CF67-EB81-BFF6-CCFD-463034DE32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17628" y="2948813"/>
            <a:ext cx="6323766" cy="1222433"/>
          </a:xfrm>
        </p:spPr>
        <p:txBody>
          <a:bodyPr>
            <a:noAutofit/>
          </a:bodyPr>
          <a:lstStyle/>
          <a:p>
            <a:r>
              <a:rPr lang="en-US" sz="45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Tutorial 1 – Normal Case Example 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B6C6B12-507C-70DD-5C04-7436EFAA284A}"/>
              </a:ext>
            </a:extLst>
          </p:cNvPr>
          <p:cNvGrpSpPr/>
          <p:nvPr/>
        </p:nvGrpSpPr>
        <p:grpSpPr>
          <a:xfrm>
            <a:off x="965426" y="1709246"/>
            <a:ext cx="3859863" cy="3893119"/>
            <a:chOff x="6929426" y="1679085"/>
            <a:chExt cx="3859863" cy="3893119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A5333888-B69A-B392-7DFE-B1EBAC660216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53563" y="2482227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12A6FF89-7FDD-040A-D041-D2DD63A6D166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4369" y="4833601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05CAA0BE-C9DB-0C99-ADF2-3B13FFA38751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0363" y="4042843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7A838D56-070C-9578-C87D-E1CF8B3A9677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75529" y="168816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604622F9-A9E1-AB65-C05E-AD016983DD6C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1701290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BF29562F-9248-C69F-FD3D-18D8FE223940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0638" y="326660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2CB54285-9569-27BB-5B60-635E23C66AB6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29426" y="326189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9E3EE8EA-6A84-7FF6-F7CD-0A9744871AA4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86357" y="404643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0336A5BC-6C1F-2405-E337-377F48C33CD6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0073" y="325666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CA1A38FA-2B1F-6331-3F74-F8F4590FC44F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53563" y="169784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79E7EE82-039E-107E-B47D-11A3441C73DE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0164" y="247228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31C44A3A-A018-ABF8-C960-0FC8FA1AD469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2045" y="4833601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D5C9C4BA-DF6D-8C8D-2A8D-A48D337B86DE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4720" y="483714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DD219B45-6FC2-F775-9ADB-95B60AE0FF9D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90779" y="168131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AB85ABBB-748D-006E-19EF-EAAF87B44400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95426" y="246820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18660FD5-E8EA-FA47-195F-EBBD732421C7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0901" y="167908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B93A0FDF-2A3E-EB8D-73B1-C788A7654A54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2484368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854FE037-4754-CA53-DE56-832BD19845D4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3267446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069803FB-29E2-E189-70BB-B073BEE8D99F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4369" y="4050524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5F39BB5B-FDFA-203D-9ECD-0D4021BBDC5F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98785" y="326353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B936385A-9A1E-9AE8-0189-A553C5F8A662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87473" y="4838914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4BAD09CA-CBB8-E691-8E33-C033E922DFAD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9366" y="404643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C4BFBE0D-8A82-6559-B85B-CF53FAACA390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29426" y="4046439"/>
              <a:ext cx="734469" cy="731520"/>
            </a:xfrm>
            <a:prstGeom prst="rect">
              <a:avLst/>
            </a:prstGeom>
          </p:spPr>
        </p:pic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7213D331-43B0-9306-B148-C805F5BE39CA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1638" y="4840684"/>
              <a:ext cx="731520" cy="731520"/>
            </a:xfrm>
            <a:prstGeom prst="rect">
              <a:avLst/>
            </a:prstGeom>
          </p:spPr>
        </p:pic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F92241D0-2872-98CA-BD74-5F2B547B1F22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22043" y="2475851"/>
              <a:ext cx="731520" cy="73152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94263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140BD1-71F1-085B-CA69-A3D8051168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ubtitle 2">
            <a:extLst>
              <a:ext uri="{FF2B5EF4-FFF2-40B4-BE49-F238E27FC236}">
                <a16:creationId xmlns:a16="http://schemas.microsoft.com/office/drawing/2014/main" id="{D0067162-2D45-5614-4B59-1B1A26160063}"/>
              </a:ext>
            </a:extLst>
          </p:cNvPr>
          <p:cNvSpPr txBox="1">
            <a:spLocks/>
          </p:cNvSpPr>
          <p:nvPr/>
        </p:nvSpPr>
        <p:spPr>
          <a:xfrm>
            <a:off x="-1" y="65893"/>
            <a:ext cx="3991898" cy="5982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Tutorial 1: Registered Password &amp; Registered Direction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CEC691-4664-1DCD-5005-1EBFBD95DD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882117" y="2732096"/>
            <a:ext cx="9384331" cy="1222433"/>
          </a:xfrm>
        </p:spPr>
        <p:txBody>
          <a:bodyPr>
            <a:noAutofit/>
          </a:bodyPr>
          <a:lstStyle/>
          <a:p>
            <a:r>
              <a:rPr lang="en-US" sz="2000" b="1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Registered Password :</a:t>
            </a:r>
          </a:p>
          <a:p>
            <a:r>
              <a:rPr lang="en-US" sz="2000" b="1" dirty="0">
                <a:ln w="0"/>
                <a:solidFill>
                  <a:srgbClr val="00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Registered Direction :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43576EE6-8975-4A03-730D-FA920D171E0C}"/>
              </a:ext>
            </a:extLst>
          </p:cNvPr>
          <p:cNvGrpSpPr/>
          <p:nvPr/>
        </p:nvGrpSpPr>
        <p:grpSpPr>
          <a:xfrm>
            <a:off x="5196737" y="2483155"/>
            <a:ext cx="3158388" cy="1058311"/>
            <a:chOff x="8300293" y="499604"/>
            <a:chExt cx="3158388" cy="1058311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9B547479-ABA0-CFA7-B6FF-884B57771A87}"/>
                </a:ext>
              </a:extLst>
            </p:cNvPr>
            <p:cNvGrpSpPr/>
            <p:nvPr/>
          </p:nvGrpSpPr>
          <p:grpSpPr>
            <a:xfrm>
              <a:off x="8300293" y="499604"/>
              <a:ext cx="3158388" cy="731520"/>
              <a:chOff x="8260964" y="290264"/>
              <a:chExt cx="3158388" cy="731520"/>
            </a:xfrm>
          </p:grpSpPr>
          <p:pic>
            <p:nvPicPr>
              <p:cNvPr id="24" name="Picture 23">
                <a:extLst>
                  <a:ext uri="{FF2B5EF4-FFF2-40B4-BE49-F238E27FC236}">
                    <a16:creationId xmlns:a16="http://schemas.microsoft.com/office/drawing/2014/main" id="{16F516E9-F878-5228-64B1-886BBCE43573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260964" y="290264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25" name="Picture 24">
                <a:extLst>
                  <a:ext uri="{FF2B5EF4-FFF2-40B4-BE49-F238E27FC236}">
                    <a16:creationId xmlns:a16="http://schemas.microsoft.com/office/drawing/2014/main" id="{803824E8-EDBD-616E-E373-5A3D97326891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069920" y="290264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26" name="Picture 25">
                <a:extLst>
                  <a:ext uri="{FF2B5EF4-FFF2-40B4-BE49-F238E27FC236}">
                    <a16:creationId xmlns:a16="http://schemas.microsoft.com/office/drawing/2014/main" id="{32B1F3BE-0D8E-E108-AEC2-2B4923E4F950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878876" y="290264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27" name="Picture 26">
                <a:extLst>
                  <a:ext uri="{FF2B5EF4-FFF2-40B4-BE49-F238E27FC236}">
                    <a16:creationId xmlns:a16="http://schemas.microsoft.com/office/drawing/2014/main" id="{FA4E3C6B-3863-F84E-7501-810CAD2F656E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687832" y="290264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</p:grp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5A15907E-09C0-9674-F190-AF7691E27DC6}"/>
                </a:ext>
              </a:extLst>
            </p:cNvPr>
            <p:cNvSpPr txBox="1"/>
            <p:nvPr/>
          </p:nvSpPr>
          <p:spPr>
            <a:xfrm>
              <a:off x="8372658" y="1219927"/>
              <a:ext cx="659155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500" dirty="0"/>
                <a:t>North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899D3C3B-770C-7320-BBA0-C317FB41CEF8}"/>
                </a:ext>
              </a:extLst>
            </p:cNvPr>
            <p:cNvSpPr txBox="1"/>
            <p:nvPr/>
          </p:nvSpPr>
          <p:spPr>
            <a:xfrm>
              <a:off x="9137416" y="1219926"/>
              <a:ext cx="675185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500" dirty="0"/>
                <a:t>South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C8E18101-0D0A-C216-A426-5FA91E6E5DF6}"/>
                </a:ext>
              </a:extLst>
            </p:cNvPr>
            <p:cNvSpPr txBox="1"/>
            <p:nvPr/>
          </p:nvSpPr>
          <p:spPr>
            <a:xfrm>
              <a:off x="10024556" y="1231124"/>
              <a:ext cx="549446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500" dirty="0"/>
                <a:t>East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5A24525E-E5B9-7ED1-C619-DBC04C4217A5}"/>
                </a:ext>
              </a:extLst>
            </p:cNvPr>
            <p:cNvSpPr txBox="1"/>
            <p:nvPr/>
          </p:nvSpPr>
          <p:spPr>
            <a:xfrm>
              <a:off x="10785957" y="1234750"/>
              <a:ext cx="606705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500" dirty="0"/>
                <a:t>West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604459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173FCB-64BC-D3A4-4ABA-4164994C61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" name="Group 70">
            <a:extLst>
              <a:ext uri="{FF2B5EF4-FFF2-40B4-BE49-F238E27FC236}">
                <a16:creationId xmlns:a16="http://schemas.microsoft.com/office/drawing/2014/main" id="{4EDE589D-0652-FEFE-CED9-AD5604DF602E}"/>
              </a:ext>
            </a:extLst>
          </p:cNvPr>
          <p:cNvGrpSpPr/>
          <p:nvPr/>
        </p:nvGrpSpPr>
        <p:grpSpPr>
          <a:xfrm>
            <a:off x="965426" y="1709246"/>
            <a:ext cx="3859863" cy="3893119"/>
            <a:chOff x="6929426" y="1679085"/>
            <a:chExt cx="3859863" cy="3893119"/>
          </a:xfrm>
        </p:grpSpPr>
        <p:pic>
          <p:nvPicPr>
            <p:cNvPr id="72" name="Picture 71">
              <a:extLst>
                <a:ext uri="{FF2B5EF4-FFF2-40B4-BE49-F238E27FC236}">
                  <a16:creationId xmlns:a16="http://schemas.microsoft.com/office/drawing/2014/main" id="{C82F2C7E-4708-1425-AAF5-EEA082FBB087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53563" y="2482227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3" name="Picture 72">
              <a:extLst>
                <a:ext uri="{FF2B5EF4-FFF2-40B4-BE49-F238E27FC236}">
                  <a16:creationId xmlns:a16="http://schemas.microsoft.com/office/drawing/2014/main" id="{7EF2096E-00A9-8190-E17F-EB00EF5EF2A9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4369" y="4833601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4" name="Picture 73">
              <a:extLst>
                <a:ext uri="{FF2B5EF4-FFF2-40B4-BE49-F238E27FC236}">
                  <a16:creationId xmlns:a16="http://schemas.microsoft.com/office/drawing/2014/main" id="{A420D48D-6FF2-D840-446B-05DB37282CB9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0363" y="4042843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75" name="Picture 74">
              <a:extLst>
                <a:ext uri="{FF2B5EF4-FFF2-40B4-BE49-F238E27FC236}">
                  <a16:creationId xmlns:a16="http://schemas.microsoft.com/office/drawing/2014/main" id="{818B09EF-1247-119B-9F73-AC924140BB20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75529" y="168816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6" name="Picture 75">
              <a:extLst>
                <a:ext uri="{FF2B5EF4-FFF2-40B4-BE49-F238E27FC236}">
                  <a16:creationId xmlns:a16="http://schemas.microsoft.com/office/drawing/2014/main" id="{AE69244E-28D6-9D79-359B-7E9ABD51CA4F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1701290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7" name="Picture 76">
              <a:extLst>
                <a:ext uri="{FF2B5EF4-FFF2-40B4-BE49-F238E27FC236}">
                  <a16:creationId xmlns:a16="http://schemas.microsoft.com/office/drawing/2014/main" id="{9CC2D042-AB5C-07B8-03D1-EF224B5FEFA7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0638" y="326660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8" name="Picture 77">
              <a:extLst>
                <a:ext uri="{FF2B5EF4-FFF2-40B4-BE49-F238E27FC236}">
                  <a16:creationId xmlns:a16="http://schemas.microsoft.com/office/drawing/2014/main" id="{E6D1C8B0-E834-523E-C285-C490CF8ED765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29426" y="326189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9" name="Picture 78">
              <a:extLst>
                <a:ext uri="{FF2B5EF4-FFF2-40B4-BE49-F238E27FC236}">
                  <a16:creationId xmlns:a16="http://schemas.microsoft.com/office/drawing/2014/main" id="{779ADE85-E258-7992-1182-92013C1AAD69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86357" y="404643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0" name="Picture 79">
              <a:extLst>
                <a:ext uri="{FF2B5EF4-FFF2-40B4-BE49-F238E27FC236}">
                  <a16:creationId xmlns:a16="http://schemas.microsoft.com/office/drawing/2014/main" id="{91CC9250-66A4-892E-C899-6E016193A73E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0073" y="3256669"/>
              <a:ext cx="731520" cy="731520"/>
            </a:xfrm>
            <a:prstGeom prst="rect">
              <a:avLst/>
            </a:prstGeom>
            <a:ln w="38100">
              <a:solidFill>
                <a:srgbClr val="FF0000"/>
              </a:solidFill>
            </a:ln>
            <a:effectLst>
              <a:softEdge rad="0"/>
            </a:effectLst>
          </p:spPr>
        </p:pic>
        <p:pic>
          <p:nvPicPr>
            <p:cNvPr id="81" name="Picture 80">
              <a:extLst>
                <a:ext uri="{FF2B5EF4-FFF2-40B4-BE49-F238E27FC236}">
                  <a16:creationId xmlns:a16="http://schemas.microsoft.com/office/drawing/2014/main" id="{560A85B6-66FA-AF40-C966-7B073A6CE1C0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53563" y="169784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2" name="Picture 81">
              <a:extLst>
                <a:ext uri="{FF2B5EF4-FFF2-40B4-BE49-F238E27FC236}">
                  <a16:creationId xmlns:a16="http://schemas.microsoft.com/office/drawing/2014/main" id="{C45B8D86-17E0-1EFF-8BB2-96063BED0C52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0164" y="247228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3" name="Picture 82">
              <a:extLst>
                <a:ext uri="{FF2B5EF4-FFF2-40B4-BE49-F238E27FC236}">
                  <a16:creationId xmlns:a16="http://schemas.microsoft.com/office/drawing/2014/main" id="{EB1A3A45-316B-E6A6-C120-66451EF87FB6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2045" y="4833601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4" name="Picture 83">
              <a:extLst>
                <a:ext uri="{FF2B5EF4-FFF2-40B4-BE49-F238E27FC236}">
                  <a16:creationId xmlns:a16="http://schemas.microsoft.com/office/drawing/2014/main" id="{F67CA7F6-7D6D-A266-477A-6442EAFE36E4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4720" y="483714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5" name="Picture 84">
              <a:extLst>
                <a:ext uri="{FF2B5EF4-FFF2-40B4-BE49-F238E27FC236}">
                  <a16:creationId xmlns:a16="http://schemas.microsoft.com/office/drawing/2014/main" id="{B5059949-2EDD-740D-66FD-D021E7B65360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90779" y="168131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6" name="Picture 85">
              <a:extLst>
                <a:ext uri="{FF2B5EF4-FFF2-40B4-BE49-F238E27FC236}">
                  <a16:creationId xmlns:a16="http://schemas.microsoft.com/office/drawing/2014/main" id="{61AA2FBB-79DE-F230-85E0-B21B01C39031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95426" y="246820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7" name="Picture 86">
              <a:extLst>
                <a:ext uri="{FF2B5EF4-FFF2-40B4-BE49-F238E27FC236}">
                  <a16:creationId xmlns:a16="http://schemas.microsoft.com/office/drawing/2014/main" id="{CDDC94BA-728E-0080-2B35-5048161F2EDB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0901" y="167908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8" name="Picture 87">
              <a:extLst>
                <a:ext uri="{FF2B5EF4-FFF2-40B4-BE49-F238E27FC236}">
                  <a16:creationId xmlns:a16="http://schemas.microsoft.com/office/drawing/2014/main" id="{4797EE3D-5E4D-97CA-522A-04A90B3D9837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2484368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9" name="Picture 88">
              <a:extLst>
                <a:ext uri="{FF2B5EF4-FFF2-40B4-BE49-F238E27FC236}">
                  <a16:creationId xmlns:a16="http://schemas.microsoft.com/office/drawing/2014/main" id="{93E6BAC9-3F66-57CD-736A-71C3C40AAD84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3267446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0" name="Picture 89">
              <a:extLst>
                <a:ext uri="{FF2B5EF4-FFF2-40B4-BE49-F238E27FC236}">
                  <a16:creationId xmlns:a16="http://schemas.microsoft.com/office/drawing/2014/main" id="{E0CDA3A9-2E2B-BF88-2D75-85AA5FD5D8C2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4369" y="4050524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1" name="Picture 90">
              <a:extLst>
                <a:ext uri="{FF2B5EF4-FFF2-40B4-BE49-F238E27FC236}">
                  <a16:creationId xmlns:a16="http://schemas.microsoft.com/office/drawing/2014/main" id="{2AEE3500-B354-B6D1-6E24-3F7E93254738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98785" y="326353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2" name="Picture 91">
              <a:extLst>
                <a:ext uri="{FF2B5EF4-FFF2-40B4-BE49-F238E27FC236}">
                  <a16:creationId xmlns:a16="http://schemas.microsoft.com/office/drawing/2014/main" id="{11A3FAE4-E1D8-8083-6D0D-34DF956F0D39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87473" y="4838914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3" name="Picture 92">
              <a:extLst>
                <a:ext uri="{FF2B5EF4-FFF2-40B4-BE49-F238E27FC236}">
                  <a16:creationId xmlns:a16="http://schemas.microsoft.com/office/drawing/2014/main" id="{F81BE286-4AA3-1629-1C50-6E1CF563003C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9366" y="404643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4" name="Picture 93">
              <a:extLst>
                <a:ext uri="{FF2B5EF4-FFF2-40B4-BE49-F238E27FC236}">
                  <a16:creationId xmlns:a16="http://schemas.microsoft.com/office/drawing/2014/main" id="{9870EDEC-1749-C7FE-96F2-057473D1AA8B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29426" y="4046439"/>
              <a:ext cx="734469" cy="731520"/>
            </a:xfrm>
            <a:prstGeom prst="rect">
              <a:avLst/>
            </a:prstGeom>
          </p:spPr>
        </p:pic>
        <p:pic>
          <p:nvPicPr>
            <p:cNvPr id="95" name="Picture 94">
              <a:extLst>
                <a:ext uri="{FF2B5EF4-FFF2-40B4-BE49-F238E27FC236}">
                  <a16:creationId xmlns:a16="http://schemas.microsoft.com/office/drawing/2014/main" id="{D0B8F477-AC39-D03C-13B8-969B506A7C34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1638" y="4840684"/>
              <a:ext cx="731520" cy="731520"/>
            </a:xfrm>
            <a:prstGeom prst="rect">
              <a:avLst/>
            </a:prstGeom>
          </p:spPr>
        </p:pic>
        <p:pic>
          <p:nvPicPr>
            <p:cNvPr id="96" name="Picture 95">
              <a:extLst>
                <a:ext uri="{FF2B5EF4-FFF2-40B4-BE49-F238E27FC236}">
                  <a16:creationId xmlns:a16="http://schemas.microsoft.com/office/drawing/2014/main" id="{EAC455DF-4148-EA6B-88BE-D296807A0ED9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22043" y="2475851"/>
              <a:ext cx="731520" cy="731520"/>
            </a:xfrm>
            <a:prstGeom prst="rect">
              <a:avLst/>
            </a:prstGeom>
          </p:spPr>
        </p:pic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11C76B04-7891-6F5D-1112-1CB80AE6CDB3}"/>
              </a:ext>
            </a:extLst>
          </p:cNvPr>
          <p:cNvSpPr txBox="1"/>
          <p:nvPr/>
        </p:nvSpPr>
        <p:spPr>
          <a:xfrm>
            <a:off x="2017817" y="3714118"/>
            <a:ext cx="5629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0000"/>
                </a:highlight>
              </a:rPr>
              <a:t>*RP</a:t>
            </a:r>
          </a:p>
        </p:txBody>
      </p:sp>
      <p:pic>
        <p:nvPicPr>
          <p:cNvPr id="2" name="Graphic 1" descr="Arrow Up with solid fill">
            <a:extLst>
              <a:ext uri="{FF2B5EF4-FFF2-40B4-BE49-F238E27FC236}">
                <a16:creationId xmlns:a16="http://schemas.microsoft.com/office/drawing/2014/main" id="{033CAB45-EE4C-5666-F9C8-E7E3D013DEC1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1958340" y="2923361"/>
            <a:ext cx="548640" cy="548640"/>
          </a:xfrm>
          <a:prstGeom prst="rect">
            <a:avLst/>
          </a:prstGeom>
        </p:spPr>
      </p:pic>
      <p:sp>
        <p:nvSpPr>
          <p:cNvPr id="4" name="Subtitle 2">
            <a:extLst>
              <a:ext uri="{FF2B5EF4-FFF2-40B4-BE49-F238E27FC236}">
                <a16:creationId xmlns:a16="http://schemas.microsoft.com/office/drawing/2014/main" id="{AECB399C-1CBF-A65F-AEA1-33054055ED98}"/>
              </a:ext>
            </a:extLst>
          </p:cNvPr>
          <p:cNvSpPr txBox="1">
            <a:spLocks/>
          </p:cNvSpPr>
          <p:nvPr/>
        </p:nvSpPr>
        <p:spPr>
          <a:xfrm>
            <a:off x="5255421" y="1366443"/>
            <a:ext cx="6562954" cy="33034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sz="25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6AB550F3-B1DB-C700-4FD5-DFD35ED015E6}"/>
              </a:ext>
            </a:extLst>
          </p:cNvPr>
          <p:cNvSpPr txBox="1">
            <a:spLocks/>
          </p:cNvSpPr>
          <p:nvPr/>
        </p:nvSpPr>
        <p:spPr>
          <a:xfrm>
            <a:off x="5534060" y="2366627"/>
            <a:ext cx="6562954" cy="33034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>
                <a:ln w="0"/>
              </a:rPr>
              <a:t>When the</a:t>
            </a: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b="1" dirty="0">
                <a:ln w="0"/>
                <a:solidFill>
                  <a:srgbClr val="00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Registered Direction </a:t>
            </a:r>
            <a:r>
              <a:rPr lang="en-US" dirty="0">
                <a:ln w="0"/>
              </a:rPr>
              <a:t>is North (up). The</a:t>
            </a:r>
            <a:r>
              <a:rPr lang="en-US" b="1" dirty="0">
                <a:ln w="0"/>
                <a:solidFill>
                  <a:srgbClr val="FF0000"/>
                </a:solidFill>
              </a:rPr>
              <a:t> </a:t>
            </a:r>
            <a:r>
              <a:rPr lang="en-US" b="1" dirty="0">
                <a:ln w="0"/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Actual Password to Click (*PW)</a:t>
            </a:r>
            <a:r>
              <a:rPr lang="en-US" b="1" dirty="0">
                <a:ln w="0"/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>
                <a:ln w="0"/>
              </a:rPr>
              <a:t>is at North (up) </a:t>
            </a:r>
            <a:r>
              <a:rPr lang="en-US" b="1" dirty="0">
                <a:ln w="0"/>
                <a:solidFill>
                  <a:srgbClr val="FF0000"/>
                </a:solidFill>
              </a:rPr>
              <a:t>of Registered Password (*RP).</a:t>
            </a:r>
            <a:endParaRPr lang="en-US" dirty="0">
              <a:ln w="0"/>
            </a:endParaRPr>
          </a:p>
          <a:p>
            <a:pPr algn="l"/>
            <a:endParaRPr lang="en-US" b="1" dirty="0">
              <a:ln w="0"/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BDDCAFB-F955-A2C5-412A-0EF8BF9C3A58}"/>
              </a:ext>
            </a:extLst>
          </p:cNvPr>
          <p:cNvGrpSpPr/>
          <p:nvPr/>
        </p:nvGrpSpPr>
        <p:grpSpPr>
          <a:xfrm>
            <a:off x="9732154" y="134719"/>
            <a:ext cx="2349432" cy="1058311"/>
            <a:chOff x="9109249" y="499604"/>
            <a:chExt cx="2349432" cy="1058311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BF8E3475-69C1-F7AB-71E1-F9EA85CD9B42}"/>
                </a:ext>
              </a:extLst>
            </p:cNvPr>
            <p:cNvGrpSpPr/>
            <p:nvPr/>
          </p:nvGrpSpPr>
          <p:grpSpPr>
            <a:xfrm>
              <a:off x="9109249" y="499604"/>
              <a:ext cx="2349432" cy="731520"/>
              <a:chOff x="9069920" y="290264"/>
              <a:chExt cx="2349432" cy="731520"/>
            </a:xfrm>
          </p:grpSpPr>
          <p:pic>
            <p:nvPicPr>
              <p:cNvPr id="13" name="Picture 12">
                <a:extLst>
                  <a:ext uri="{FF2B5EF4-FFF2-40B4-BE49-F238E27FC236}">
                    <a16:creationId xmlns:a16="http://schemas.microsoft.com/office/drawing/2014/main" id="{9EA67118-8F32-0DF7-ACA6-91AEB970642D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069920" y="290264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C5FD205B-C7F9-FD06-27CA-A69B85F8BD5D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878876" y="290264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8BCD2BCE-B473-9962-E213-672059162D0C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687832" y="290264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</p:grp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256CC940-7E3C-C6CB-D270-4B7F65B5A49C}"/>
                </a:ext>
              </a:extLst>
            </p:cNvPr>
            <p:cNvSpPr txBox="1"/>
            <p:nvPr/>
          </p:nvSpPr>
          <p:spPr>
            <a:xfrm>
              <a:off x="9137416" y="1219926"/>
              <a:ext cx="675185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500" dirty="0"/>
                <a:t>South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16906DCA-1007-20FC-EAA8-BD1DDB79C5AC}"/>
                </a:ext>
              </a:extLst>
            </p:cNvPr>
            <p:cNvSpPr txBox="1"/>
            <p:nvPr/>
          </p:nvSpPr>
          <p:spPr>
            <a:xfrm>
              <a:off x="10024556" y="1231124"/>
              <a:ext cx="549446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500" dirty="0"/>
                <a:t>East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57811F5-4775-473D-F2AF-FFF86241672C}"/>
                </a:ext>
              </a:extLst>
            </p:cNvPr>
            <p:cNvSpPr txBox="1"/>
            <p:nvPr/>
          </p:nvSpPr>
          <p:spPr>
            <a:xfrm>
              <a:off x="10785957" y="1234750"/>
              <a:ext cx="606705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500" dirty="0"/>
                <a:t>West</a:t>
              </a:r>
            </a:p>
          </p:txBody>
        </p:sp>
      </p:grpSp>
      <p:pic>
        <p:nvPicPr>
          <p:cNvPr id="16" name="Picture 15">
            <a:extLst>
              <a:ext uri="{FF2B5EF4-FFF2-40B4-BE49-F238E27FC236}">
                <a16:creationId xmlns:a16="http://schemas.microsoft.com/office/drawing/2014/main" id="{C9E646AB-2FE2-3016-D152-2D6499B0237A}"/>
              </a:ext>
            </a:extLst>
          </p:cNvPr>
          <p:cNvPicPr preferRelativeResize="0">
            <a:picLocks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56610" y="136343"/>
            <a:ext cx="731520" cy="731520"/>
          </a:xfrm>
          <a:prstGeom prst="rect">
            <a:avLst/>
          </a:prstGeom>
          <a:effectLst>
            <a:softEdge rad="0"/>
          </a:effec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330DF072-2AF8-4AC4-C8E3-87BCB9640945}"/>
              </a:ext>
            </a:extLst>
          </p:cNvPr>
          <p:cNvSpPr txBox="1"/>
          <p:nvPr/>
        </p:nvSpPr>
        <p:spPr>
          <a:xfrm>
            <a:off x="3128975" y="856666"/>
            <a:ext cx="659155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dirty="0"/>
              <a:t>North</a:t>
            </a: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860F8EA2-0F85-4FBF-C2F3-2EFDE9CFB8AB}"/>
              </a:ext>
            </a:extLst>
          </p:cNvPr>
          <p:cNvSpPr txBox="1">
            <a:spLocks/>
          </p:cNvSpPr>
          <p:nvPr/>
        </p:nvSpPr>
        <p:spPr>
          <a:xfrm>
            <a:off x="-1" y="65893"/>
            <a:ext cx="2979175" cy="5982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Tutorial 1: Normal Case</a:t>
            </a:r>
          </a:p>
          <a:p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First Image </a:t>
            </a:r>
          </a:p>
        </p:txBody>
      </p:sp>
    </p:spTree>
    <p:extLst>
      <p:ext uri="{BB962C8B-B14F-4D97-AF65-F5344CB8AC3E}">
        <p14:creationId xmlns:p14="http://schemas.microsoft.com/office/powerpoint/2010/main" val="41792551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746319-7023-CD52-8839-A63E684756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" name="Group 70">
            <a:extLst>
              <a:ext uri="{FF2B5EF4-FFF2-40B4-BE49-F238E27FC236}">
                <a16:creationId xmlns:a16="http://schemas.microsoft.com/office/drawing/2014/main" id="{56B01ACA-0752-04C8-27A3-22755A002C02}"/>
              </a:ext>
            </a:extLst>
          </p:cNvPr>
          <p:cNvGrpSpPr/>
          <p:nvPr/>
        </p:nvGrpSpPr>
        <p:grpSpPr>
          <a:xfrm>
            <a:off x="965426" y="1709246"/>
            <a:ext cx="3859863" cy="3893119"/>
            <a:chOff x="6929426" y="1679085"/>
            <a:chExt cx="3859863" cy="3893119"/>
          </a:xfrm>
        </p:grpSpPr>
        <p:pic>
          <p:nvPicPr>
            <p:cNvPr id="72" name="Picture 71">
              <a:extLst>
                <a:ext uri="{FF2B5EF4-FFF2-40B4-BE49-F238E27FC236}">
                  <a16:creationId xmlns:a16="http://schemas.microsoft.com/office/drawing/2014/main" id="{925B5FD1-28A7-668E-EC2D-D31E7493366E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53563" y="2482227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3" name="Picture 72">
              <a:extLst>
                <a:ext uri="{FF2B5EF4-FFF2-40B4-BE49-F238E27FC236}">
                  <a16:creationId xmlns:a16="http://schemas.microsoft.com/office/drawing/2014/main" id="{1B0B24ED-55D4-0F7B-A6E6-EFB32D6127F3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4369" y="4833601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4" name="Picture 73">
              <a:extLst>
                <a:ext uri="{FF2B5EF4-FFF2-40B4-BE49-F238E27FC236}">
                  <a16:creationId xmlns:a16="http://schemas.microsoft.com/office/drawing/2014/main" id="{BFEEE086-5764-B299-83EC-95A69CAAFBDA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0363" y="4042843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75" name="Picture 74">
              <a:extLst>
                <a:ext uri="{FF2B5EF4-FFF2-40B4-BE49-F238E27FC236}">
                  <a16:creationId xmlns:a16="http://schemas.microsoft.com/office/drawing/2014/main" id="{D76BE331-68E9-3ABC-F4D8-285D177BE26C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75529" y="168816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6" name="Picture 75">
              <a:extLst>
                <a:ext uri="{FF2B5EF4-FFF2-40B4-BE49-F238E27FC236}">
                  <a16:creationId xmlns:a16="http://schemas.microsoft.com/office/drawing/2014/main" id="{22BF1924-5985-4FE1-0550-D407E717E370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1701290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7" name="Picture 76">
              <a:extLst>
                <a:ext uri="{FF2B5EF4-FFF2-40B4-BE49-F238E27FC236}">
                  <a16:creationId xmlns:a16="http://schemas.microsoft.com/office/drawing/2014/main" id="{45DA2EA9-B75C-AB5B-9FA2-E32425D87B72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0638" y="326660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8" name="Picture 77">
              <a:extLst>
                <a:ext uri="{FF2B5EF4-FFF2-40B4-BE49-F238E27FC236}">
                  <a16:creationId xmlns:a16="http://schemas.microsoft.com/office/drawing/2014/main" id="{88F102AD-B1E0-2D2C-E902-5671D6CD4EFD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29426" y="326189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9" name="Picture 78">
              <a:extLst>
                <a:ext uri="{FF2B5EF4-FFF2-40B4-BE49-F238E27FC236}">
                  <a16:creationId xmlns:a16="http://schemas.microsoft.com/office/drawing/2014/main" id="{490EF08E-E524-077F-AD14-28329C915575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86357" y="404643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0" name="Picture 79">
              <a:extLst>
                <a:ext uri="{FF2B5EF4-FFF2-40B4-BE49-F238E27FC236}">
                  <a16:creationId xmlns:a16="http://schemas.microsoft.com/office/drawing/2014/main" id="{6CAA31E0-F160-C38F-A4FB-775CB8CA2166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0073" y="3256669"/>
              <a:ext cx="731520" cy="731520"/>
            </a:xfrm>
            <a:prstGeom prst="rect">
              <a:avLst/>
            </a:prstGeom>
            <a:ln w="38100">
              <a:solidFill>
                <a:srgbClr val="FF0000"/>
              </a:solidFill>
            </a:ln>
            <a:effectLst>
              <a:softEdge rad="0"/>
            </a:effectLst>
          </p:spPr>
        </p:pic>
        <p:pic>
          <p:nvPicPr>
            <p:cNvPr id="81" name="Picture 80">
              <a:extLst>
                <a:ext uri="{FF2B5EF4-FFF2-40B4-BE49-F238E27FC236}">
                  <a16:creationId xmlns:a16="http://schemas.microsoft.com/office/drawing/2014/main" id="{9E378D00-A572-39DE-665A-46A7C78548FD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53563" y="169784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2" name="Picture 81">
              <a:extLst>
                <a:ext uri="{FF2B5EF4-FFF2-40B4-BE49-F238E27FC236}">
                  <a16:creationId xmlns:a16="http://schemas.microsoft.com/office/drawing/2014/main" id="{33CBEF26-4828-BF2F-FD02-B1B1D8009F58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0164" y="247228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3" name="Picture 82">
              <a:extLst>
                <a:ext uri="{FF2B5EF4-FFF2-40B4-BE49-F238E27FC236}">
                  <a16:creationId xmlns:a16="http://schemas.microsoft.com/office/drawing/2014/main" id="{A50547DB-9EEA-4A48-B13C-DBDFE4D7AD6D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2045" y="4833601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4" name="Picture 83">
              <a:extLst>
                <a:ext uri="{FF2B5EF4-FFF2-40B4-BE49-F238E27FC236}">
                  <a16:creationId xmlns:a16="http://schemas.microsoft.com/office/drawing/2014/main" id="{B65405EF-51D0-C9AE-DE7E-ADD10EE7DE83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4720" y="483714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5" name="Picture 84">
              <a:extLst>
                <a:ext uri="{FF2B5EF4-FFF2-40B4-BE49-F238E27FC236}">
                  <a16:creationId xmlns:a16="http://schemas.microsoft.com/office/drawing/2014/main" id="{8ACFEC26-E0AD-5F74-E2AB-C195C8B027C9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90779" y="168131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6" name="Picture 85">
              <a:extLst>
                <a:ext uri="{FF2B5EF4-FFF2-40B4-BE49-F238E27FC236}">
                  <a16:creationId xmlns:a16="http://schemas.microsoft.com/office/drawing/2014/main" id="{E2FD5BF9-63D4-E2D7-FFBB-ED4DD804620B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95426" y="246820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7" name="Picture 86">
              <a:extLst>
                <a:ext uri="{FF2B5EF4-FFF2-40B4-BE49-F238E27FC236}">
                  <a16:creationId xmlns:a16="http://schemas.microsoft.com/office/drawing/2014/main" id="{15EA339D-C7AF-D3E1-1D08-2BA3777FB4E3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0901" y="167908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8" name="Picture 87">
              <a:extLst>
                <a:ext uri="{FF2B5EF4-FFF2-40B4-BE49-F238E27FC236}">
                  <a16:creationId xmlns:a16="http://schemas.microsoft.com/office/drawing/2014/main" id="{7C2B90A4-E328-543D-8EB8-40D6AC434F15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2484368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9" name="Picture 88">
              <a:extLst>
                <a:ext uri="{FF2B5EF4-FFF2-40B4-BE49-F238E27FC236}">
                  <a16:creationId xmlns:a16="http://schemas.microsoft.com/office/drawing/2014/main" id="{10450591-2CAB-2E99-30C5-787F8209FB53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3267446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0" name="Picture 89">
              <a:extLst>
                <a:ext uri="{FF2B5EF4-FFF2-40B4-BE49-F238E27FC236}">
                  <a16:creationId xmlns:a16="http://schemas.microsoft.com/office/drawing/2014/main" id="{DF869C6D-5A46-1527-ED60-F2A94F2755FF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4369" y="4050524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1" name="Picture 90">
              <a:extLst>
                <a:ext uri="{FF2B5EF4-FFF2-40B4-BE49-F238E27FC236}">
                  <a16:creationId xmlns:a16="http://schemas.microsoft.com/office/drawing/2014/main" id="{FCAD5833-D975-F3F4-87D4-F3DA66E81B54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98785" y="326353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2" name="Picture 91">
              <a:extLst>
                <a:ext uri="{FF2B5EF4-FFF2-40B4-BE49-F238E27FC236}">
                  <a16:creationId xmlns:a16="http://schemas.microsoft.com/office/drawing/2014/main" id="{69FCCAC3-2A45-D04D-391E-DD1BC41BBCDD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87473" y="4838914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3" name="Picture 92">
              <a:extLst>
                <a:ext uri="{FF2B5EF4-FFF2-40B4-BE49-F238E27FC236}">
                  <a16:creationId xmlns:a16="http://schemas.microsoft.com/office/drawing/2014/main" id="{5D992859-AD87-7445-AFA3-DC1CD270B469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9366" y="404643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4" name="Picture 93">
              <a:extLst>
                <a:ext uri="{FF2B5EF4-FFF2-40B4-BE49-F238E27FC236}">
                  <a16:creationId xmlns:a16="http://schemas.microsoft.com/office/drawing/2014/main" id="{9789C3A3-DA52-77AD-CF6B-D684FA5F81B6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29426" y="4046439"/>
              <a:ext cx="734469" cy="731520"/>
            </a:xfrm>
            <a:prstGeom prst="rect">
              <a:avLst/>
            </a:prstGeom>
          </p:spPr>
        </p:pic>
        <p:pic>
          <p:nvPicPr>
            <p:cNvPr id="95" name="Picture 94">
              <a:extLst>
                <a:ext uri="{FF2B5EF4-FFF2-40B4-BE49-F238E27FC236}">
                  <a16:creationId xmlns:a16="http://schemas.microsoft.com/office/drawing/2014/main" id="{21B6B418-66BF-25B3-DB92-DF911567ECD1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1638" y="4840684"/>
              <a:ext cx="731520" cy="731520"/>
            </a:xfrm>
            <a:prstGeom prst="rect">
              <a:avLst/>
            </a:prstGeom>
          </p:spPr>
        </p:pic>
        <p:pic>
          <p:nvPicPr>
            <p:cNvPr id="96" name="Picture 95">
              <a:extLst>
                <a:ext uri="{FF2B5EF4-FFF2-40B4-BE49-F238E27FC236}">
                  <a16:creationId xmlns:a16="http://schemas.microsoft.com/office/drawing/2014/main" id="{E8EABDCE-3AAD-B337-120D-A0E803106425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22043" y="2475851"/>
              <a:ext cx="731520" cy="731520"/>
            </a:xfrm>
            <a:prstGeom prst="rect">
              <a:avLst/>
            </a:prstGeom>
          </p:spPr>
        </p:pic>
      </p:grpSp>
      <p:sp>
        <p:nvSpPr>
          <p:cNvPr id="3" name="Subtitle 2">
            <a:extLst>
              <a:ext uri="{FF2B5EF4-FFF2-40B4-BE49-F238E27FC236}">
                <a16:creationId xmlns:a16="http://schemas.microsoft.com/office/drawing/2014/main" id="{BB92BC82-F3A3-4C7A-B53F-EBE13D2A6B37}"/>
              </a:ext>
            </a:extLst>
          </p:cNvPr>
          <p:cNvSpPr txBox="1">
            <a:spLocks/>
          </p:cNvSpPr>
          <p:nvPr/>
        </p:nvSpPr>
        <p:spPr>
          <a:xfrm>
            <a:off x="-1" y="65893"/>
            <a:ext cx="2979175" cy="5982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Tutorial 1: Normal Case</a:t>
            </a:r>
          </a:p>
          <a:p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First Image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3921549-8607-DCFB-0E26-57A39FB0197A}"/>
              </a:ext>
            </a:extLst>
          </p:cNvPr>
          <p:cNvSpPr txBox="1"/>
          <p:nvPr/>
        </p:nvSpPr>
        <p:spPr>
          <a:xfrm>
            <a:off x="2017817" y="3714118"/>
            <a:ext cx="5629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0000"/>
                </a:highlight>
              </a:rPr>
              <a:t>*RP</a:t>
            </a:r>
          </a:p>
        </p:txBody>
      </p:sp>
      <p:pic>
        <p:nvPicPr>
          <p:cNvPr id="2" name="Graphic 1" descr="Arrow Up with solid fill">
            <a:extLst>
              <a:ext uri="{FF2B5EF4-FFF2-40B4-BE49-F238E27FC236}">
                <a16:creationId xmlns:a16="http://schemas.microsoft.com/office/drawing/2014/main" id="{F666CC29-14F1-8195-C6CF-6F285572B29A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1958340" y="2923361"/>
            <a:ext cx="548640" cy="548640"/>
          </a:xfrm>
          <a:prstGeom prst="rect">
            <a:avLst/>
          </a:prstGeom>
        </p:spPr>
      </p:pic>
      <p:sp>
        <p:nvSpPr>
          <p:cNvPr id="4" name="Subtitle 2">
            <a:extLst>
              <a:ext uri="{FF2B5EF4-FFF2-40B4-BE49-F238E27FC236}">
                <a16:creationId xmlns:a16="http://schemas.microsoft.com/office/drawing/2014/main" id="{D1A17F9B-E988-8617-705F-143D858DF1FA}"/>
              </a:ext>
            </a:extLst>
          </p:cNvPr>
          <p:cNvSpPr txBox="1">
            <a:spLocks/>
          </p:cNvSpPr>
          <p:nvPr/>
        </p:nvSpPr>
        <p:spPr>
          <a:xfrm>
            <a:off x="5255421" y="1366443"/>
            <a:ext cx="6562954" cy="33034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sz="25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92B26805-DD31-1676-4586-9D9563DBE0F0}"/>
              </a:ext>
            </a:extLst>
          </p:cNvPr>
          <p:cNvSpPr txBox="1">
            <a:spLocks/>
          </p:cNvSpPr>
          <p:nvPr/>
        </p:nvSpPr>
        <p:spPr>
          <a:xfrm>
            <a:off x="5534060" y="2366627"/>
            <a:ext cx="6562954" cy="33034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>
                <a:ln w="0"/>
              </a:rPr>
              <a:t>So, the </a:t>
            </a:r>
            <a:r>
              <a:rPr lang="en-US" b="1" dirty="0">
                <a:ln w="0"/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*PW</a:t>
            </a:r>
            <a:r>
              <a:rPr lang="en-US" dirty="0">
                <a:ln w="0"/>
              </a:rPr>
              <a:t> is </a:t>
            </a:r>
          </a:p>
          <a:p>
            <a:pPr algn="l"/>
            <a:endParaRPr lang="en-US" b="1" dirty="0">
              <a:ln w="0"/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0C26A37-B04A-B39F-6401-1A431D92E754}"/>
              </a:ext>
            </a:extLst>
          </p:cNvPr>
          <p:cNvSpPr txBox="1"/>
          <p:nvPr/>
        </p:nvSpPr>
        <p:spPr>
          <a:xfrm>
            <a:off x="1922386" y="2465589"/>
            <a:ext cx="6284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0000"/>
                </a:highlight>
              </a:rPr>
              <a:t>*PW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417E23E-67A8-4C1D-2CE1-62EA593BBA6B}"/>
              </a:ext>
            </a:extLst>
          </p:cNvPr>
          <p:cNvPicPr preferRelativeResize="0">
            <a:picLocks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32243" y="2440766"/>
            <a:ext cx="731520" cy="731520"/>
          </a:xfrm>
          <a:prstGeom prst="rect">
            <a:avLst/>
          </a:prstGeom>
          <a:effectLst>
            <a:softEdge rad="0"/>
          </a:effectLst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7DAF2760-8DEA-7ECC-8069-87459CD106A7}"/>
              </a:ext>
            </a:extLst>
          </p:cNvPr>
          <p:cNvGrpSpPr/>
          <p:nvPr/>
        </p:nvGrpSpPr>
        <p:grpSpPr>
          <a:xfrm>
            <a:off x="3056610" y="134719"/>
            <a:ext cx="9024976" cy="1058311"/>
            <a:chOff x="2433705" y="499604"/>
            <a:chExt cx="9024976" cy="1058311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825C1560-9B91-10A9-0530-D60073FB5E78}"/>
                </a:ext>
              </a:extLst>
            </p:cNvPr>
            <p:cNvGrpSpPr/>
            <p:nvPr/>
          </p:nvGrpSpPr>
          <p:grpSpPr>
            <a:xfrm>
              <a:off x="2433705" y="499604"/>
              <a:ext cx="9024976" cy="733144"/>
              <a:chOff x="2394376" y="290264"/>
              <a:chExt cx="9024976" cy="733144"/>
            </a:xfrm>
          </p:grpSpPr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3C529223-4654-5468-DEC8-A8DDBDE701CC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394376" y="291888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997EE363-4595-D1FA-4F86-D0F21FF82240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069920" y="290264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59A34FBA-A949-D82A-C58C-36655357B6D9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878876" y="290264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17" name="Picture 16">
                <a:extLst>
                  <a:ext uri="{FF2B5EF4-FFF2-40B4-BE49-F238E27FC236}">
                    <a16:creationId xmlns:a16="http://schemas.microsoft.com/office/drawing/2014/main" id="{6A7ECF2E-9E98-5539-6722-F6B0362263DF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687832" y="290264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</p:grp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3DD5AD1E-CC2C-92A0-D093-7E40B42E5EAF}"/>
                </a:ext>
              </a:extLst>
            </p:cNvPr>
            <p:cNvSpPr txBox="1"/>
            <p:nvPr/>
          </p:nvSpPr>
          <p:spPr>
            <a:xfrm>
              <a:off x="2506070" y="1221551"/>
              <a:ext cx="659155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500" dirty="0"/>
                <a:t>North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554F5B0B-E09E-7555-7CCA-60C7614FF7DB}"/>
                </a:ext>
              </a:extLst>
            </p:cNvPr>
            <p:cNvSpPr txBox="1"/>
            <p:nvPr/>
          </p:nvSpPr>
          <p:spPr>
            <a:xfrm>
              <a:off x="9137416" y="1219926"/>
              <a:ext cx="675185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500" dirty="0"/>
                <a:t>South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E50F4F60-1FFE-5E98-2820-ED8DDA39F06D}"/>
                </a:ext>
              </a:extLst>
            </p:cNvPr>
            <p:cNvSpPr txBox="1"/>
            <p:nvPr/>
          </p:nvSpPr>
          <p:spPr>
            <a:xfrm>
              <a:off x="10024556" y="1231124"/>
              <a:ext cx="549446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500" dirty="0"/>
                <a:t>East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A6D8B458-D001-93C3-D742-D2F7EEDE0310}"/>
                </a:ext>
              </a:extLst>
            </p:cNvPr>
            <p:cNvSpPr txBox="1"/>
            <p:nvPr/>
          </p:nvSpPr>
          <p:spPr>
            <a:xfrm>
              <a:off x="10785957" y="1234750"/>
              <a:ext cx="606705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500" dirty="0"/>
                <a:t>West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241255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E326ED-EE66-EB23-529E-D531B47412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" name="Group 70">
            <a:extLst>
              <a:ext uri="{FF2B5EF4-FFF2-40B4-BE49-F238E27FC236}">
                <a16:creationId xmlns:a16="http://schemas.microsoft.com/office/drawing/2014/main" id="{C69451B0-0A8C-3E26-D40C-31246D4A36DE}"/>
              </a:ext>
            </a:extLst>
          </p:cNvPr>
          <p:cNvGrpSpPr/>
          <p:nvPr/>
        </p:nvGrpSpPr>
        <p:grpSpPr>
          <a:xfrm>
            <a:off x="965426" y="1709246"/>
            <a:ext cx="3859863" cy="3893119"/>
            <a:chOff x="6929426" y="1679085"/>
            <a:chExt cx="3859863" cy="3893119"/>
          </a:xfrm>
        </p:grpSpPr>
        <p:pic>
          <p:nvPicPr>
            <p:cNvPr id="72" name="Picture 71">
              <a:extLst>
                <a:ext uri="{FF2B5EF4-FFF2-40B4-BE49-F238E27FC236}">
                  <a16:creationId xmlns:a16="http://schemas.microsoft.com/office/drawing/2014/main" id="{BC734750-A184-52EA-EBCD-B796D58F4841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53563" y="2482227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3" name="Picture 72">
              <a:extLst>
                <a:ext uri="{FF2B5EF4-FFF2-40B4-BE49-F238E27FC236}">
                  <a16:creationId xmlns:a16="http://schemas.microsoft.com/office/drawing/2014/main" id="{841AFDB8-EFF7-E8C8-646A-A640225E9EFA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4369" y="4833601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4" name="Picture 73">
              <a:extLst>
                <a:ext uri="{FF2B5EF4-FFF2-40B4-BE49-F238E27FC236}">
                  <a16:creationId xmlns:a16="http://schemas.microsoft.com/office/drawing/2014/main" id="{68CBFA2B-E932-EF83-4EC7-3811288300CA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0363" y="4042843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75" name="Picture 74">
              <a:extLst>
                <a:ext uri="{FF2B5EF4-FFF2-40B4-BE49-F238E27FC236}">
                  <a16:creationId xmlns:a16="http://schemas.microsoft.com/office/drawing/2014/main" id="{CB227C63-0E4B-6F6A-1A4D-287D42FC1BF6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75529" y="168816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6" name="Picture 75">
              <a:extLst>
                <a:ext uri="{FF2B5EF4-FFF2-40B4-BE49-F238E27FC236}">
                  <a16:creationId xmlns:a16="http://schemas.microsoft.com/office/drawing/2014/main" id="{B49BAAF1-D0F1-F080-6C39-1671E036AC24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1701290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7" name="Picture 76">
              <a:extLst>
                <a:ext uri="{FF2B5EF4-FFF2-40B4-BE49-F238E27FC236}">
                  <a16:creationId xmlns:a16="http://schemas.microsoft.com/office/drawing/2014/main" id="{4EB0D036-DDDE-2DB8-7C50-A9ECE3DB5D00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0638" y="326660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8" name="Picture 77">
              <a:extLst>
                <a:ext uri="{FF2B5EF4-FFF2-40B4-BE49-F238E27FC236}">
                  <a16:creationId xmlns:a16="http://schemas.microsoft.com/office/drawing/2014/main" id="{8312BC56-CEEF-BDC1-D785-0C5E8C54162F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29426" y="326189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9" name="Picture 78">
              <a:extLst>
                <a:ext uri="{FF2B5EF4-FFF2-40B4-BE49-F238E27FC236}">
                  <a16:creationId xmlns:a16="http://schemas.microsoft.com/office/drawing/2014/main" id="{6E59837E-B0A4-0118-5C0F-3728A8253459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86357" y="4046439"/>
              <a:ext cx="731520" cy="731520"/>
            </a:xfrm>
            <a:prstGeom prst="rect">
              <a:avLst/>
            </a:prstGeom>
            <a:ln w="38100">
              <a:solidFill>
                <a:srgbClr val="FF0000"/>
              </a:solidFill>
            </a:ln>
            <a:effectLst>
              <a:softEdge rad="0"/>
            </a:effectLst>
          </p:spPr>
        </p:pic>
        <p:pic>
          <p:nvPicPr>
            <p:cNvPr id="80" name="Picture 79">
              <a:extLst>
                <a:ext uri="{FF2B5EF4-FFF2-40B4-BE49-F238E27FC236}">
                  <a16:creationId xmlns:a16="http://schemas.microsoft.com/office/drawing/2014/main" id="{8616F0AD-5E02-3641-F2D2-2F6831E7BA0B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0073" y="3256669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81" name="Picture 80">
              <a:extLst>
                <a:ext uri="{FF2B5EF4-FFF2-40B4-BE49-F238E27FC236}">
                  <a16:creationId xmlns:a16="http://schemas.microsoft.com/office/drawing/2014/main" id="{AD5FD3A6-0B14-BEE9-F9BF-9A9FD9C798A0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53563" y="169784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2" name="Picture 81">
              <a:extLst>
                <a:ext uri="{FF2B5EF4-FFF2-40B4-BE49-F238E27FC236}">
                  <a16:creationId xmlns:a16="http://schemas.microsoft.com/office/drawing/2014/main" id="{F5366A71-035E-1FD5-0685-C0C54AFAE7B4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0164" y="247228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3" name="Picture 82">
              <a:extLst>
                <a:ext uri="{FF2B5EF4-FFF2-40B4-BE49-F238E27FC236}">
                  <a16:creationId xmlns:a16="http://schemas.microsoft.com/office/drawing/2014/main" id="{4BF646F9-F337-95CF-07EA-B3F940B4DB5D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2045" y="4833601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4" name="Picture 83">
              <a:extLst>
                <a:ext uri="{FF2B5EF4-FFF2-40B4-BE49-F238E27FC236}">
                  <a16:creationId xmlns:a16="http://schemas.microsoft.com/office/drawing/2014/main" id="{1BE75CF5-C38E-585E-26A3-A8D67B99230D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4720" y="483714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5" name="Picture 84">
              <a:extLst>
                <a:ext uri="{FF2B5EF4-FFF2-40B4-BE49-F238E27FC236}">
                  <a16:creationId xmlns:a16="http://schemas.microsoft.com/office/drawing/2014/main" id="{0DECC580-6F13-3F2B-E7B6-0F054DDEA165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90779" y="168131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6" name="Picture 85">
              <a:extLst>
                <a:ext uri="{FF2B5EF4-FFF2-40B4-BE49-F238E27FC236}">
                  <a16:creationId xmlns:a16="http://schemas.microsoft.com/office/drawing/2014/main" id="{4809BA12-99F6-F0F1-831F-5D4FECFB89A5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95426" y="246820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7" name="Picture 86">
              <a:extLst>
                <a:ext uri="{FF2B5EF4-FFF2-40B4-BE49-F238E27FC236}">
                  <a16:creationId xmlns:a16="http://schemas.microsoft.com/office/drawing/2014/main" id="{AE4695F3-DFEB-68E6-B1C0-4DCC3D0889D9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0901" y="167908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8" name="Picture 87">
              <a:extLst>
                <a:ext uri="{FF2B5EF4-FFF2-40B4-BE49-F238E27FC236}">
                  <a16:creationId xmlns:a16="http://schemas.microsoft.com/office/drawing/2014/main" id="{B15C5958-FA7E-BB13-0A90-DF9B03A9E12D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2484368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9" name="Picture 88">
              <a:extLst>
                <a:ext uri="{FF2B5EF4-FFF2-40B4-BE49-F238E27FC236}">
                  <a16:creationId xmlns:a16="http://schemas.microsoft.com/office/drawing/2014/main" id="{933FDF57-E855-CD4D-1FD1-F530A2C1D6E1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3267446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0" name="Picture 89">
              <a:extLst>
                <a:ext uri="{FF2B5EF4-FFF2-40B4-BE49-F238E27FC236}">
                  <a16:creationId xmlns:a16="http://schemas.microsoft.com/office/drawing/2014/main" id="{BA26AE76-7429-8B8F-8388-E7EF97E97EB5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4369" y="4050524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1" name="Picture 90">
              <a:extLst>
                <a:ext uri="{FF2B5EF4-FFF2-40B4-BE49-F238E27FC236}">
                  <a16:creationId xmlns:a16="http://schemas.microsoft.com/office/drawing/2014/main" id="{88A92C0B-CD44-918B-35DF-5E47025D040F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98785" y="326353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2" name="Picture 91">
              <a:extLst>
                <a:ext uri="{FF2B5EF4-FFF2-40B4-BE49-F238E27FC236}">
                  <a16:creationId xmlns:a16="http://schemas.microsoft.com/office/drawing/2014/main" id="{88FAEA39-FB61-4E81-DFEC-18C4BBFC8946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87473" y="4838914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3" name="Picture 92">
              <a:extLst>
                <a:ext uri="{FF2B5EF4-FFF2-40B4-BE49-F238E27FC236}">
                  <a16:creationId xmlns:a16="http://schemas.microsoft.com/office/drawing/2014/main" id="{F582F232-2517-C461-2ED1-ECD10211621E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9366" y="404643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4" name="Picture 93">
              <a:extLst>
                <a:ext uri="{FF2B5EF4-FFF2-40B4-BE49-F238E27FC236}">
                  <a16:creationId xmlns:a16="http://schemas.microsoft.com/office/drawing/2014/main" id="{6325E677-3DD0-7412-C8BC-3CC5CEB093D6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29426" y="4046439"/>
              <a:ext cx="734469" cy="731520"/>
            </a:xfrm>
            <a:prstGeom prst="rect">
              <a:avLst/>
            </a:prstGeom>
          </p:spPr>
        </p:pic>
        <p:pic>
          <p:nvPicPr>
            <p:cNvPr id="95" name="Picture 94">
              <a:extLst>
                <a:ext uri="{FF2B5EF4-FFF2-40B4-BE49-F238E27FC236}">
                  <a16:creationId xmlns:a16="http://schemas.microsoft.com/office/drawing/2014/main" id="{39140AC3-4964-6C36-27B1-DBF8832334DF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1638" y="4840684"/>
              <a:ext cx="731520" cy="731520"/>
            </a:xfrm>
            <a:prstGeom prst="rect">
              <a:avLst/>
            </a:prstGeom>
          </p:spPr>
        </p:pic>
        <p:pic>
          <p:nvPicPr>
            <p:cNvPr id="96" name="Picture 95">
              <a:extLst>
                <a:ext uri="{FF2B5EF4-FFF2-40B4-BE49-F238E27FC236}">
                  <a16:creationId xmlns:a16="http://schemas.microsoft.com/office/drawing/2014/main" id="{C5089F44-2C74-E72F-52A8-AEB7ECDEC964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22043" y="2475851"/>
              <a:ext cx="731520" cy="731520"/>
            </a:xfrm>
            <a:prstGeom prst="rect">
              <a:avLst/>
            </a:prstGeom>
          </p:spPr>
        </p:pic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C049296F-382E-8CB1-6C61-F2146D33A338}"/>
              </a:ext>
            </a:extLst>
          </p:cNvPr>
          <p:cNvSpPr txBox="1"/>
          <p:nvPr/>
        </p:nvSpPr>
        <p:spPr>
          <a:xfrm>
            <a:off x="2779682" y="4048706"/>
            <a:ext cx="5629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0000"/>
                </a:highlight>
              </a:rPr>
              <a:t>*RP</a:t>
            </a:r>
          </a:p>
        </p:txBody>
      </p:sp>
      <p:pic>
        <p:nvPicPr>
          <p:cNvPr id="2" name="Graphic 1" descr="Arrow Up with solid fill">
            <a:extLst>
              <a:ext uri="{FF2B5EF4-FFF2-40B4-BE49-F238E27FC236}">
                <a16:creationId xmlns:a16="http://schemas.microsoft.com/office/drawing/2014/main" id="{1A354BCC-3BC1-8153-7C8B-A3882A3835E2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 rot="10800000">
            <a:off x="2675958" y="4585180"/>
            <a:ext cx="548640" cy="548640"/>
          </a:xfrm>
          <a:prstGeom prst="rect">
            <a:avLst/>
          </a:prstGeom>
        </p:spPr>
      </p:pic>
      <p:sp>
        <p:nvSpPr>
          <p:cNvPr id="4" name="Subtitle 2">
            <a:extLst>
              <a:ext uri="{FF2B5EF4-FFF2-40B4-BE49-F238E27FC236}">
                <a16:creationId xmlns:a16="http://schemas.microsoft.com/office/drawing/2014/main" id="{FB735172-1873-8B62-6EF8-21924D816EF8}"/>
              </a:ext>
            </a:extLst>
          </p:cNvPr>
          <p:cNvSpPr txBox="1">
            <a:spLocks/>
          </p:cNvSpPr>
          <p:nvPr/>
        </p:nvSpPr>
        <p:spPr>
          <a:xfrm>
            <a:off x="5255421" y="1366443"/>
            <a:ext cx="6562954" cy="33034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sz="25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E23ECA00-7BA4-94D4-B0C9-59106F84FC27}"/>
              </a:ext>
            </a:extLst>
          </p:cNvPr>
          <p:cNvSpPr txBox="1">
            <a:spLocks/>
          </p:cNvSpPr>
          <p:nvPr/>
        </p:nvSpPr>
        <p:spPr>
          <a:xfrm>
            <a:off x="5534060" y="2366627"/>
            <a:ext cx="6562954" cy="33034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>
                <a:ln w="0"/>
              </a:rPr>
              <a:t>When the</a:t>
            </a: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b="1" dirty="0">
                <a:ln w="0"/>
                <a:solidFill>
                  <a:srgbClr val="00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Registered Direction </a:t>
            </a:r>
            <a:r>
              <a:rPr lang="en-US" dirty="0">
                <a:ln w="0"/>
              </a:rPr>
              <a:t>is South (bottom). The</a:t>
            </a:r>
            <a:r>
              <a:rPr lang="en-US" b="1" dirty="0">
                <a:ln w="0"/>
                <a:solidFill>
                  <a:srgbClr val="FF0000"/>
                </a:solidFill>
              </a:rPr>
              <a:t> </a:t>
            </a:r>
            <a:r>
              <a:rPr lang="en-US" b="1" dirty="0">
                <a:ln w="0"/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Actual Password to Click (*PW)</a:t>
            </a:r>
            <a:r>
              <a:rPr lang="en-US" b="1" dirty="0">
                <a:ln w="0"/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>
                <a:ln w="0"/>
              </a:rPr>
              <a:t>is at South (bottom) </a:t>
            </a:r>
            <a:r>
              <a:rPr lang="en-US" b="1" dirty="0">
                <a:ln w="0"/>
                <a:solidFill>
                  <a:srgbClr val="FF0000"/>
                </a:solidFill>
              </a:rPr>
              <a:t>of Registered Password (*RP). </a:t>
            </a:r>
            <a:endParaRPr lang="en-US" dirty="0">
              <a:ln w="0"/>
            </a:endParaRPr>
          </a:p>
          <a:p>
            <a:pPr algn="l"/>
            <a:endParaRPr lang="en-US" b="1" dirty="0">
              <a:ln w="0"/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7633A6AD-AA93-FFE4-D4E5-F916D12E4F30}"/>
              </a:ext>
            </a:extLst>
          </p:cNvPr>
          <p:cNvSpPr txBox="1">
            <a:spLocks/>
          </p:cNvSpPr>
          <p:nvPr/>
        </p:nvSpPr>
        <p:spPr>
          <a:xfrm>
            <a:off x="-1" y="65893"/>
            <a:ext cx="2979175" cy="5982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Tutorial 1: Normal Case</a:t>
            </a:r>
          </a:p>
          <a:p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Second Image 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B4E4EFF0-D0BF-44CE-8651-29B47DE3366A}"/>
              </a:ext>
            </a:extLst>
          </p:cNvPr>
          <p:cNvGrpSpPr/>
          <p:nvPr/>
        </p:nvGrpSpPr>
        <p:grpSpPr>
          <a:xfrm>
            <a:off x="3085525" y="134719"/>
            <a:ext cx="8996061" cy="1058311"/>
            <a:chOff x="2462620" y="499604"/>
            <a:chExt cx="8996061" cy="1058311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3AA2AC8E-5405-77B6-EE52-D02CA5332C21}"/>
                </a:ext>
              </a:extLst>
            </p:cNvPr>
            <p:cNvGrpSpPr/>
            <p:nvPr/>
          </p:nvGrpSpPr>
          <p:grpSpPr>
            <a:xfrm>
              <a:off x="2462620" y="499604"/>
              <a:ext cx="8996061" cy="731520"/>
              <a:chOff x="2423291" y="290264"/>
              <a:chExt cx="8996061" cy="731520"/>
            </a:xfrm>
          </p:grpSpPr>
          <p:pic>
            <p:nvPicPr>
              <p:cNvPr id="23" name="Picture 22">
                <a:extLst>
                  <a:ext uri="{FF2B5EF4-FFF2-40B4-BE49-F238E27FC236}">
                    <a16:creationId xmlns:a16="http://schemas.microsoft.com/office/drawing/2014/main" id="{8B1ADA7F-D695-A582-374B-6C7940E60357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260964" y="290264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24" name="Picture 23">
                <a:extLst>
                  <a:ext uri="{FF2B5EF4-FFF2-40B4-BE49-F238E27FC236}">
                    <a16:creationId xmlns:a16="http://schemas.microsoft.com/office/drawing/2014/main" id="{17FD8843-D6E4-5945-D1DF-602F285FA637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423291" y="290264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25" name="Picture 24">
                <a:extLst>
                  <a:ext uri="{FF2B5EF4-FFF2-40B4-BE49-F238E27FC236}">
                    <a16:creationId xmlns:a16="http://schemas.microsoft.com/office/drawing/2014/main" id="{4A5D9300-98DA-7B39-D3B5-C34DE54BD196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878876" y="290264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26" name="Picture 25">
                <a:extLst>
                  <a:ext uri="{FF2B5EF4-FFF2-40B4-BE49-F238E27FC236}">
                    <a16:creationId xmlns:a16="http://schemas.microsoft.com/office/drawing/2014/main" id="{8B7E8285-BF0C-1188-BA92-7CB57891810D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687832" y="290264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</p:grp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E4E4C033-32F8-C340-1DF5-595D36DB6137}"/>
                </a:ext>
              </a:extLst>
            </p:cNvPr>
            <p:cNvSpPr txBox="1"/>
            <p:nvPr/>
          </p:nvSpPr>
          <p:spPr>
            <a:xfrm>
              <a:off x="8372658" y="1219927"/>
              <a:ext cx="659155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500" dirty="0"/>
                <a:t>North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5111C3BC-FBA6-9306-9C7B-8B2AA93BF363}"/>
                </a:ext>
              </a:extLst>
            </p:cNvPr>
            <p:cNvSpPr txBox="1"/>
            <p:nvPr/>
          </p:nvSpPr>
          <p:spPr>
            <a:xfrm>
              <a:off x="2490787" y="1219926"/>
              <a:ext cx="675185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500" dirty="0"/>
                <a:t>South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880D42CA-C939-3986-31AD-93036BD06CF7}"/>
                </a:ext>
              </a:extLst>
            </p:cNvPr>
            <p:cNvSpPr txBox="1"/>
            <p:nvPr/>
          </p:nvSpPr>
          <p:spPr>
            <a:xfrm>
              <a:off x="10024556" y="1231124"/>
              <a:ext cx="549446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500" dirty="0"/>
                <a:t>East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E7ED1CA6-437F-9C0E-3AEE-2765AED67DBF}"/>
                </a:ext>
              </a:extLst>
            </p:cNvPr>
            <p:cNvSpPr txBox="1"/>
            <p:nvPr/>
          </p:nvSpPr>
          <p:spPr>
            <a:xfrm>
              <a:off x="10785957" y="1234750"/>
              <a:ext cx="606705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500" dirty="0"/>
                <a:t>West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803544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1D86E6-EE9B-E090-34D3-CBEA9D191D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" name="Group 70">
            <a:extLst>
              <a:ext uri="{FF2B5EF4-FFF2-40B4-BE49-F238E27FC236}">
                <a16:creationId xmlns:a16="http://schemas.microsoft.com/office/drawing/2014/main" id="{B13B4A79-CF3F-F67B-7FF6-1A26CEF560AC}"/>
              </a:ext>
            </a:extLst>
          </p:cNvPr>
          <p:cNvGrpSpPr/>
          <p:nvPr/>
        </p:nvGrpSpPr>
        <p:grpSpPr>
          <a:xfrm>
            <a:off x="965426" y="1709246"/>
            <a:ext cx="3859863" cy="3893119"/>
            <a:chOff x="6929426" y="1679085"/>
            <a:chExt cx="3859863" cy="3893119"/>
          </a:xfrm>
        </p:grpSpPr>
        <p:pic>
          <p:nvPicPr>
            <p:cNvPr id="72" name="Picture 71">
              <a:extLst>
                <a:ext uri="{FF2B5EF4-FFF2-40B4-BE49-F238E27FC236}">
                  <a16:creationId xmlns:a16="http://schemas.microsoft.com/office/drawing/2014/main" id="{55DB5AD0-C05D-552E-A12B-74297AFE2502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53563" y="2482227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3" name="Picture 72">
              <a:extLst>
                <a:ext uri="{FF2B5EF4-FFF2-40B4-BE49-F238E27FC236}">
                  <a16:creationId xmlns:a16="http://schemas.microsoft.com/office/drawing/2014/main" id="{1C7BF924-770C-B45D-E365-3EADB8856B9A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4369" y="4833601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4" name="Picture 73">
              <a:extLst>
                <a:ext uri="{FF2B5EF4-FFF2-40B4-BE49-F238E27FC236}">
                  <a16:creationId xmlns:a16="http://schemas.microsoft.com/office/drawing/2014/main" id="{9F05A0C0-FD40-4FCF-FA33-3939275716D8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0363" y="4042843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75" name="Picture 74">
              <a:extLst>
                <a:ext uri="{FF2B5EF4-FFF2-40B4-BE49-F238E27FC236}">
                  <a16:creationId xmlns:a16="http://schemas.microsoft.com/office/drawing/2014/main" id="{E5C880FF-60EE-D214-7047-07C3E870727D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75529" y="168816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6" name="Picture 75">
              <a:extLst>
                <a:ext uri="{FF2B5EF4-FFF2-40B4-BE49-F238E27FC236}">
                  <a16:creationId xmlns:a16="http://schemas.microsoft.com/office/drawing/2014/main" id="{93CEFF9C-6C44-3DFC-AEC7-67DC93F438E7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1701290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7" name="Picture 76">
              <a:extLst>
                <a:ext uri="{FF2B5EF4-FFF2-40B4-BE49-F238E27FC236}">
                  <a16:creationId xmlns:a16="http://schemas.microsoft.com/office/drawing/2014/main" id="{FF7B3FE1-B53A-AD47-6274-66BDFCF6C95E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0638" y="326660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8" name="Picture 77">
              <a:extLst>
                <a:ext uri="{FF2B5EF4-FFF2-40B4-BE49-F238E27FC236}">
                  <a16:creationId xmlns:a16="http://schemas.microsoft.com/office/drawing/2014/main" id="{9CED3052-7727-4DB7-260F-05E7E91D1CBF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29426" y="326189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9" name="Picture 78">
              <a:extLst>
                <a:ext uri="{FF2B5EF4-FFF2-40B4-BE49-F238E27FC236}">
                  <a16:creationId xmlns:a16="http://schemas.microsoft.com/office/drawing/2014/main" id="{35D732EC-89F5-7893-4FFB-EAE90EF047AF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86357" y="4046439"/>
              <a:ext cx="731520" cy="731520"/>
            </a:xfrm>
            <a:prstGeom prst="rect">
              <a:avLst/>
            </a:prstGeom>
            <a:ln w="38100">
              <a:solidFill>
                <a:srgbClr val="FF0000"/>
              </a:solidFill>
            </a:ln>
            <a:effectLst>
              <a:softEdge rad="0"/>
            </a:effectLst>
          </p:spPr>
        </p:pic>
        <p:pic>
          <p:nvPicPr>
            <p:cNvPr id="80" name="Picture 79">
              <a:extLst>
                <a:ext uri="{FF2B5EF4-FFF2-40B4-BE49-F238E27FC236}">
                  <a16:creationId xmlns:a16="http://schemas.microsoft.com/office/drawing/2014/main" id="{6A11A1EF-1904-7230-F1F2-EF166158DF12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0073" y="3256669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81" name="Picture 80">
              <a:extLst>
                <a:ext uri="{FF2B5EF4-FFF2-40B4-BE49-F238E27FC236}">
                  <a16:creationId xmlns:a16="http://schemas.microsoft.com/office/drawing/2014/main" id="{7767B76E-616F-09E8-EF14-71E957FCB565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53563" y="169784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2" name="Picture 81">
              <a:extLst>
                <a:ext uri="{FF2B5EF4-FFF2-40B4-BE49-F238E27FC236}">
                  <a16:creationId xmlns:a16="http://schemas.microsoft.com/office/drawing/2014/main" id="{F543BCD9-CA37-CEBF-4A3D-EEAF26BB25E9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0164" y="247228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3" name="Picture 82">
              <a:extLst>
                <a:ext uri="{FF2B5EF4-FFF2-40B4-BE49-F238E27FC236}">
                  <a16:creationId xmlns:a16="http://schemas.microsoft.com/office/drawing/2014/main" id="{90446E33-613A-37B3-91F9-27EE62C8C0D9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2045" y="4833601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4" name="Picture 83">
              <a:extLst>
                <a:ext uri="{FF2B5EF4-FFF2-40B4-BE49-F238E27FC236}">
                  <a16:creationId xmlns:a16="http://schemas.microsoft.com/office/drawing/2014/main" id="{4D2E57CB-B251-D1EB-901E-803935574D62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4720" y="483714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5" name="Picture 84">
              <a:extLst>
                <a:ext uri="{FF2B5EF4-FFF2-40B4-BE49-F238E27FC236}">
                  <a16:creationId xmlns:a16="http://schemas.microsoft.com/office/drawing/2014/main" id="{55C442C6-B905-9574-68FB-CD6AD703CB55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90779" y="168131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6" name="Picture 85">
              <a:extLst>
                <a:ext uri="{FF2B5EF4-FFF2-40B4-BE49-F238E27FC236}">
                  <a16:creationId xmlns:a16="http://schemas.microsoft.com/office/drawing/2014/main" id="{F37246B5-3ADD-B20E-93D1-D849878C764E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95426" y="246820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7" name="Picture 86">
              <a:extLst>
                <a:ext uri="{FF2B5EF4-FFF2-40B4-BE49-F238E27FC236}">
                  <a16:creationId xmlns:a16="http://schemas.microsoft.com/office/drawing/2014/main" id="{3432A2FA-74A3-92F2-FEE1-50F401011030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0901" y="167908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8" name="Picture 87">
              <a:extLst>
                <a:ext uri="{FF2B5EF4-FFF2-40B4-BE49-F238E27FC236}">
                  <a16:creationId xmlns:a16="http://schemas.microsoft.com/office/drawing/2014/main" id="{2D004A69-987F-8965-F2F4-85D356A5AF07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2484368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9" name="Picture 88">
              <a:extLst>
                <a:ext uri="{FF2B5EF4-FFF2-40B4-BE49-F238E27FC236}">
                  <a16:creationId xmlns:a16="http://schemas.microsoft.com/office/drawing/2014/main" id="{C44C45AF-6677-905F-D7F1-BF3750E8B19A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3267446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0" name="Picture 89">
              <a:extLst>
                <a:ext uri="{FF2B5EF4-FFF2-40B4-BE49-F238E27FC236}">
                  <a16:creationId xmlns:a16="http://schemas.microsoft.com/office/drawing/2014/main" id="{904B4938-D0C5-5DDF-6CFA-CCDA72694489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4369" y="4050524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1" name="Picture 90">
              <a:extLst>
                <a:ext uri="{FF2B5EF4-FFF2-40B4-BE49-F238E27FC236}">
                  <a16:creationId xmlns:a16="http://schemas.microsoft.com/office/drawing/2014/main" id="{67944CD0-66B4-EE08-EEDD-7B7C4735A8BF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98785" y="326353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2" name="Picture 91">
              <a:extLst>
                <a:ext uri="{FF2B5EF4-FFF2-40B4-BE49-F238E27FC236}">
                  <a16:creationId xmlns:a16="http://schemas.microsoft.com/office/drawing/2014/main" id="{7DA5144D-F20F-0F20-0B7B-3D5C4CE018AD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87473" y="4838914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3" name="Picture 92">
              <a:extLst>
                <a:ext uri="{FF2B5EF4-FFF2-40B4-BE49-F238E27FC236}">
                  <a16:creationId xmlns:a16="http://schemas.microsoft.com/office/drawing/2014/main" id="{2C5F5EDB-1C97-1E05-E760-425C9E36562D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9366" y="404643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4" name="Picture 93">
              <a:extLst>
                <a:ext uri="{FF2B5EF4-FFF2-40B4-BE49-F238E27FC236}">
                  <a16:creationId xmlns:a16="http://schemas.microsoft.com/office/drawing/2014/main" id="{5B6A24CE-8018-FA9E-1BCD-5F9FA8F324CE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29426" y="4046439"/>
              <a:ext cx="734469" cy="731520"/>
            </a:xfrm>
            <a:prstGeom prst="rect">
              <a:avLst/>
            </a:prstGeom>
          </p:spPr>
        </p:pic>
        <p:pic>
          <p:nvPicPr>
            <p:cNvPr id="95" name="Picture 94">
              <a:extLst>
                <a:ext uri="{FF2B5EF4-FFF2-40B4-BE49-F238E27FC236}">
                  <a16:creationId xmlns:a16="http://schemas.microsoft.com/office/drawing/2014/main" id="{EE7586B9-C10A-250B-D185-26041D5878CF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1638" y="4840684"/>
              <a:ext cx="731520" cy="731520"/>
            </a:xfrm>
            <a:prstGeom prst="rect">
              <a:avLst/>
            </a:prstGeom>
          </p:spPr>
        </p:pic>
        <p:pic>
          <p:nvPicPr>
            <p:cNvPr id="96" name="Picture 95">
              <a:extLst>
                <a:ext uri="{FF2B5EF4-FFF2-40B4-BE49-F238E27FC236}">
                  <a16:creationId xmlns:a16="http://schemas.microsoft.com/office/drawing/2014/main" id="{5ECBD853-735D-DF22-5899-2E5F1DF08EAA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22043" y="2475851"/>
              <a:ext cx="731520" cy="731520"/>
            </a:xfrm>
            <a:prstGeom prst="rect">
              <a:avLst/>
            </a:prstGeom>
          </p:spPr>
        </p:pic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92BBAF74-B38C-C535-50CF-CFA108E16AC5}"/>
              </a:ext>
            </a:extLst>
          </p:cNvPr>
          <p:cNvSpPr txBox="1"/>
          <p:nvPr/>
        </p:nvSpPr>
        <p:spPr>
          <a:xfrm>
            <a:off x="2779682" y="4048706"/>
            <a:ext cx="5629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0000"/>
                </a:highlight>
              </a:rPr>
              <a:t>*RP</a:t>
            </a:r>
          </a:p>
        </p:txBody>
      </p:sp>
      <p:pic>
        <p:nvPicPr>
          <p:cNvPr id="2" name="Graphic 1" descr="Arrow Up with solid fill">
            <a:extLst>
              <a:ext uri="{FF2B5EF4-FFF2-40B4-BE49-F238E27FC236}">
                <a16:creationId xmlns:a16="http://schemas.microsoft.com/office/drawing/2014/main" id="{0D9235F6-FF1C-C2A0-9BC8-74D61A60A93C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 rot="10800000">
            <a:off x="2675958" y="4585180"/>
            <a:ext cx="548640" cy="548640"/>
          </a:xfrm>
          <a:prstGeom prst="rect">
            <a:avLst/>
          </a:prstGeom>
        </p:spPr>
      </p:pic>
      <p:sp>
        <p:nvSpPr>
          <p:cNvPr id="4" name="Subtitle 2">
            <a:extLst>
              <a:ext uri="{FF2B5EF4-FFF2-40B4-BE49-F238E27FC236}">
                <a16:creationId xmlns:a16="http://schemas.microsoft.com/office/drawing/2014/main" id="{57E8FC6E-55EC-BF8F-DA92-CBB16FD30E12}"/>
              </a:ext>
            </a:extLst>
          </p:cNvPr>
          <p:cNvSpPr txBox="1">
            <a:spLocks/>
          </p:cNvSpPr>
          <p:nvPr/>
        </p:nvSpPr>
        <p:spPr>
          <a:xfrm>
            <a:off x="5255421" y="1366443"/>
            <a:ext cx="6562954" cy="33034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sz="25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04BE6350-F120-2BD4-9D3E-5342200D5CF1}"/>
              </a:ext>
            </a:extLst>
          </p:cNvPr>
          <p:cNvSpPr txBox="1">
            <a:spLocks/>
          </p:cNvSpPr>
          <p:nvPr/>
        </p:nvSpPr>
        <p:spPr>
          <a:xfrm>
            <a:off x="5534060" y="2366627"/>
            <a:ext cx="6562954" cy="33034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>
                <a:ln w="0"/>
              </a:rPr>
              <a:t>So, the </a:t>
            </a:r>
            <a:r>
              <a:rPr lang="en-US" b="1" dirty="0">
                <a:ln w="0"/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*PW</a:t>
            </a:r>
            <a:r>
              <a:rPr lang="en-US" dirty="0">
                <a:ln w="0"/>
              </a:rPr>
              <a:t> is </a:t>
            </a:r>
          </a:p>
          <a:p>
            <a:pPr algn="l"/>
            <a:endParaRPr lang="en-US" b="1" dirty="0">
              <a:ln w="0"/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C46156E9-36D8-BA2A-5C36-EC9D733D2860}"/>
              </a:ext>
            </a:extLst>
          </p:cNvPr>
          <p:cNvSpPr txBox="1">
            <a:spLocks/>
          </p:cNvSpPr>
          <p:nvPr/>
        </p:nvSpPr>
        <p:spPr>
          <a:xfrm>
            <a:off x="-1" y="65893"/>
            <a:ext cx="2979175" cy="5982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Tutorial 1: Normal Case</a:t>
            </a:r>
          </a:p>
          <a:p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Second Image 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B4B3705E-F25E-BA1F-464A-3A2E2E8B1409}"/>
              </a:ext>
            </a:extLst>
          </p:cNvPr>
          <p:cNvGrpSpPr/>
          <p:nvPr/>
        </p:nvGrpSpPr>
        <p:grpSpPr>
          <a:xfrm>
            <a:off x="3085525" y="134719"/>
            <a:ext cx="8996061" cy="1058311"/>
            <a:chOff x="2462620" y="499604"/>
            <a:chExt cx="8996061" cy="1058311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BC825D03-018D-5CFE-8785-F8AE2FFC7A20}"/>
                </a:ext>
              </a:extLst>
            </p:cNvPr>
            <p:cNvGrpSpPr/>
            <p:nvPr/>
          </p:nvGrpSpPr>
          <p:grpSpPr>
            <a:xfrm>
              <a:off x="2462620" y="499604"/>
              <a:ext cx="8996061" cy="731520"/>
              <a:chOff x="2423291" y="290264"/>
              <a:chExt cx="8996061" cy="731520"/>
            </a:xfrm>
          </p:grpSpPr>
          <p:pic>
            <p:nvPicPr>
              <p:cNvPr id="23" name="Picture 22">
                <a:extLst>
                  <a:ext uri="{FF2B5EF4-FFF2-40B4-BE49-F238E27FC236}">
                    <a16:creationId xmlns:a16="http://schemas.microsoft.com/office/drawing/2014/main" id="{E5F132AC-2798-B116-D010-CF91D07B330B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260964" y="290264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24" name="Picture 23">
                <a:extLst>
                  <a:ext uri="{FF2B5EF4-FFF2-40B4-BE49-F238E27FC236}">
                    <a16:creationId xmlns:a16="http://schemas.microsoft.com/office/drawing/2014/main" id="{B20ACC98-0649-3563-2EBA-6FEE9D0F32DE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423291" y="290264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25" name="Picture 24">
                <a:extLst>
                  <a:ext uri="{FF2B5EF4-FFF2-40B4-BE49-F238E27FC236}">
                    <a16:creationId xmlns:a16="http://schemas.microsoft.com/office/drawing/2014/main" id="{BBFEC689-62E0-17E7-77D5-DE3016A47876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878876" y="290264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26" name="Picture 25">
                <a:extLst>
                  <a:ext uri="{FF2B5EF4-FFF2-40B4-BE49-F238E27FC236}">
                    <a16:creationId xmlns:a16="http://schemas.microsoft.com/office/drawing/2014/main" id="{78FEE57D-6D44-1529-092E-1D186DF25693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687832" y="290264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</p:grp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15DF88C-B510-1C1C-EB5E-B341B1CC92DF}"/>
                </a:ext>
              </a:extLst>
            </p:cNvPr>
            <p:cNvSpPr txBox="1"/>
            <p:nvPr/>
          </p:nvSpPr>
          <p:spPr>
            <a:xfrm>
              <a:off x="8372658" y="1219927"/>
              <a:ext cx="659155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500" dirty="0"/>
                <a:t>North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E58D3E7F-03BF-A1C7-7B61-1324F72B6809}"/>
                </a:ext>
              </a:extLst>
            </p:cNvPr>
            <p:cNvSpPr txBox="1"/>
            <p:nvPr/>
          </p:nvSpPr>
          <p:spPr>
            <a:xfrm>
              <a:off x="2490787" y="1219926"/>
              <a:ext cx="675185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500" dirty="0"/>
                <a:t>South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A87EF9DB-2959-B4D0-3920-4417BAE3BB23}"/>
                </a:ext>
              </a:extLst>
            </p:cNvPr>
            <p:cNvSpPr txBox="1"/>
            <p:nvPr/>
          </p:nvSpPr>
          <p:spPr>
            <a:xfrm>
              <a:off x="10024556" y="1231124"/>
              <a:ext cx="549446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500" dirty="0"/>
                <a:t>East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D1F0285D-03FA-5F70-6A1E-6048E8022B39}"/>
                </a:ext>
              </a:extLst>
            </p:cNvPr>
            <p:cNvSpPr txBox="1"/>
            <p:nvPr/>
          </p:nvSpPr>
          <p:spPr>
            <a:xfrm>
              <a:off x="10785957" y="1234750"/>
              <a:ext cx="606705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500" dirty="0"/>
                <a:t>West</a:t>
              </a: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C0E036EB-8F50-C7A9-65FF-8D1B7C58B476}"/>
              </a:ext>
            </a:extLst>
          </p:cNvPr>
          <p:cNvSpPr txBox="1"/>
          <p:nvPr/>
        </p:nvSpPr>
        <p:spPr>
          <a:xfrm>
            <a:off x="2730018" y="5283847"/>
            <a:ext cx="6284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0000"/>
                </a:highlight>
              </a:rPr>
              <a:t>*PW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DB7A34E-78FC-F2B1-CA92-869923935DB5}"/>
              </a:ext>
            </a:extLst>
          </p:cNvPr>
          <p:cNvPicPr preferRelativeResize="0">
            <a:picLocks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50769" y="2366627"/>
            <a:ext cx="731520" cy="731520"/>
          </a:xfrm>
          <a:prstGeom prst="rect">
            <a:avLst/>
          </a:prstGeom>
          <a:effectLst>
            <a:softEdge rad="0"/>
          </a:effectLst>
        </p:spPr>
      </p:pic>
    </p:spTree>
    <p:extLst>
      <p:ext uri="{BB962C8B-B14F-4D97-AF65-F5344CB8AC3E}">
        <p14:creationId xmlns:p14="http://schemas.microsoft.com/office/powerpoint/2010/main" val="32347259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3CE83C-C263-1B01-4CC9-0B63118B05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" name="Group 70">
            <a:extLst>
              <a:ext uri="{FF2B5EF4-FFF2-40B4-BE49-F238E27FC236}">
                <a16:creationId xmlns:a16="http://schemas.microsoft.com/office/drawing/2014/main" id="{8A8D9E24-DFE1-FD9B-C805-20D3467BA243}"/>
              </a:ext>
            </a:extLst>
          </p:cNvPr>
          <p:cNvGrpSpPr/>
          <p:nvPr/>
        </p:nvGrpSpPr>
        <p:grpSpPr>
          <a:xfrm>
            <a:off x="965426" y="1709246"/>
            <a:ext cx="3859863" cy="3893119"/>
            <a:chOff x="6929426" y="1679085"/>
            <a:chExt cx="3859863" cy="3893119"/>
          </a:xfrm>
        </p:grpSpPr>
        <p:pic>
          <p:nvPicPr>
            <p:cNvPr id="72" name="Picture 71">
              <a:extLst>
                <a:ext uri="{FF2B5EF4-FFF2-40B4-BE49-F238E27FC236}">
                  <a16:creationId xmlns:a16="http://schemas.microsoft.com/office/drawing/2014/main" id="{2775911E-1126-F9D2-5284-F3C5DDB8729D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53563" y="2482227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3" name="Picture 72">
              <a:extLst>
                <a:ext uri="{FF2B5EF4-FFF2-40B4-BE49-F238E27FC236}">
                  <a16:creationId xmlns:a16="http://schemas.microsoft.com/office/drawing/2014/main" id="{4022BABE-846F-C4AF-77AE-B672BD550FCA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4369" y="4833601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4" name="Picture 73">
              <a:extLst>
                <a:ext uri="{FF2B5EF4-FFF2-40B4-BE49-F238E27FC236}">
                  <a16:creationId xmlns:a16="http://schemas.microsoft.com/office/drawing/2014/main" id="{4D04572D-EEFA-7612-AA70-383D47346CFF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0363" y="4042843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75" name="Picture 74">
              <a:extLst>
                <a:ext uri="{FF2B5EF4-FFF2-40B4-BE49-F238E27FC236}">
                  <a16:creationId xmlns:a16="http://schemas.microsoft.com/office/drawing/2014/main" id="{AB471EAF-DE52-3D8C-4F3B-9C7AAEC61C0D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75529" y="168816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6" name="Picture 75">
              <a:extLst>
                <a:ext uri="{FF2B5EF4-FFF2-40B4-BE49-F238E27FC236}">
                  <a16:creationId xmlns:a16="http://schemas.microsoft.com/office/drawing/2014/main" id="{A85E110D-0E12-64CE-2E22-0467E27A2074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1701290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7" name="Picture 76">
              <a:extLst>
                <a:ext uri="{FF2B5EF4-FFF2-40B4-BE49-F238E27FC236}">
                  <a16:creationId xmlns:a16="http://schemas.microsoft.com/office/drawing/2014/main" id="{00391CF0-AE63-1A42-2A98-E7552AE59977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0638" y="326660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8" name="Picture 77">
              <a:extLst>
                <a:ext uri="{FF2B5EF4-FFF2-40B4-BE49-F238E27FC236}">
                  <a16:creationId xmlns:a16="http://schemas.microsoft.com/office/drawing/2014/main" id="{0EAFFCD5-DED6-14BB-2353-5C2C706ADF74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29426" y="3261895"/>
              <a:ext cx="731520" cy="731520"/>
            </a:xfrm>
            <a:prstGeom prst="rect">
              <a:avLst/>
            </a:prstGeom>
            <a:ln w="38100">
              <a:solidFill>
                <a:srgbClr val="FF0000"/>
              </a:solidFill>
            </a:ln>
            <a:effectLst>
              <a:softEdge rad="0"/>
            </a:effectLst>
          </p:spPr>
        </p:pic>
        <p:pic>
          <p:nvPicPr>
            <p:cNvPr id="79" name="Picture 78">
              <a:extLst>
                <a:ext uri="{FF2B5EF4-FFF2-40B4-BE49-F238E27FC236}">
                  <a16:creationId xmlns:a16="http://schemas.microsoft.com/office/drawing/2014/main" id="{CD71EDF2-BD3D-E81F-69C8-E3B4A231E071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86357" y="4046439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80" name="Picture 79">
              <a:extLst>
                <a:ext uri="{FF2B5EF4-FFF2-40B4-BE49-F238E27FC236}">
                  <a16:creationId xmlns:a16="http://schemas.microsoft.com/office/drawing/2014/main" id="{A3E81E85-FD95-3C95-3DCC-45010D354400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0073" y="3256669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81" name="Picture 80">
              <a:extLst>
                <a:ext uri="{FF2B5EF4-FFF2-40B4-BE49-F238E27FC236}">
                  <a16:creationId xmlns:a16="http://schemas.microsoft.com/office/drawing/2014/main" id="{384AF671-FFA0-CC43-B5F3-6B3916843B16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53563" y="169784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2" name="Picture 81">
              <a:extLst>
                <a:ext uri="{FF2B5EF4-FFF2-40B4-BE49-F238E27FC236}">
                  <a16:creationId xmlns:a16="http://schemas.microsoft.com/office/drawing/2014/main" id="{08C74D9C-DC67-0554-058C-1BF158199308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0164" y="247228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3" name="Picture 82">
              <a:extLst>
                <a:ext uri="{FF2B5EF4-FFF2-40B4-BE49-F238E27FC236}">
                  <a16:creationId xmlns:a16="http://schemas.microsoft.com/office/drawing/2014/main" id="{51A66DED-E2FD-36CE-FEBB-04681A6F9A3C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2045" y="4833601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4" name="Picture 83">
              <a:extLst>
                <a:ext uri="{FF2B5EF4-FFF2-40B4-BE49-F238E27FC236}">
                  <a16:creationId xmlns:a16="http://schemas.microsoft.com/office/drawing/2014/main" id="{CDF8B7C9-64AD-8927-54BF-DA5783AFAB7F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4720" y="483714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5" name="Picture 84">
              <a:extLst>
                <a:ext uri="{FF2B5EF4-FFF2-40B4-BE49-F238E27FC236}">
                  <a16:creationId xmlns:a16="http://schemas.microsoft.com/office/drawing/2014/main" id="{BCCBFCA1-E51B-4E1E-1A2A-0A9D611075E7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90779" y="168131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6" name="Picture 85">
              <a:extLst>
                <a:ext uri="{FF2B5EF4-FFF2-40B4-BE49-F238E27FC236}">
                  <a16:creationId xmlns:a16="http://schemas.microsoft.com/office/drawing/2014/main" id="{68B13392-0043-4DF0-836D-DC11E2744B2C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95426" y="246820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7" name="Picture 86">
              <a:extLst>
                <a:ext uri="{FF2B5EF4-FFF2-40B4-BE49-F238E27FC236}">
                  <a16:creationId xmlns:a16="http://schemas.microsoft.com/office/drawing/2014/main" id="{C236E438-D0CE-C4CC-6A4F-381F34A1D5FB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0901" y="167908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8" name="Picture 87">
              <a:extLst>
                <a:ext uri="{FF2B5EF4-FFF2-40B4-BE49-F238E27FC236}">
                  <a16:creationId xmlns:a16="http://schemas.microsoft.com/office/drawing/2014/main" id="{38036B9C-80F3-60BE-6516-56D27CE9BF19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2484368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9" name="Picture 88">
              <a:extLst>
                <a:ext uri="{FF2B5EF4-FFF2-40B4-BE49-F238E27FC236}">
                  <a16:creationId xmlns:a16="http://schemas.microsoft.com/office/drawing/2014/main" id="{75E6D287-EE36-98BE-F6BA-DAFEC5230CAE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3267446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0" name="Picture 89">
              <a:extLst>
                <a:ext uri="{FF2B5EF4-FFF2-40B4-BE49-F238E27FC236}">
                  <a16:creationId xmlns:a16="http://schemas.microsoft.com/office/drawing/2014/main" id="{4FF3AB32-D01E-A875-DB4B-81421213F150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4369" y="4050524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1" name="Picture 90">
              <a:extLst>
                <a:ext uri="{FF2B5EF4-FFF2-40B4-BE49-F238E27FC236}">
                  <a16:creationId xmlns:a16="http://schemas.microsoft.com/office/drawing/2014/main" id="{5E2064D1-C2D4-9EEA-0054-210B4B6B8D11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98785" y="326353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2" name="Picture 91">
              <a:extLst>
                <a:ext uri="{FF2B5EF4-FFF2-40B4-BE49-F238E27FC236}">
                  <a16:creationId xmlns:a16="http://schemas.microsoft.com/office/drawing/2014/main" id="{5376BE41-8BCD-FBB6-259D-BF42A783FA64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87473" y="4838914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3" name="Picture 92">
              <a:extLst>
                <a:ext uri="{FF2B5EF4-FFF2-40B4-BE49-F238E27FC236}">
                  <a16:creationId xmlns:a16="http://schemas.microsoft.com/office/drawing/2014/main" id="{374B5AAD-6DE7-92C2-771F-0198991AFD1E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9366" y="404643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4" name="Picture 93">
              <a:extLst>
                <a:ext uri="{FF2B5EF4-FFF2-40B4-BE49-F238E27FC236}">
                  <a16:creationId xmlns:a16="http://schemas.microsoft.com/office/drawing/2014/main" id="{0D0FC2C8-4C04-D106-A743-BBEDBFD4612D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29426" y="4046439"/>
              <a:ext cx="734469" cy="731520"/>
            </a:xfrm>
            <a:prstGeom prst="rect">
              <a:avLst/>
            </a:prstGeom>
          </p:spPr>
        </p:pic>
        <p:pic>
          <p:nvPicPr>
            <p:cNvPr id="95" name="Picture 94">
              <a:extLst>
                <a:ext uri="{FF2B5EF4-FFF2-40B4-BE49-F238E27FC236}">
                  <a16:creationId xmlns:a16="http://schemas.microsoft.com/office/drawing/2014/main" id="{AD016F8E-CB02-A751-EB13-C76F3FE25CFF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1638" y="4840684"/>
              <a:ext cx="731520" cy="731520"/>
            </a:xfrm>
            <a:prstGeom prst="rect">
              <a:avLst/>
            </a:prstGeom>
          </p:spPr>
        </p:pic>
        <p:pic>
          <p:nvPicPr>
            <p:cNvPr id="96" name="Picture 95">
              <a:extLst>
                <a:ext uri="{FF2B5EF4-FFF2-40B4-BE49-F238E27FC236}">
                  <a16:creationId xmlns:a16="http://schemas.microsoft.com/office/drawing/2014/main" id="{E1DD1660-67C0-018D-025E-FA17E979A015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22043" y="2475851"/>
              <a:ext cx="731520" cy="731520"/>
            </a:xfrm>
            <a:prstGeom prst="rect">
              <a:avLst/>
            </a:prstGeom>
          </p:spPr>
        </p:pic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47A352F0-5E7A-BFAF-51EA-6578C149804D}"/>
              </a:ext>
            </a:extLst>
          </p:cNvPr>
          <p:cNvSpPr txBox="1"/>
          <p:nvPr/>
        </p:nvSpPr>
        <p:spPr>
          <a:xfrm>
            <a:off x="1224562" y="3716222"/>
            <a:ext cx="5629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0000"/>
                </a:highlight>
              </a:rPr>
              <a:t>*RP</a:t>
            </a:r>
          </a:p>
        </p:txBody>
      </p:sp>
      <p:pic>
        <p:nvPicPr>
          <p:cNvPr id="2" name="Graphic 1" descr="Arrow Up with solid fill">
            <a:extLst>
              <a:ext uri="{FF2B5EF4-FFF2-40B4-BE49-F238E27FC236}">
                <a16:creationId xmlns:a16="http://schemas.microsoft.com/office/drawing/2014/main" id="{DE55142A-1EC0-ACD4-3207-5AC3AD8F6397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 rot="5400000">
            <a:off x="1496208" y="3346439"/>
            <a:ext cx="548640" cy="548640"/>
          </a:xfrm>
          <a:prstGeom prst="rect">
            <a:avLst/>
          </a:prstGeom>
        </p:spPr>
      </p:pic>
      <p:sp>
        <p:nvSpPr>
          <p:cNvPr id="4" name="Subtitle 2">
            <a:extLst>
              <a:ext uri="{FF2B5EF4-FFF2-40B4-BE49-F238E27FC236}">
                <a16:creationId xmlns:a16="http://schemas.microsoft.com/office/drawing/2014/main" id="{573A8658-F53A-EE0A-DAD9-5F66CA03C7AD}"/>
              </a:ext>
            </a:extLst>
          </p:cNvPr>
          <p:cNvSpPr txBox="1">
            <a:spLocks/>
          </p:cNvSpPr>
          <p:nvPr/>
        </p:nvSpPr>
        <p:spPr>
          <a:xfrm>
            <a:off x="5255421" y="1366443"/>
            <a:ext cx="6562954" cy="33034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sz="25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464AD238-903D-B87E-F7FA-F10A08350437}"/>
              </a:ext>
            </a:extLst>
          </p:cNvPr>
          <p:cNvSpPr txBox="1">
            <a:spLocks/>
          </p:cNvSpPr>
          <p:nvPr/>
        </p:nvSpPr>
        <p:spPr>
          <a:xfrm>
            <a:off x="5534060" y="2366627"/>
            <a:ext cx="6562954" cy="33034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>
                <a:ln w="0"/>
              </a:rPr>
              <a:t>When the</a:t>
            </a: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b="1" dirty="0">
                <a:ln w="0"/>
                <a:solidFill>
                  <a:srgbClr val="00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Registered Direction </a:t>
            </a:r>
            <a:r>
              <a:rPr lang="en-US" dirty="0">
                <a:ln w="0"/>
              </a:rPr>
              <a:t>is East (right). The</a:t>
            </a:r>
            <a:r>
              <a:rPr lang="en-US" b="1" dirty="0">
                <a:ln w="0"/>
                <a:solidFill>
                  <a:srgbClr val="FF0000"/>
                </a:solidFill>
              </a:rPr>
              <a:t> </a:t>
            </a:r>
            <a:r>
              <a:rPr lang="en-US" b="1" dirty="0">
                <a:ln w="0"/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Actual Password to Click (*PW)</a:t>
            </a:r>
            <a:r>
              <a:rPr lang="en-US" b="1" dirty="0">
                <a:ln w="0"/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>
                <a:ln w="0"/>
              </a:rPr>
              <a:t>is at East (right) </a:t>
            </a:r>
            <a:r>
              <a:rPr lang="en-US" b="1" dirty="0">
                <a:ln w="0"/>
                <a:solidFill>
                  <a:srgbClr val="FF0000"/>
                </a:solidFill>
              </a:rPr>
              <a:t>of Registered Password (*RP).</a:t>
            </a:r>
            <a:endParaRPr lang="en-US" dirty="0">
              <a:ln w="0"/>
            </a:endParaRPr>
          </a:p>
          <a:p>
            <a:pPr algn="l"/>
            <a:endParaRPr lang="en-US" b="1" dirty="0">
              <a:ln w="0"/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5093B76A-C09F-2EE8-94FC-2C45B5D8B23F}"/>
              </a:ext>
            </a:extLst>
          </p:cNvPr>
          <p:cNvSpPr txBox="1">
            <a:spLocks/>
          </p:cNvSpPr>
          <p:nvPr/>
        </p:nvSpPr>
        <p:spPr>
          <a:xfrm>
            <a:off x="-1" y="65893"/>
            <a:ext cx="2979175" cy="5982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Tutorial 1: Normal Case</a:t>
            </a:r>
          </a:p>
          <a:p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Third Image 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5FA69E3B-21E8-4FD9-F550-F1FB81E5BFCE}"/>
              </a:ext>
            </a:extLst>
          </p:cNvPr>
          <p:cNvGrpSpPr/>
          <p:nvPr/>
        </p:nvGrpSpPr>
        <p:grpSpPr>
          <a:xfrm>
            <a:off x="3007341" y="126089"/>
            <a:ext cx="9074245" cy="1066941"/>
            <a:chOff x="2384436" y="490974"/>
            <a:chExt cx="9074245" cy="1066941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9F0AC5BF-377F-4FF9-E06C-D5A84F2E94C2}"/>
                </a:ext>
              </a:extLst>
            </p:cNvPr>
            <p:cNvGrpSpPr/>
            <p:nvPr/>
          </p:nvGrpSpPr>
          <p:grpSpPr>
            <a:xfrm>
              <a:off x="2384436" y="490974"/>
              <a:ext cx="9074245" cy="740150"/>
              <a:chOff x="2345107" y="281634"/>
              <a:chExt cx="9074245" cy="740150"/>
            </a:xfrm>
          </p:grpSpPr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08077A8E-935B-F704-15D2-B70C9E1DE842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260964" y="290264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92E00FE2-0644-BA01-5005-32FCFEFBC1E9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069920" y="290264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43DDF4F1-C787-5038-AE8B-33ED58665A61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345107" y="281634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17" name="Picture 16">
                <a:extLst>
                  <a:ext uri="{FF2B5EF4-FFF2-40B4-BE49-F238E27FC236}">
                    <a16:creationId xmlns:a16="http://schemas.microsoft.com/office/drawing/2014/main" id="{A870499E-4D85-8AA9-C535-97E09ED0C120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687832" y="290264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</p:grp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3CE405C9-5543-4E5E-41A1-9D91DD588AF5}"/>
                </a:ext>
              </a:extLst>
            </p:cNvPr>
            <p:cNvSpPr txBox="1"/>
            <p:nvPr/>
          </p:nvSpPr>
          <p:spPr>
            <a:xfrm>
              <a:off x="8372658" y="1219927"/>
              <a:ext cx="659155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500" dirty="0"/>
                <a:t>North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F924B57E-5A45-45D1-5217-D58ACB12C5CD}"/>
                </a:ext>
              </a:extLst>
            </p:cNvPr>
            <p:cNvSpPr txBox="1"/>
            <p:nvPr/>
          </p:nvSpPr>
          <p:spPr>
            <a:xfrm>
              <a:off x="9137416" y="1219926"/>
              <a:ext cx="675185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500" dirty="0"/>
                <a:t>South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0126865-493A-43EB-2F5E-AFE66428272C}"/>
                </a:ext>
              </a:extLst>
            </p:cNvPr>
            <p:cNvSpPr txBox="1"/>
            <p:nvPr/>
          </p:nvSpPr>
          <p:spPr>
            <a:xfrm>
              <a:off x="2490787" y="1222494"/>
              <a:ext cx="549446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500" dirty="0"/>
                <a:t>East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B8F9E9E6-BD41-E3FC-84DB-44B047D6726C}"/>
                </a:ext>
              </a:extLst>
            </p:cNvPr>
            <p:cNvSpPr txBox="1"/>
            <p:nvPr/>
          </p:nvSpPr>
          <p:spPr>
            <a:xfrm>
              <a:off x="10785957" y="1234750"/>
              <a:ext cx="606705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500" dirty="0"/>
                <a:t>West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176018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EA5806-2640-5D7E-3241-FE5280C410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" name="Group 70">
            <a:extLst>
              <a:ext uri="{FF2B5EF4-FFF2-40B4-BE49-F238E27FC236}">
                <a16:creationId xmlns:a16="http://schemas.microsoft.com/office/drawing/2014/main" id="{F1252A83-3D7C-A716-B436-CC60CF028B69}"/>
              </a:ext>
            </a:extLst>
          </p:cNvPr>
          <p:cNvGrpSpPr/>
          <p:nvPr/>
        </p:nvGrpSpPr>
        <p:grpSpPr>
          <a:xfrm>
            <a:off x="965426" y="1709246"/>
            <a:ext cx="3859863" cy="3893119"/>
            <a:chOff x="6929426" y="1679085"/>
            <a:chExt cx="3859863" cy="3893119"/>
          </a:xfrm>
        </p:grpSpPr>
        <p:pic>
          <p:nvPicPr>
            <p:cNvPr id="72" name="Picture 71">
              <a:extLst>
                <a:ext uri="{FF2B5EF4-FFF2-40B4-BE49-F238E27FC236}">
                  <a16:creationId xmlns:a16="http://schemas.microsoft.com/office/drawing/2014/main" id="{9096CCD9-1C6D-6BA6-D4ED-CB56307DD8F8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53563" y="2482227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3" name="Picture 72">
              <a:extLst>
                <a:ext uri="{FF2B5EF4-FFF2-40B4-BE49-F238E27FC236}">
                  <a16:creationId xmlns:a16="http://schemas.microsoft.com/office/drawing/2014/main" id="{1B7BDC86-9476-E831-81EB-F6898AA0CA43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4369" y="4833601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4" name="Picture 73">
              <a:extLst>
                <a:ext uri="{FF2B5EF4-FFF2-40B4-BE49-F238E27FC236}">
                  <a16:creationId xmlns:a16="http://schemas.microsoft.com/office/drawing/2014/main" id="{128B5220-F24B-3C29-9B7E-98FCE035E0AD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0363" y="4042843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75" name="Picture 74">
              <a:extLst>
                <a:ext uri="{FF2B5EF4-FFF2-40B4-BE49-F238E27FC236}">
                  <a16:creationId xmlns:a16="http://schemas.microsoft.com/office/drawing/2014/main" id="{A7069013-64BA-0F39-AB91-04812FAACC73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75529" y="168816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6" name="Picture 75">
              <a:extLst>
                <a:ext uri="{FF2B5EF4-FFF2-40B4-BE49-F238E27FC236}">
                  <a16:creationId xmlns:a16="http://schemas.microsoft.com/office/drawing/2014/main" id="{0A6DE962-C2B8-6234-0B25-F957D82CCB34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1701290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7" name="Picture 76">
              <a:extLst>
                <a:ext uri="{FF2B5EF4-FFF2-40B4-BE49-F238E27FC236}">
                  <a16:creationId xmlns:a16="http://schemas.microsoft.com/office/drawing/2014/main" id="{388679CC-48D7-0697-7CD8-2C50124749F7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0638" y="326660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8" name="Picture 77">
              <a:extLst>
                <a:ext uri="{FF2B5EF4-FFF2-40B4-BE49-F238E27FC236}">
                  <a16:creationId xmlns:a16="http://schemas.microsoft.com/office/drawing/2014/main" id="{B69A8073-83AE-ECE7-8E1C-0682ABE9555E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29426" y="3261895"/>
              <a:ext cx="731520" cy="731520"/>
            </a:xfrm>
            <a:prstGeom prst="rect">
              <a:avLst/>
            </a:prstGeom>
            <a:ln w="38100">
              <a:solidFill>
                <a:srgbClr val="FF0000"/>
              </a:solidFill>
            </a:ln>
            <a:effectLst>
              <a:softEdge rad="0"/>
            </a:effectLst>
          </p:spPr>
        </p:pic>
        <p:pic>
          <p:nvPicPr>
            <p:cNvPr id="79" name="Picture 78">
              <a:extLst>
                <a:ext uri="{FF2B5EF4-FFF2-40B4-BE49-F238E27FC236}">
                  <a16:creationId xmlns:a16="http://schemas.microsoft.com/office/drawing/2014/main" id="{FB9ABAA3-3E8E-8691-D8E3-CBFB545C9103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86357" y="4046439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80" name="Picture 79">
              <a:extLst>
                <a:ext uri="{FF2B5EF4-FFF2-40B4-BE49-F238E27FC236}">
                  <a16:creationId xmlns:a16="http://schemas.microsoft.com/office/drawing/2014/main" id="{A6A2C813-5E92-7AFC-AA79-22F9A9D0C57C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0073" y="3256669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81" name="Picture 80">
              <a:extLst>
                <a:ext uri="{FF2B5EF4-FFF2-40B4-BE49-F238E27FC236}">
                  <a16:creationId xmlns:a16="http://schemas.microsoft.com/office/drawing/2014/main" id="{05378CD6-5E0A-B102-BC8F-DE45892FE4A9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53563" y="169784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2" name="Picture 81">
              <a:extLst>
                <a:ext uri="{FF2B5EF4-FFF2-40B4-BE49-F238E27FC236}">
                  <a16:creationId xmlns:a16="http://schemas.microsoft.com/office/drawing/2014/main" id="{D6338E73-70F6-0826-3BF9-C39AA4B95018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0164" y="247228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3" name="Picture 82">
              <a:extLst>
                <a:ext uri="{FF2B5EF4-FFF2-40B4-BE49-F238E27FC236}">
                  <a16:creationId xmlns:a16="http://schemas.microsoft.com/office/drawing/2014/main" id="{49CE3C9B-C064-0089-180E-7AAE93B6D6F9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2045" y="4833601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4" name="Picture 83">
              <a:extLst>
                <a:ext uri="{FF2B5EF4-FFF2-40B4-BE49-F238E27FC236}">
                  <a16:creationId xmlns:a16="http://schemas.microsoft.com/office/drawing/2014/main" id="{12DBF019-8322-8332-9271-686B0DD32F1A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4720" y="483714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5" name="Picture 84">
              <a:extLst>
                <a:ext uri="{FF2B5EF4-FFF2-40B4-BE49-F238E27FC236}">
                  <a16:creationId xmlns:a16="http://schemas.microsoft.com/office/drawing/2014/main" id="{2E9964DF-4827-63E7-1E8F-78323A01E225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90779" y="168131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6" name="Picture 85">
              <a:extLst>
                <a:ext uri="{FF2B5EF4-FFF2-40B4-BE49-F238E27FC236}">
                  <a16:creationId xmlns:a16="http://schemas.microsoft.com/office/drawing/2014/main" id="{0F1B3635-6AC5-0854-843B-56020FE26602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95426" y="246820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7" name="Picture 86">
              <a:extLst>
                <a:ext uri="{FF2B5EF4-FFF2-40B4-BE49-F238E27FC236}">
                  <a16:creationId xmlns:a16="http://schemas.microsoft.com/office/drawing/2014/main" id="{435AD52C-091B-57F9-3A10-E2C212D69848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0901" y="167908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8" name="Picture 87">
              <a:extLst>
                <a:ext uri="{FF2B5EF4-FFF2-40B4-BE49-F238E27FC236}">
                  <a16:creationId xmlns:a16="http://schemas.microsoft.com/office/drawing/2014/main" id="{8043074D-3F06-E4E5-768E-60079986B68D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2484368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9" name="Picture 88">
              <a:extLst>
                <a:ext uri="{FF2B5EF4-FFF2-40B4-BE49-F238E27FC236}">
                  <a16:creationId xmlns:a16="http://schemas.microsoft.com/office/drawing/2014/main" id="{5A5EDF88-B7A0-ED67-F3C3-D4EBCFCB2094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3267446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0" name="Picture 89">
              <a:extLst>
                <a:ext uri="{FF2B5EF4-FFF2-40B4-BE49-F238E27FC236}">
                  <a16:creationId xmlns:a16="http://schemas.microsoft.com/office/drawing/2014/main" id="{0A54637C-AFE6-148C-E87D-17EEC45B3270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4369" y="4050524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1" name="Picture 90">
              <a:extLst>
                <a:ext uri="{FF2B5EF4-FFF2-40B4-BE49-F238E27FC236}">
                  <a16:creationId xmlns:a16="http://schemas.microsoft.com/office/drawing/2014/main" id="{72E1A7AB-586F-769E-F94D-0CE4BE3AFD50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98785" y="326353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2" name="Picture 91">
              <a:extLst>
                <a:ext uri="{FF2B5EF4-FFF2-40B4-BE49-F238E27FC236}">
                  <a16:creationId xmlns:a16="http://schemas.microsoft.com/office/drawing/2014/main" id="{ED8590EA-6F8E-2C13-D3F2-804FD7672DD3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87473" y="4838914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3" name="Picture 92">
              <a:extLst>
                <a:ext uri="{FF2B5EF4-FFF2-40B4-BE49-F238E27FC236}">
                  <a16:creationId xmlns:a16="http://schemas.microsoft.com/office/drawing/2014/main" id="{EBFF566A-0559-747A-353A-7466EE266D50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9366" y="404643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4" name="Picture 93">
              <a:extLst>
                <a:ext uri="{FF2B5EF4-FFF2-40B4-BE49-F238E27FC236}">
                  <a16:creationId xmlns:a16="http://schemas.microsoft.com/office/drawing/2014/main" id="{73E7FFB6-F26A-C1A7-0D93-036FF2EBD675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29426" y="4046439"/>
              <a:ext cx="734469" cy="731520"/>
            </a:xfrm>
            <a:prstGeom prst="rect">
              <a:avLst/>
            </a:prstGeom>
          </p:spPr>
        </p:pic>
        <p:pic>
          <p:nvPicPr>
            <p:cNvPr id="95" name="Picture 94">
              <a:extLst>
                <a:ext uri="{FF2B5EF4-FFF2-40B4-BE49-F238E27FC236}">
                  <a16:creationId xmlns:a16="http://schemas.microsoft.com/office/drawing/2014/main" id="{7B26E7AD-147B-1407-93F2-614934F5BBE8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1638" y="4840684"/>
              <a:ext cx="731520" cy="731520"/>
            </a:xfrm>
            <a:prstGeom prst="rect">
              <a:avLst/>
            </a:prstGeom>
          </p:spPr>
        </p:pic>
        <p:pic>
          <p:nvPicPr>
            <p:cNvPr id="96" name="Picture 95">
              <a:extLst>
                <a:ext uri="{FF2B5EF4-FFF2-40B4-BE49-F238E27FC236}">
                  <a16:creationId xmlns:a16="http://schemas.microsoft.com/office/drawing/2014/main" id="{9E4D0822-3A28-19CD-13E2-C48F141DF34E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22043" y="2475851"/>
              <a:ext cx="731520" cy="731520"/>
            </a:xfrm>
            <a:prstGeom prst="rect">
              <a:avLst/>
            </a:prstGeom>
          </p:spPr>
        </p:pic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43EFBE96-E40F-1CCA-3CB5-04CE7F541CEB}"/>
              </a:ext>
            </a:extLst>
          </p:cNvPr>
          <p:cNvSpPr txBox="1"/>
          <p:nvPr/>
        </p:nvSpPr>
        <p:spPr>
          <a:xfrm>
            <a:off x="1224562" y="3716222"/>
            <a:ext cx="5629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0000"/>
                </a:highlight>
              </a:rPr>
              <a:t>*RP</a:t>
            </a:r>
          </a:p>
        </p:txBody>
      </p:sp>
      <p:pic>
        <p:nvPicPr>
          <p:cNvPr id="2" name="Graphic 1" descr="Arrow Up with solid fill">
            <a:extLst>
              <a:ext uri="{FF2B5EF4-FFF2-40B4-BE49-F238E27FC236}">
                <a16:creationId xmlns:a16="http://schemas.microsoft.com/office/drawing/2014/main" id="{2E8EEB32-D11B-2DF3-126E-2EC5F29C493A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 rot="5400000">
            <a:off x="1496208" y="3346439"/>
            <a:ext cx="548640" cy="548640"/>
          </a:xfrm>
          <a:prstGeom prst="rect">
            <a:avLst/>
          </a:prstGeom>
        </p:spPr>
      </p:pic>
      <p:sp>
        <p:nvSpPr>
          <p:cNvPr id="4" name="Subtitle 2">
            <a:extLst>
              <a:ext uri="{FF2B5EF4-FFF2-40B4-BE49-F238E27FC236}">
                <a16:creationId xmlns:a16="http://schemas.microsoft.com/office/drawing/2014/main" id="{69BA5840-7C90-49AD-CD76-903876784CEB}"/>
              </a:ext>
            </a:extLst>
          </p:cNvPr>
          <p:cNvSpPr txBox="1">
            <a:spLocks/>
          </p:cNvSpPr>
          <p:nvPr/>
        </p:nvSpPr>
        <p:spPr>
          <a:xfrm>
            <a:off x="5255421" y="1366443"/>
            <a:ext cx="6562954" cy="33034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sz="25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AD02BD6D-2A32-098C-DADF-379BC855F308}"/>
              </a:ext>
            </a:extLst>
          </p:cNvPr>
          <p:cNvSpPr txBox="1">
            <a:spLocks/>
          </p:cNvSpPr>
          <p:nvPr/>
        </p:nvSpPr>
        <p:spPr>
          <a:xfrm>
            <a:off x="5534060" y="2366627"/>
            <a:ext cx="6562954" cy="33034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>
                <a:ln w="0"/>
              </a:rPr>
              <a:t>So, the </a:t>
            </a:r>
            <a:r>
              <a:rPr lang="en-US" b="1" dirty="0">
                <a:ln w="0"/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*PW</a:t>
            </a:r>
            <a:r>
              <a:rPr lang="en-US" dirty="0">
                <a:ln w="0"/>
              </a:rPr>
              <a:t> is </a:t>
            </a:r>
          </a:p>
          <a:p>
            <a:pPr algn="l"/>
            <a:endParaRPr lang="en-US" b="1" dirty="0">
              <a:ln w="0"/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EB3C21ED-A096-ACE5-2713-5C736F4C120D}"/>
              </a:ext>
            </a:extLst>
          </p:cNvPr>
          <p:cNvSpPr txBox="1">
            <a:spLocks/>
          </p:cNvSpPr>
          <p:nvPr/>
        </p:nvSpPr>
        <p:spPr>
          <a:xfrm>
            <a:off x="-1" y="65893"/>
            <a:ext cx="2979175" cy="5982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Tutorial 1: Normal Case</a:t>
            </a:r>
          </a:p>
          <a:p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Third Image 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25AEBBFA-B765-7D0A-207E-A50017487113}"/>
              </a:ext>
            </a:extLst>
          </p:cNvPr>
          <p:cNvGrpSpPr/>
          <p:nvPr/>
        </p:nvGrpSpPr>
        <p:grpSpPr>
          <a:xfrm>
            <a:off x="3007341" y="126089"/>
            <a:ext cx="9074245" cy="1066941"/>
            <a:chOff x="2384436" y="490974"/>
            <a:chExt cx="9074245" cy="1066941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E713F2BA-9DE1-EEAC-2110-D8A61F08DA1C}"/>
                </a:ext>
              </a:extLst>
            </p:cNvPr>
            <p:cNvGrpSpPr/>
            <p:nvPr/>
          </p:nvGrpSpPr>
          <p:grpSpPr>
            <a:xfrm>
              <a:off x="2384436" y="490974"/>
              <a:ext cx="9074245" cy="740150"/>
              <a:chOff x="2345107" y="281634"/>
              <a:chExt cx="9074245" cy="740150"/>
            </a:xfrm>
          </p:grpSpPr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99B13181-C1F3-7DF9-78A0-FB8F8AF396B2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260964" y="290264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F0123E1B-71D5-5A09-4025-C5314F3D4F49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069920" y="290264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5632E645-40E5-9AE5-9CBB-1C837C95663A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345107" y="281634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17" name="Picture 16">
                <a:extLst>
                  <a:ext uri="{FF2B5EF4-FFF2-40B4-BE49-F238E27FC236}">
                    <a16:creationId xmlns:a16="http://schemas.microsoft.com/office/drawing/2014/main" id="{680C2E65-9EA0-21EB-F9EE-7F1BAA1DB287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687832" y="290264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</p:grp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713C7673-8B30-CA80-B1D5-3E98972B7678}"/>
                </a:ext>
              </a:extLst>
            </p:cNvPr>
            <p:cNvSpPr txBox="1"/>
            <p:nvPr/>
          </p:nvSpPr>
          <p:spPr>
            <a:xfrm>
              <a:off x="8372658" y="1219927"/>
              <a:ext cx="659155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500" dirty="0"/>
                <a:t>North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DA6C61E4-28E7-51E5-15A0-9C9FD3AAFD9A}"/>
                </a:ext>
              </a:extLst>
            </p:cNvPr>
            <p:cNvSpPr txBox="1"/>
            <p:nvPr/>
          </p:nvSpPr>
          <p:spPr>
            <a:xfrm>
              <a:off x="9137416" y="1219926"/>
              <a:ext cx="675185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500" dirty="0"/>
                <a:t>South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D33323D-7789-8B25-F15E-945796B23508}"/>
                </a:ext>
              </a:extLst>
            </p:cNvPr>
            <p:cNvSpPr txBox="1"/>
            <p:nvPr/>
          </p:nvSpPr>
          <p:spPr>
            <a:xfrm>
              <a:off x="2490787" y="1222494"/>
              <a:ext cx="549446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500" dirty="0"/>
                <a:t>East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10DD57B-2B81-9C1B-75CF-F53AA188DA2A}"/>
                </a:ext>
              </a:extLst>
            </p:cNvPr>
            <p:cNvSpPr txBox="1"/>
            <p:nvPr/>
          </p:nvSpPr>
          <p:spPr>
            <a:xfrm>
              <a:off x="10785957" y="1234750"/>
              <a:ext cx="606705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500" dirty="0"/>
                <a:t>West</a:t>
              </a: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549449FB-C066-3779-9836-0567516324FA}"/>
              </a:ext>
            </a:extLst>
          </p:cNvPr>
          <p:cNvSpPr txBox="1"/>
          <p:nvPr/>
        </p:nvSpPr>
        <p:spPr>
          <a:xfrm>
            <a:off x="1923719" y="3710413"/>
            <a:ext cx="6284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0000"/>
                </a:highlight>
              </a:rPr>
              <a:t>*PW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6EDAF540-03C7-FD9F-DB24-D51264003CF0}"/>
              </a:ext>
            </a:extLst>
          </p:cNvPr>
          <p:cNvPicPr preferRelativeResize="0">
            <a:picLocks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2411" y="2440766"/>
            <a:ext cx="731520" cy="731520"/>
          </a:xfrm>
          <a:prstGeom prst="rect">
            <a:avLst/>
          </a:prstGeom>
          <a:ln w="38100">
            <a:noFill/>
          </a:ln>
          <a:effectLst>
            <a:softEdge rad="0"/>
          </a:effectLst>
        </p:spPr>
      </p:pic>
    </p:spTree>
    <p:extLst>
      <p:ext uri="{BB962C8B-B14F-4D97-AF65-F5344CB8AC3E}">
        <p14:creationId xmlns:p14="http://schemas.microsoft.com/office/powerpoint/2010/main" val="32082316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187775-812E-7CC8-AA1E-49E4698A68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" name="Group 70">
            <a:extLst>
              <a:ext uri="{FF2B5EF4-FFF2-40B4-BE49-F238E27FC236}">
                <a16:creationId xmlns:a16="http://schemas.microsoft.com/office/drawing/2014/main" id="{B5295030-81C0-E6D7-7B10-D4D59763E82D}"/>
              </a:ext>
            </a:extLst>
          </p:cNvPr>
          <p:cNvGrpSpPr/>
          <p:nvPr/>
        </p:nvGrpSpPr>
        <p:grpSpPr>
          <a:xfrm>
            <a:off x="965426" y="1709246"/>
            <a:ext cx="3859863" cy="3893119"/>
            <a:chOff x="6929426" y="1679085"/>
            <a:chExt cx="3859863" cy="3893119"/>
          </a:xfrm>
        </p:grpSpPr>
        <p:pic>
          <p:nvPicPr>
            <p:cNvPr id="72" name="Picture 71">
              <a:extLst>
                <a:ext uri="{FF2B5EF4-FFF2-40B4-BE49-F238E27FC236}">
                  <a16:creationId xmlns:a16="http://schemas.microsoft.com/office/drawing/2014/main" id="{58DEA17F-CC59-99EF-4746-BEA59EA37CAF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53563" y="2482227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3" name="Picture 72">
              <a:extLst>
                <a:ext uri="{FF2B5EF4-FFF2-40B4-BE49-F238E27FC236}">
                  <a16:creationId xmlns:a16="http://schemas.microsoft.com/office/drawing/2014/main" id="{63287C8B-C33C-4E37-F34D-7DB88D008DC5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4369" y="4833601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4" name="Picture 73">
              <a:extLst>
                <a:ext uri="{FF2B5EF4-FFF2-40B4-BE49-F238E27FC236}">
                  <a16:creationId xmlns:a16="http://schemas.microsoft.com/office/drawing/2014/main" id="{05D23DA2-5E20-DB9C-F120-23C84B50C011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0363" y="4042843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75" name="Picture 74">
              <a:extLst>
                <a:ext uri="{FF2B5EF4-FFF2-40B4-BE49-F238E27FC236}">
                  <a16:creationId xmlns:a16="http://schemas.microsoft.com/office/drawing/2014/main" id="{0927A22F-8025-71C2-69EA-D5B7FA1F3D8E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75529" y="168816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6" name="Picture 75">
              <a:extLst>
                <a:ext uri="{FF2B5EF4-FFF2-40B4-BE49-F238E27FC236}">
                  <a16:creationId xmlns:a16="http://schemas.microsoft.com/office/drawing/2014/main" id="{6715DF1C-969A-8070-03F3-EC750290EE21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1701290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7" name="Picture 76">
              <a:extLst>
                <a:ext uri="{FF2B5EF4-FFF2-40B4-BE49-F238E27FC236}">
                  <a16:creationId xmlns:a16="http://schemas.microsoft.com/office/drawing/2014/main" id="{646AC0A5-7098-5C90-0808-FF75A467B9F8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0638" y="3266609"/>
              <a:ext cx="731520" cy="731520"/>
            </a:xfrm>
            <a:prstGeom prst="rect">
              <a:avLst/>
            </a:prstGeom>
            <a:ln w="38100">
              <a:solidFill>
                <a:srgbClr val="FF0000"/>
              </a:solidFill>
            </a:ln>
            <a:effectLst>
              <a:softEdge rad="0"/>
            </a:effectLst>
          </p:spPr>
        </p:pic>
        <p:pic>
          <p:nvPicPr>
            <p:cNvPr id="78" name="Picture 77">
              <a:extLst>
                <a:ext uri="{FF2B5EF4-FFF2-40B4-BE49-F238E27FC236}">
                  <a16:creationId xmlns:a16="http://schemas.microsoft.com/office/drawing/2014/main" id="{75173B98-BA26-5010-70EE-EB10285ACC71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29426" y="3261895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79" name="Picture 78">
              <a:extLst>
                <a:ext uri="{FF2B5EF4-FFF2-40B4-BE49-F238E27FC236}">
                  <a16:creationId xmlns:a16="http://schemas.microsoft.com/office/drawing/2014/main" id="{2EBA3427-0286-8B1B-F4DC-1FDF0CA26BBE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86357" y="4046439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80" name="Picture 79">
              <a:extLst>
                <a:ext uri="{FF2B5EF4-FFF2-40B4-BE49-F238E27FC236}">
                  <a16:creationId xmlns:a16="http://schemas.microsoft.com/office/drawing/2014/main" id="{1BD960B1-756D-D532-1B55-700A713257D7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0073" y="3256669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81" name="Picture 80">
              <a:extLst>
                <a:ext uri="{FF2B5EF4-FFF2-40B4-BE49-F238E27FC236}">
                  <a16:creationId xmlns:a16="http://schemas.microsoft.com/office/drawing/2014/main" id="{0CDB48F5-2ADD-C6DA-252B-167D69F2C46F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53563" y="169784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2" name="Picture 81">
              <a:extLst>
                <a:ext uri="{FF2B5EF4-FFF2-40B4-BE49-F238E27FC236}">
                  <a16:creationId xmlns:a16="http://schemas.microsoft.com/office/drawing/2014/main" id="{F395314D-DCFC-4244-9128-B76775208564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0164" y="247228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3" name="Picture 82">
              <a:extLst>
                <a:ext uri="{FF2B5EF4-FFF2-40B4-BE49-F238E27FC236}">
                  <a16:creationId xmlns:a16="http://schemas.microsoft.com/office/drawing/2014/main" id="{19B0657E-8052-0105-624C-946A5A676BE3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2045" y="4833601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4" name="Picture 83">
              <a:extLst>
                <a:ext uri="{FF2B5EF4-FFF2-40B4-BE49-F238E27FC236}">
                  <a16:creationId xmlns:a16="http://schemas.microsoft.com/office/drawing/2014/main" id="{84F268EE-8B77-1F19-263F-FE5B3A3BA19F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4720" y="483714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5" name="Picture 84">
              <a:extLst>
                <a:ext uri="{FF2B5EF4-FFF2-40B4-BE49-F238E27FC236}">
                  <a16:creationId xmlns:a16="http://schemas.microsoft.com/office/drawing/2014/main" id="{C9198BB1-B8A9-44C3-8842-5CD14D10B6A1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90779" y="168131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6" name="Picture 85">
              <a:extLst>
                <a:ext uri="{FF2B5EF4-FFF2-40B4-BE49-F238E27FC236}">
                  <a16:creationId xmlns:a16="http://schemas.microsoft.com/office/drawing/2014/main" id="{662B27E4-2878-CB5C-0701-8D8BDEC112F0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95426" y="246820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7" name="Picture 86">
              <a:extLst>
                <a:ext uri="{FF2B5EF4-FFF2-40B4-BE49-F238E27FC236}">
                  <a16:creationId xmlns:a16="http://schemas.microsoft.com/office/drawing/2014/main" id="{58759CCF-D5A7-15D0-BAF8-6FE5C024B5B4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0901" y="167908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8" name="Picture 87">
              <a:extLst>
                <a:ext uri="{FF2B5EF4-FFF2-40B4-BE49-F238E27FC236}">
                  <a16:creationId xmlns:a16="http://schemas.microsoft.com/office/drawing/2014/main" id="{662D4206-793C-894F-41E4-E0B743936BAB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2484368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9" name="Picture 88">
              <a:extLst>
                <a:ext uri="{FF2B5EF4-FFF2-40B4-BE49-F238E27FC236}">
                  <a16:creationId xmlns:a16="http://schemas.microsoft.com/office/drawing/2014/main" id="{06060ED8-D13D-8180-6F10-3BB12A2019C7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3267446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0" name="Picture 89">
              <a:extLst>
                <a:ext uri="{FF2B5EF4-FFF2-40B4-BE49-F238E27FC236}">
                  <a16:creationId xmlns:a16="http://schemas.microsoft.com/office/drawing/2014/main" id="{9CC90FBA-8A86-A571-6793-09B8B8DB94C0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4369" y="4050524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1" name="Picture 90">
              <a:extLst>
                <a:ext uri="{FF2B5EF4-FFF2-40B4-BE49-F238E27FC236}">
                  <a16:creationId xmlns:a16="http://schemas.microsoft.com/office/drawing/2014/main" id="{8D7858EC-7B4C-B562-7324-1E8A61EC733B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98785" y="326353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2" name="Picture 91">
              <a:extLst>
                <a:ext uri="{FF2B5EF4-FFF2-40B4-BE49-F238E27FC236}">
                  <a16:creationId xmlns:a16="http://schemas.microsoft.com/office/drawing/2014/main" id="{980E5754-16A2-6912-61FA-041F095C70BD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87473" y="4838914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3" name="Picture 92">
              <a:extLst>
                <a:ext uri="{FF2B5EF4-FFF2-40B4-BE49-F238E27FC236}">
                  <a16:creationId xmlns:a16="http://schemas.microsoft.com/office/drawing/2014/main" id="{52559D4D-8F4C-6374-7BB0-180D25F0E574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9366" y="404643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4" name="Picture 93">
              <a:extLst>
                <a:ext uri="{FF2B5EF4-FFF2-40B4-BE49-F238E27FC236}">
                  <a16:creationId xmlns:a16="http://schemas.microsoft.com/office/drawing/2014/main" id="{CE7141FF-6FD8-E16E-9474-D5F3834358D0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29426" y="4046439"/>
              <a:ext cx="734469" cy="731520"/>
            </a:xfrm>
            <a:prstGeom prst="rect">
              <a:avLst/>
            </a:prstGeom>
          </p:spPr>
        </p:pic>
        <p:pic>
          <p:nvPicPr>
            <p:cNvPr id="95" name="Picture 94">
              <a:extLst>
                <a:ext uri="{FF2B5EF4-FFF2-40B4-BE49-F238E27FC236}">
                  <a16:creationId xmlns:a16="http://schemas.microsoft.com/office/drawing/2014/main" id="{8C7858C1-F2C3-7DC5-96AD-1361EB665009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1638" y="4840684"/>
              <a:ext cx="731520" cy="731520"/>
            </a:xfrm>
            <a:prstGeom prst="rect">
              <a:avLst/>
            </a:prstGeom>
          </p:spPr>
        </p:pic>
        <p:pic>
          <p:nvPicPr>
            <p:cNvPr id="96" name="Picture 95">
              <a:extLst>
                <a:ext uri="{FF2B5EF4-FFF2-40B4-BE49-F238E27FC236}">
                  <a16:creationId xmlns:a16="http://schemas.microsoft.com/office/drawing/2014/main" id="{39224D4F-C3FE-A58A-F2A3-581CA8B516E6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22043" y="2475851"/>
              <a:ext cx="731520" cy="731520"/>
            </a:xfrm>
            <a:prstGeom prst="rect">
              <a:avLst/>
            </a:prstGeom>
          </p:spPr>
        </p:pic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D5B0F669-F274-5F73-9708-4E8056BDED42}"/>
              </a:ext>
            </a:extLst>
          </p:cNvPr>
          <p:cNvSpPr txBox="1"/>
          <p:nvPr/>
        </p:nvSpPr>
        <p:spPr>
          <a:xfrm>
            <a:off x="3584666" y="3718196"/>
            <a:ext cx="5629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0000"/>
                </a:highlight>
              </a:rPr>
              <a:t>*RP</a:t>
            </a:r>
          </a:p>
        </p:txBody>
      </p:sp>
      <p:pic>
        <p:nvPicPr>
          <p:cNvPr id="2" name="Graphic 1" descr="Arrow Up with solid fill">
            <a:extLst>
              <a:ext uri="{FF2B5EF4-FFF2-40B4-BE49-F238E27FC236}">
                <a16:creationId xmlns:a16="http://schemas.microsoft.com/office/drawing/2014/main" id="{80A72DC5-1243-4038-0509-4D8CD896B85C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 rot="16200000">
            <a:off x="3012125" y="3356029"/>
            <a:ext cx="548640" cy="548640"/>
          </a:xfrm>
          <a:prstGeom prst="rect">
            <a:avLst/>
          </a:prstGeom>
        </p:spPr>
      </p:pic>
      <p:sp>
        <p:nvSpPr>
          <p:cNvPr id="4" name="Subtitle 2">
            <a:extLst>
              <a:ext uri="{FF2B5EF4-FFF2-40B4-BE49-F238E27FC236}">
                <a16:creationId xmlns:a16="http://schemas.microsoft.com/office/drawing/2014/main" id="{1F1C8789-E515-9915-A527-49F4942377D6}"/>
              </a:ext>
            </a:extLst>
          </p:cNvPr>
          <p:cNvSpPr txBox="1">
            <a:spLocks/>
          </p:cNvSpPr>
          <p:nvPr/>
        </p:nvSpPr>
        <p:spPr>
          <a:xfrm>
            <a:off x="5255421" y="1366443"/>
            <a:ext cx="6562954" cy="33034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sz="25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5DEFFDA8-4328-A2D6-57F6-5296467BF34F}"/>
              </a:ext>
            </a:extLst>
          </p:cNvPr>
          <p:cNvSpPr txBox="1">
            <a:spLocks/>
          </p:cNvSpPr>
          <p:nvPr/>
        </p:nvSpPr>
        <p:spPr>
          <a:xfrm>
            <a:off x="5534060" y="2366627"/>
            <a:ext cx="6562954" cy="33034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>
                <a:ln w="0"/>
              </a:rPr>
              <a:t>When the</a:t>
            </a: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b="1" dirty="0">
                <a:ln w="0"/>
                <a:solidFill>
                  <a:srgbClr val="00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Registered Direction </a:t>
            </a:r>
            <a:r>
              <a:rPr lang="en-US" dirty="0">
                <a:ln w="0"/>
              </a:rPr>
              <a:t>is West (left). The</a:t>
            </a:r>
            <a:r>
              <a:rPr lang="en-US" b="1" dirty="0">
                <a:ln w="0"/>
                <a:solidFill>
                  <a:srgbClr val="FF0000"/>
                </a:solidFill>
              </a:rPr>
              <a:t> </a:t>
            </a:r>
            <a:r>
              <a:rPr lang="en-US" b="1" dirty="0">
                <a:ln w="0"/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Actual Password to Click (*PW)</a:t>
            </a:r>
            <a:r>
              <a:rPr lang="en-US" b="1" dirty="0">
                <a:ln w="0"/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>
                <a:ln w="0"/>
              </a:rPr>
              <a:t>is at West (left) </a:t>
            </a:r>
            <a:r>
              <a:rPr lang="en-US" b="1" dirty="0">
                <a:ln w="0"/>
                <a:solidFill>
                  <a:srgbClr val="FF0000"/>
                </a:solidFill>
              </a:rPr>
              <a:t>of Registered Password (*RP).</a:t>
            </a:r>
            <a:endParaRPr lang="en-US" b="1" dirty="0">
              <a:ln w="0"/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877F109F-8C96-F2DD-6B22-BA5648C76F6D}"/>
              </a:ext>
            </a:extLst>
          </p:cNvPr>
          <p:cNvSpPr txBox="1">
            <a:spLocks/>
          </p:cNvSpPr>
          <p:nvPr/>
        </p:nvSpPr>
        <p:spPr>
          <a:xfrm>
            <a:off x="-1" y="65893"/>
            <a:ext cx="2979175" cy="5982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Tutorial 1: Normal Case</a:t>
            </a:r>
          </a:p>
          <a:p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Forth Image 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94A6BDE-A879-B8D1-3542-703996B3E5C5}"/>
              </a:ext>
            </a:extLst>
          </p:cNvPr>
          <p:cNvGrpSpPr/>
          <p:nvPr/>
        </p:nvGrpSpPr>
        <p:grpSpPr>
          <a:xfrm>
            <a:off x="2979174" y="114109"/>
            <a:ext cx="8293456" cy="1075295"/>
            <a:chOff x="2356269" y="478994"/>
            <a:chExt cx="8293456" cy="1075295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496A51C6-8CC2-9F88-F838-FEA5CB595156}"/>
                </a:ext>
              </a:extLst>
            </p:cNvPr>
            <p:cNvGrpSpPr/>
            <p:nvPr/>
          </p:nvGrpSpPr>
          <p:grpSpPr>
            <a:xfrm>
              <a:off x="2356269" y="478994"/>
              <a:ext cx="8293456" cy="752130"/>
              <a:chOff x="2316940" y="269654"/>
              <a:chExt cx="8293456" cy="752130"/>
            </a:xfrm>
          </p:grpSpPr>
          <p:pic>
            <p:nvPicPr>
              <p:cNvPr id="23" name="Picture 22">
                <a:extLst>
                  <a:ext uri="{FF2B5EF4-FFF2-40B4-BE49-F238E27FC236}">
                    <a16:creationId xmlns:a16="http://schemas.microsoft.com/office/drawing/2014/main" id="{E9E256ED-8348-0C5B-67ED-D9080153D624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260964" y="290264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24" name="Picture 23">
                <a:extLst>
                  <a:ext uri="{FF2B5EF4-FFF2-40B4-BE49-F238E27FC236}">
                    <a16:creationId xmlns:a16="http://schemas.microsoft.com/office/drawing/2014/main" id="{5CD9C40C-961C-E57C-6271-FD59C69DC206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069920" y="290264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25" name="Picture 24">
                <a:extLst>
                  <a:ext uri="{FF2B5EF4-FFF2-40B4-BE49-F238E27FC236}">
                    <a16:creationId xmlns:a16="http://schemas.microsoft.com/office/drawing/2014/main" id="{A3026EED-D532-4251-1B92-C13399F0F5E2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878876" y="290264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26" name="Picture 25">
                <a:extLst>
                  <a:ext uri="{FF2B5EF4-FFF2-40B4-BE49-F238E27FC236}">
                    <a16:creationId xmlns:a16="http://schemas.microsoft.com/office/drawing/2014/main" id="{1D12FCD4-FA37-3577-A22B-5974DE3A3BE6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316940" y="269654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</p:grp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E6F4A1E5-909D-6D5B-5D2B-538AFEDB5733}"/>
                </a:ext>
              </a:extLst>
            </p:cNvPr>
            <p:cNvSpPr txBox="1"/>
            <p:nvPr/>
          </p:nvSpPr>
          <p:spPr>
            <a:xfrm>
              <a:off x="8372658" y="1219927"/>
              <a:ext cx="659155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500" dirty="0"/>
                <a:t>North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A1AF111F-E9E7-168F-2DB7-6130F09D2243}"/>
                </a:ext>
              </a:extLst>
            </p:cNvPr>
            <p:cNvSpPr txBox="1"/>
            <p:nvPr/>
          </p:nvSpPr>
          <p:spPr>
            <a:xfrm>
              <a:off x="9137416" y="1219926"/>
              <a:ext cx="675185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500" dirty="0"/>
                <a:t>South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C8DBC703-4D4F-90AB-BEBB-CA837C8E4A18}"/>
                </a:ext>
              </a:extLst>
            </p:cNvPr>
            <p:cNvSpPr txBox="1"/>
            <p:nvPr/>
          </p:nvSpPr>
          <p:spPr>
            <a:xfrm>
              <a:off x="10024556" y="1231124"/>
              <a:ext cx="549446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500" dirty="0"/>
                <a:t>East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06657408-4E9E-AC55-C4B0-EE9020FC57F4}"/>
                </a:ext>
              </a:extLst>
            </p:cNvPr>
            <p:cNvSpPr txBox="1"/>
            <p:nvPr/>
          </p:nvSpPr>
          <p:spPr>
            <a:xfrm>
              <a:off x="2415065" y="1214140"/>
              <a:ext cx="606705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500" dirty="0"/>
                <a:t>West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22827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55C157-2398-CF2D-760A-789FF674D3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" name="Group 70">
            <a:extLst>
              <a:ext uri="{FF2B5EF4-FFF2-40B4-BE49-F238E27FC236}">
                <a16:creationId xmlns:a16="http://schemas.microsoft.com/office/drawing/2014/main" id="{5D1D5D28-1D88-FF5E-423C-43E74AB44F7B}"/>
              </a:ext>
            </a:extLst>
          </p:cNvPr>
          <p:cNvGrpSpPr/>
          <p:nvPr/>
        </p:nvGrpSpPr>
        <p:grpSpPr>
          <a:xfrm>
            <a:off x="965426" y="1709246"/>
            <a:ext cx="3859863" cy="3893119"/>
            <a:chOff x="6929426" y="1679085"/>
            <a:chExt cx="3859863" cy="3893119"/>
          </a:xfrm>
        </p:grpSpPr>
        <p:pic>
          <p:nvPicPr>
            <p:cNvPr id="72" name="Picture 71">
              <a:extLst>
                <a:ext uri="{FF2B5EF4-FFF2-40B4-BE49-F238E27FC236}">
                  <a16:creationId xmlns:a16="http://schemas.microsoft.com/office/drawing/2014/main" id="{599DCFDE-7946-4758-F860-8EE24A3824DF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53563" y="2482227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3" name="Picture 72">
              <a:extLst>
                <a:ext uri="{FF2B5EF4-FFF2-40B4-BE49-F238E27FC236}">
                  <a16:creationId xmlns:a16="http://schemas.microsoft.com/office/drawing/2014/main" id="{74C7CABB-3F51-E225-C178-B39ED6E1D8F3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4369" y="4833601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4" name="Picture 73">
              <a:extLst>
                <a:ext uri="{FF2B5EF4-FFF2-40B4-BE49-F238E27FC236}">
                  <a16:creationId xmlns:a16="http://schemas.microsoft.com/office/drawing/2014/main" id="{984A52A1-F047-25C1-9A30-F519593DF425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0363" y="4042843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75" name="Picture 74">
              <a:extLst>
                <a:ext uri="{FF2B5EF4-FFF2-40B4-BE49-F238E27FC236}">
                  <a16:creationId xmlns:a16="http://schemas.microsoft.com/office/drawing/2014/main" id="{25BE60CC-B660-79AD-1EAC-446CBD230C2F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75529" y="168816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6" name="Picture 75">
              <a:extLst>
                <a:ext uri="{FF2B5EF4-FFF2-40B4-BE49-F238E27FC236}">
                  <a16:creationId xmlns:a16="http://schemas.microsoft.com/office/drawing/2014/main" id="{E27BB6AA-346D-6E7D-CC8C-7159879DACF7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1701290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7" name="Picture 76">
              <a:extLst>
                <a:ext uri="{FF2B5EF4-FFF2-40B4-BE49-F238E27FC236}">
                  <a16:creationId xmlns:a16="http://schemas.microsoft.com/office/drawing/2014/main" id="{50378E63-3992-7140-5828-65B278929958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0638" y="3266609"/>
              <a:ext cx="731520" cy="731520"/>
            </a:xfrm>
            <a:prstGeom prst="rect">
              <a:avLst/>
            </a:prstGeom>
            <a:ln w="38100">
              <a:solidFill>
                <a:srgbClr val="FF0000"/>
              </a:solidFill>
            </a:ln>
            <a:effectLst>
              <a:softEdge rad="0"/>
            </a:effectLst>
          </p:spPr>
        </p:pic>
        <p:pic>
          <p:nvPicPr>
            <p:cNvPr id="78" name="Picture 77">
              <a:extLst>
                <a:ext uri="{FF2B5EF4-FFF2-40B4-BE49-F238E27FC236}">
                  <a16:creationId xmlns:a16="http://schemas.microsoft.com/office/drawing/2014/main" id="{1B22D459-4A9F-5D5B-BF5B-90D43FBFA3C7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29426" y="3261895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79" name="Picture 78">
              <a:extLst>
                <a:ext uri="{FF2B5EF4-FFF2-40B4-BE49-F238E27FC236}">
                  <a16:creationId xmlns:a16="http://schemas.microsoft.com/office/drawing/2014/main" id="{38172CCC-289A-8684-E119-EC33FF4DBEC6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86357" y="4046439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80" name="Picture 79">
              <a:extLst>
                <a:ext uri="{FF2B5EF4-FFF2-40B4-BE49-F238E27FC236}">
                  <a16:creationId xmlns:a16="http://schemas.microsoft.com/office/drawing/2014/main" id="{F2D3A3B9-EEDD-819B-C1D5-ACF5AA66200E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0073" y="3256669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81" name="Picture 80">
              <a:extLst>
                <a:ext uri="{FF2B5EF4-FFF2-40B4-BE49-F238E27FC236}">
                  <a16:creationId xmlns:a16="http://schemas.microsoft.com/office/drawing/2014/main" id="{8EF20CF9-9501-5E44-DE1E-E369F0F20A16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53563" y="169784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2" name="Picture 81">
              <a:extLst>
                <a:ext uri="{FF2B5EF4-FFF2-40B4-BE49-F238E27FC236}">
                  <a16:creationId xmlns:a16="http://schemas.microsoft.com/office/drawing/2014/main" id="{80ADB86D-665A-F7C1-E577-AB2D0A4B5784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0164" y="247228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3" name="Picture 82">
              <a:extLst>
                <a:ext uri="{FF2B5EF4-FFF2-40B4-BE49-F238E27FC236}">
                  <a16:creationId xmlns:a16="http://schemas.microsoft.com/office/drawing/2014/main" id="{CC897EF5-2AAD-E95F-8504-CE70EF16945B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2045" y="4833601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4" name="Picture 83">
              <a:extLst>
                <a:ext uri="{FF2B5EF4-FFF2-40B4-BE49-F238E27FC236}">
                  <a16:creationId xmlns:a16="http://schemas.microsoft.com/office/drawing/2014/main" id="{BA42C202-986F-8CB4-9A5E-1FF7F4FFFDE2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4720" y="483714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5" name="Picture 84">
              <a:extLst>
                <a:ext uri="{FF2B5EF4-FFF2-40B4-BE49-F238E27FC236}">
                  <a16:creationId xmlns:a16="http://schemas.microsoft.com/office/drawing/2014/main" id="{C3E09A35-A39D-0D43-A3E3-869AE97124D9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90779" y="168131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6" name="Picture 85">
              <a:extLst>
                <a:ext uri="{FF2B5EF4-FFF2-40B4-BE49-F238E27FC236}">
                  <a16:creationId xmlns:a16="http://schemas.microsoft.com/office/drawing/2014/main" id="{9847AAF8-5CE5-649F-DF5F-61CA7129BCA0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95426" y="246820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7" name="Picture 86">
              <a:extLst>
                <a:ext uri="{FF2B5EF4-FFF2-40B4-BE49-F238E27FC236}">
                  <a16:creationId xmlns:a16="http://schemas.microsoft.com/office/drawing/2014/main" id="{E8F7126B-A3D8-4A8C-A7A5-403F6520F188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0901" y="167908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8" name="Picture 87">
              <a:extLst>
                <a:ext uri="{FF2B5EF4-FFF2-40B4-BE49-F238E27FC236}">
                  <a16:creationId xmlns:a16="http://schemas.microsoft.com/office/drawing/2014/main" id="{F9DEA48A-6227-C671-B2DB-5D05419AAF5E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2484368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9" name="Picture 88">
              <a:extLst>
                <a:ext uri="{FF2B5EF4-FFF2-40B4-BE49-F238E27FC236}">
                  <a16:creationId xmlns:a16="http://schemas.microsoft.com/office/drawing/2014/main" id="{B2C55105-4F44-4D55-25A4-3BE3FADCBD0C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3267446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0" name="Picture 89">
              <a:extLst>
                <a:ext uri="{FF2B5EF4-FFF2-40B4-BE49-F238E27FC236}">
                  <a16:creationId xmlns:a16="http://schemas.microsoft.com/office/drawing/2014/main" id="{148702ED-9D88-C7E9-5E2D-3DF2620DAFCC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4369" y="4050524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1" name="Picture 90">
              <a:extLst>
                <a:ext uri="{FF2B5EF4-FFF2-40B4-BE49-F238E27FC236}">
                  <a16:creationId xmlns:a16="http://schemas.microsoft.com/office/drawing/2014/main" id="{2C38F478-4392-F90A-9A1B-3F9B41E78760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98785" y="326353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2" name="Picture 91">
              <a:extLst>
                <a:ext uri="{FF2B5EF4-FFF2-40B4-BE49-F238E27FC236}">
                  <a16:creationId xmlns:a16="http://schemas.microsoft.com/office/drawing/2014/main" id="{D73E9C5C-71E8-96FF-0B9D-082208B733F1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87473" y="4838914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3" name="Picture 92">
              <a:extLst>
                <a:ext uri="{FF2B5EF4-FFF2-40B4-BE49-F238E27FC236}">
                  <a16:creationId xmlns:a16="http://schemas.microsoft.com/office/drawing/2014/main" id="{8BF03DDA-980C-EF27-6241-41D1FD0BA3FA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9366" y="404643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4" name="Picture 93">
              <a:extLst>
                <a:ext uri="{FF2B5EF4-FFF2-40B4-BE49-F238E27FC236}">
                  <a16:creationId xmlns:a16="http://schemas.microsoft.com/office/drawing/2014/main" id="{89C8AB69-F73F-A244-A47D-0CF04BA92159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29426" y="4046439"/>
              <a:ext cx="734469" cy="731520"/>
            </a:xfrm>
            <a:prstGeom prst="rect">
              <a:avLst/>
            </a:prstGeom>
          </p:spPr>
        </p:pic>
        <p:pic>
          <p:nvPicPr>
            <p:cNvPr id="95" name="Picture 94">
              <a:extLst>
                <a:ext uri="{FF2B5EF4-FFF2-40B4-BE49-F238E27FC236}">
                  <a16:creationId xmlns:a16="http://schemas.microsoft.com/office/drawing/2014/main" id="{B1A8BDA4-CCE2-6983-5FE5-2308F011EF02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1638" y="4840684"/>
              <a:ext cx="731520" cy="731520"/>
            </a:xfrm>
            <a:prstGeom prst="rect">
              <a:avLst/>
            </a:prstGeom>
          </p:spPr>
        </p:pic>
        <p:pic>
          <p:nvPicPr>
            <p:cNvPr id="96" name="Picture 95">
              <a:extLst>
                <a:ext uri="{FF2B5EF4-FFF2-40B4-BE49-F238E27FC236}">
                  <a16:creationId xmlns:a16="http://schemas.microsoft.com/office/drawing/2014/main" id="{E354BEA9-754C-2731-6BA7-E79FA28B912C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22043" y="2475851"/>
              <a:ext cx="731520" cy="731520"/>
            </a:xfrm>
            <a:prstGeom prst="rect">
              <a:avLst/>
            </a:prstGeom>
          </p:spPr>
        </p:pic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451E8747-13A1-C92A-5E46-021E979BC750}"/>
              </a:ext>
            </a:extLst>
          </p:cNvPr>
          <p:cNvSpPr txBox="1"/>
          <p:nvPr/>
        </p:nvSpPr>
        <p:spPr>
          <a:xfrm>
            <a:off x="3584666" y="3718196"/>
            <a:ext cx="5629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0000"/>
                </a:highlight>
              </a:rPr>
              <a:t>*RP</a:t>
            </a:r>
          </a:p>
        </p:txBody>
      </p:sp>
      <p:pic>
        <p:nvPicPr>
          <p:cNvPr id="2" name="Graphic 1" descr="Arrow Up with solid fill">
            <a:extLst>
              <a:ext uri="{FF2B5EF4-FFF2-40B4-BE49-F238E27FC236}">
                <a16:creationId xmlns:a16="http://schemas.microsoft.com/office/drawing/2014/main" id="{A5F45229-A8D9-D72C-6F45-30CA0AB72487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 rot="16200000">
            <a:off x="3012125" y="3356029"/>
            <a:ext cx="548640" cy="548640"/>
          </a:xfrm>
          <a:prstGeom prst="rect">
            <a:avLst/>
          </a:prstGeom>
        </p:spPr>
      </p:pic>
      <p:sp>
        <p:nvSpPr>
          <p:cNvPr id="4" name="Subtitle 2">
            <a:extLst>
              <a:ext uri="{FF2B5EF4-FFF2-40B4-BE49-F238E27FC236}">
                <a16:creationId xmlns:a16="http://schemas.microsoft.com/office/drawing/2014/main" id="{7E97880F-22C1-7438-C207-ACF860F41BAE}"/>
              </a:ext>
            </a:extLst>
          </p:cNvPr>
          <p:cNvSpPr txBox="1">
            <a:spLocks/>
          </p:cNvSpPr>
          <p:nvPr/>
        </p:nvSpPr>
        <p:spPr>
          <a:xfrm>
            <a:off x="5255421" y="1366443"/>
            <a:ext cx="6562954" cy="33034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sz="25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5E01966B-3923-5D5C-D800-80072455340F}"/>
              </a:ext>
            </a:extLst>
          </p:cNvPr>
          <p:cNvSpPr txBox="1">
            <a:spLocks/>
          </p:cNvSpPr>
          <p:nvPr/>
        </p:nvSpPr>
        <p:spPr>
          <a:xfrm>
            <a:off x="5534060" y="2366627"/>
            <a:ext cx="6562954" cy="33034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>
                <a:ln w="0"/>
              </a:rPr>
              <a:t>So, the </a:t>
            </a:r>
            <a:r>
              <a:rPr lang="en-US" b="1" dirty="0">
                <a:ln w="0"/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*PW</a:t>
            </a:r>
            <a:r>
              <a:rPr lang="en-US" dirty="0">
                <a:ln w="0"/>
              </a:rPr>
              <a:t> is </a:t>
            </a:r>
          </a:p>
          <a:p>
            <a:pPr algn="l"/>
            <a:endParaRPr lang="en-US" b="1" dirty="0">
              <a:ln w="0"/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D8B641B3-7C1C-4B84-AD9D-37B5FCEEEE0A}"/>
              </a:ext>
            </a:extLst>
          </p:cNvPr>
          <p:cNvSpPr txBox="1">
            <a:spLocks/>
          </p:cNvSpPr>
          <p:nvPr/>
        </p:nvSpPr>
        <p:spPr>
          <a:xfrm>
            <a:off x="-1" y="65893"/>
            <a:ext cx="2979175" cy="5982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Tutorial 1: Normal Case</a:t>
            </a:r>
          </a:p>
          <a:p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Forth Image 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7F2FA7E-7B07-F83A-9A97-31202D294404}"/>
              </a:ext>
            </a:extLst>
          </p:cNvPr>
          <p:cNvGrpSpPr/>
          <p:nvPr/>
        </p:nvGrpSpPr>
        <p:grpSpPr>
          <a:xfrm>
            <a:off x="2979174" y="114109"/>
            <a:ext cx="8293456" cy="1075295"/>
            <a:chOff x="2356269" y="478994"/>
            <a:chExt cx="8293456" cy="1075295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DD0E1D6E-412C-280C-82D0-E18BC04F6D00}"/>
                </a:ext>
              </a:extLst>
            </p:cNvPr>
            <p:cNvGrpSpPr/>
            <p:nvPr/>
          </p:nvGrpSpPr>
          <p:grpSpPr>
            <a:xfrm>
              <a:off x="2356269" y="478994"/>
              <a:ext cx="8293456" cy="752130"/>
              <a:chOff x="2316940" y="269654"/>
              <a:chExt cx="8293456" cy="752130"/>
            </a:xfrm>
          </p:grpSpPr>
          <p:pic>
            <p:nvPicPr>
              <p:cNvPr id="23" name="Picture 22">
                <a:extLst>
                  <a:ext uri="{FF2B5EF4-FFF2-40B4-BE49-F238E27FC236}">
                    <a16:creationId xmlns:a16="http://schemas.microsoft.com/office/drawing/2014/main" id="{A4042F94-677D-880A-B495-917D221FABFD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260964" y="290264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24" name="Picture 23">
                <a:extLst>
                  <a:ext uri="{FF2B5EF4-FFF2-40B4-BE49-F238E27FC236}">
                    <a16:creationId xmlns:a16="http://schemas.microsoft.com/office/drawing/2014/main" id="{AE05184E-567A-45AD-DDBC-F5BCA85F6A6C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069920" y="290264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25" name="Picture 24">
                <a:extLst>
                  <a:ext uri="{FF2B5EF4-FFF2-40B4-BE49-F238E27FC236}">
                    <a16:creationId xmlns:a16="http://schemas.microsoft.com/office/drawing/2014/main" id="{9186A2B1-4BE3-773E-B0DF-D7279402A2D1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878876" y="290264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26" name="Picture 25">
                <a:extLst>
                  <a:ext uri="{FF2B5EF4-FFF2-40B4-BE49-F238E27FC236}">
                    <a16:creationId xmlns:a16="http://schemas.microsoft.com/office/drawing/2014/main" id="{C265FAEE-BCC7-3D2F-808D-F4B56421CA37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316940" y="269654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</p:grp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F5F381C8-D369-3788-E41D-9F757DEA2EA6}"/>
                </a:ext>
              </a:extLst>
            </p:cNvPr>
            <p:cNvSpPr txBox="1"/>
            <p:nvPr/>
          </p:nvSpPr>
          <p:spPr>
            <a:xfrm>
              <a:off x="8372658" y="1219927"/>
              <a:ext cx="659155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500" dirty="0"/>
                <a:t>North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982B60D4-B136-A1F2-EF27-2C05ED6C700C}"/>
                </a:ext>
              </a:extLst>
            </p:cNvPr>
            <p:cNvSpPr txBox="1"/>
            <p:nvPr/>
          </p:nvSpPr>
          <p:spPr>
            <a:xfrm>
              <a:off x="9137416" y="1219926"/>
              <a:ext cx="675185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500" dirty="0"/>
                <a:t>South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D06B7B62-CD62-62BF-3758-39EE85E87DD8}"/>
                </a:ext>
              </a:extLst>
            </p:cNvPr>
            <p:cNvSpPr txBox="1"/>
            <p:nvPr/>
          </p:nvSpPr>
          <p:spPr>
            <a:xfrm>
              <a:off x="10024556" y="1231124"/>
              <a:ext cx="549446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500" dirty="0"/>
                <a:t>East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9683C71E-DA3C-FFF0-856A-FF2FB3C79686}"/>
                </a:ext>
              </a:extLst>
            </p:cNvPr>
            <p:cNvSpPr txBox="1"/>
            <p:nvPr/>
          </p:nvSpPr>
          <p:spPr>
            <a:xfrm>
              <a:off x="2415065" y="1214140"/>
              <a:ext cx="606705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500" dirty="0"/>
                <a:t>West</a:t>
              </a:r>
            </a:p>
          </p:txBody>
        </p: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0262EAC2-AA4B-F545-010B-9B62067D98DA}"/>
              </a:ext>
            </a:extLst>
          </p:cNvPr>
          <p:cNvPicPr preferRelativeResize="0">
            <a:picLocks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50769" y="2440766"/>
            <a:ext cx="731520" cy="731520"/>
          </a:xfrm>
          <a:prstGeom prst="rect">
            <a:avLst/>
          </a:prstGeom>
          <a:effectLst>
            <a:softEdge rad="0"/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33C6605-B3B0-4940-5D07-203F9C863027}"/>
              </a:ext>
            </a:extLst>
          </p:cNvPr>
          <p:cNvSpPr txBox="1"/>
          <p:nvPr/>
        </p:nvSpPr>
        <p:spPr>
          <a:xfrm>
            <a:off x="2447782" y="3718196"/>
            <a:ext cx="6284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0000"/>
                </a:highlight>
              </a:rPr>
              <a:t>*PW</a:t>
            </a:r>
          </a:p>
        </p:txBody>
      </p:sp>
    </p:spTree>
    <p:extLst>
      <p:ext uri="{BB962C8B-B14F-4D97-AF65-F5344CB8AC3E}">
        <p14:creationId xmlns:p14="http://schemas.microsoft.com/office/powerpoint/2010/main" val="27925677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0D3E29-2928-C416-3021-3A2690E7F0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C4534FAC-569B-E14B-0434-D2110775DD90}"/>
              </a:ext>
            </a:extLst>
          </p:cNvPr>
          <p:cNvSpPr txBox="1">
            <a:spLocks/>
          </p:cNvSpPr>
          <p:nvPr/>
        </p:nvSpPr>
        <p:spPr>
          <a:xfrm>
            <a:off x="5255421" y="1366443"/>
            <a:ext cx="6562954" cy="33034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sz="25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7310BFD9-57E1-A91D-86D4-91D11BE50124}"/>
              </a:ext>
            </a:extLst>
          </p:cNvPr>
          <p:cNvSpPr txBox="1">
            <a:spLocks/>
          </p:cNvSpPr>
          <p:nvPr/>
        </p:nvSpPr>
        <p:spPr>
          <a:xfrm>
            <a:off x="5534060" y="2366627"/>
            <a:ext cx="6562954" cy="33034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500" b="1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Password Need to Click for Successful Login:</a:t>
            </a:r>
          </a:p>
          <a:p>
            <a:pPr algn="l"/>
            <a:endParaRPr lang="en-US" sz="2500" b="1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17F540F2-1858-1989-6ECC-7EBC5072396D}"/>
              </a:ext>
            </a:extLst>
          </p:cNvPr>
          <p:cNvSpPr txBox="1">
            <a:spLocks/>
          </p:cNvSpPr>
          <p:nvPr/>
        </p:nvSpPr>
        <p:spPr>
          <a:xfrm>
            <a:off x="-1" y="65893"/>
            <a:ext cx="2979175" cy="5982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Tutorial 1: Normal Case</a:t>
            </a:r>
          </a:p>
          <a:p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Overall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53A3317-9194-A723-5C32-57600D0D9041}"/>
              </a:ext>
            </a:extLst>
          </p:cNvPr>
          <p:cNvPicPr preferRelativeResize="0"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0176" y="3195150"/>
            <a:ext cx="731520" cy="731520"/>
          </a:xfrm>
          <a:prstGeom prst="rect">
            <a:avLst/>
          </a:prstGeom>
          <a:effectLst>
            <a:softEdge rad="0"/>
          </a:effectLst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0D0C9374-2156-8DF5-0C4F-BE64EBD50022}"/>
              </a:ext>
            </a:extLst>
          </p:cNvPr>
          <p:cNvGrpSpPr/>
          <p:nvPr/>
        </p:nvGrpSpPr>
        <p:grpSpPr>
          <a:xfrm>
            <a:off x="8923198" y="134719"/>
            <a:ext cx="3158388" cy="1058311"/>
            <a:chOff x="8300293" y="499604"/>
            <a:chExt cx="3158388" cy="1058311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114F1E00-2B87-D690-43E2-AED1BBA75823}"/>
                </a:ext>
              </a:extLst>
            </p:cNvPr>
            <p:cNvGrpSpPr/>
            <p:nvPr/>
          </p:nvGrpSpPr>
          <p:grpSpPr>
            <a:xfrm>
              <a:off x="8300293" y="499604"/>
              <a:ext cx="3158388" cy="731520"/>
              <a:chOff x="8260964" y="290264"/>
              <a:chExt cx="3158388" cy="731520"/>
            </a:xfrm>
          </p:grpSpPr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25D2D59B-89F2-057A-AA8D-DE2CBDC2235A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260964" y="290264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17" name="Picture 16">
                <a:extLst>
                  <a:ext uri="{FF2B5EF4-FFF2-40B4-BE49-F238E27FC236}">
                    <a16:creationId xmlns:a16="http://schemas.microsoft.com/office/drawing/2014/main" id="{D354D9E5-D505-6EF0-B41E-34284A71CD40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069920" y="290264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27" name="Picture 26">
                <a:extLst>
                  <a:ext uri="{FF2B5EF4-FFF2-40B4-BE49-F238E27FC236}">
                    <a16:creationId xmlns:a16="http://schemas.microsoft.com/office/drawing/2014/main" id="{E54CA089-1983-F763-8E76-405DC799BD11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878876" y="290264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28" name="Picture 27">
                <a:extLst>
                  <a:ext uri="{FF2B5EF4-FFF2-40B4-BE49-F238E27FC236}">
                    <a16:creationId xmlns:a16="http://schemas.microsoft.com/office/drawing/2014/main" id="{81418590-F9D3-DAA1-5F2E-F6311ADEB5A2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687832" y="290264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</p:grp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003CD19-70C3-DE40-C082-31C2A53C5588}"/>
                </a:ext>
              </a:extLst>
            </p:cNvPr>
            <p:cNvSpPr txBox="1"/>
            <p:nvPr/>
          </p:nvSpPr>
          <p:spPr>
            <a:xfrm>
              <a:off x="8372658" y="1219927"/>
              <a:ext cx="659155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500" dirty="0"/>
                <a:t>North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A8ABDBC0-45AC-2544-BAFE-6130D7C0395C}"/>
                </a:ext>
              </a:extLst>
            </p:cNvPr>
            <p:cNvSpPr txBox="1"/>
            <p:nvPr/>
          </p:nvSpPr>
          <p:spPr>
            <a:xfrm>
              <a:off x="9137416" y="1219926"/>
              <a:ext cx="675185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500" dirty="0"/>
                <a:t>South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C4CC61A0-7971-8D08-B1DE-655E6366D5C4}"/>
                </a:ext>
              </a:extLst>
            </p:cNvPr>
            <p:cNvSpPr txBox="1"/>
            <p:nvPr/>
          </p:nvSpPr>
          <p:spPr>
            <a:xfrm>
              <a:off x="10024556" y="1231124"/>
              <a:ext cx="549446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500" dirty="0"/>
                <a:t>East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0EBAAB94-8E3A-7378-6F57-7F1C5DF98BBB}"/>
                </a:ext>
              </a:extLst>
            </p:cNvPr>
            <p:cNvSpPr txBox="1"/>
            <p:nvPr/>
          </p:nvSpPr>
          <p:spPr>
            <a:xfrm>
              <a:off x="10785957" y="1234750"/>
              <a:ext cx="606705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500" dirty="0"/>
                <a:t>West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E68FD4B3-B1C4-27D3-F2C1-973FC20FCE8F}"/>
              </a:ext>
            </a:extLst>
          </p:cNvPr>
          <p:cNvGrpSpPr/>
          <p:nvPr/>
        </p:nvGrpSpPr>
        <p:grpSpPr>
          <a:xfrm>
            <a:off x="965426" y="1709246"/>
            <a:ext cx="3859863" cy="3893119"/>
            <a:chOff x="6929426" y="1679085"/>
            <a:chExt cx="3859863" cy="3893119"/>
          </a:xfrm>
        </p:grpSpPr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B2D7D0C8-4566-A707-3C79-7F8E59676FD7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53563" y="2482227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D587D29E-3E2A-601C-A648-759775B36CDD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4369" y="4833601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A53130BB-C4AA-082D-6ACB-719B4BBFC6E4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0363" y="4042843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33" name="Picture 32">
              <a:extLst>
                <a:ext uri="{FF2B5EF4-FFF2-40B4-BE49-F238E27FC236}">
                  <a16:creationId xmlns:a16="http://schemas.microsoft.com/office/drawing/2014/main" id="{46836C8B-7D65-550B-B4B7-B43FE7788E03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75529" y="168816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51E9D445-CA29-0C6A-E9C8-80A2D71ACC0E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1701290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53CF02AB-2300-47A7-ABCA-864D1AD00752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61044" y="3256669"/>
              <a:ext cx="731520" cy="731520"/>
            </a:xfrm>
            <a:prstGeom prst="rect">
              <a:avLst/>
            </a:prstGeom>
            <a:ln>
              <a:solidFill>
                <a:schemeClr val="bg1"/>
              </a:solidFill>
            </a:ln>
            <a:effectLst>
              <a:softEdge rad="0"/>
            </a:effectLst>
          </p:spPr>
        </p:pic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D2BD1083-6EE2-1983-5ACB-A47B42AD0C63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29426" y="3261895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37" name="Picture 36">
              <a:extLst>
                <a:ext uri="{FF2B5EF4-FFF2-40B4-BE49-F238E27FC236}">
                  <a16:creationId xmlns:a16="http://schemas.microsoft.com/office/drawing/2014/main" id="{E7CC35FF-5978-D951-446B-D8DC7403A0B8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86357" y="4046439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38" name="Picture 37">
              <a:extLst>
                <a:ext uri="{FF2B5EF4-FFF2-40B4-BE49-F238E27FC236}">
                  <a16:creationId xmlns:a16="http://schemas.microsoft.com/office/drawing/2014/main" id="{ACED89CF-E2AB-BD81-88E3-0C0B7C313322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0073" y="3256669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39" name="Picture 38">
              <a:extLst>
                <a:ext uri="{FF2B5EF4-FFF2-40B4-BE49-F238E27FC236}">
                  <a16:creationId xmlns:a16="http://schemas.microsoft.com/office/drawing/2014/main" id="{026986E8-E16D-8AB2-CA9F-57E6D8017DE5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53563" y="169784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40" name="Picture 39">
              <a:extLst>
                <a:ext uri="{FF2B5EF4-FFF2-40B4-BE49-F238E27FC236}">
                  <a16:creationId xmlns:a16="http://schemas.microsoft.com/office/drawing/2014/main" id="{4207E7C6-CC49-BB6D-615C-08F7F20BAFA7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0164" y="247228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41" name="Picture 40">
              <a:extLst>
                <a:ext uri="{FF2B5EF4-FFF2-40B4-BE49-F238E27FC236}">
                  <a16:creationId xmlns:a16="http://schemas.microsoft.com/office/drawing/2014/main" id="{98AB1735-4E8E-92DC-380D-491CD4DBBC58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2045" y="4833601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42" name="Picture 41">
              <a:extLst>
                <a:ext uri="{FF2B5EF4-FFF2-40B4-BE49-F238E27FC236}">
                  <a16:creationId xmlns:a16="http://schemas.microsoft.com/office/drawing/2014/main" id="{7D2F9BCC-36FF-8D39-00AF-24AF4139EDEA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4720" y="483714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43" name="Picture 42">
              <a:extLst>
                <a:ext uri="{FF2B5EF4-FFF2-40B4-BE49-F238E27FC236}">
                  <a16:creationId xmlns:a16="http://schemas.microsoft.com/office/drawing/2014/main" id="{CE04C9C3-7D61-7587-4549-0E5B287E2AA6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90779" y="168131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44" name="Picture 43">
              <a:extLst>
                <a:ext uri="{FF2B5EF4-FFF2-40B4-BE49-F238E27FC236}">
                  <a16:creationId xmlns:a16="http://schemas.microsoft.com/office/drawing/2014/main" id="{D2CB4B38-76D2-3893-CCA4-B7F6D4A625E5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95426" y="246820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45" name="Picture 44">
              <a:extLst>
                <a:ext uri="{FF2B5EF4-FFF2-40B4-BE49-F238E27FC236}">
                  <a16:creationId xmlns:a16="http://schemas.microsoft.com/office/drawing/2014/main" id="{8ADC2B6D-9A80-AFDC-98E6-EA4F00EC4A92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0901" y="167908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46" name="Picture 45">
              <a:extLst>
                <a:ext uri="{FF2B5EF4-FFF2-40B4-BE49-F238E27FC236}">
                  <a16:creationId xmlns:a16="http://schemas.microsoft.com/office/drawing/2014/main" id="{662028F0-273C-B349-9D15-9714ACC43E08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2484368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47" name="Picture 46">
              <a:extLst>
                <a:ext uri="{FF2B5EF4-FFF2-40B4-BE49-F238E27FC236}">
                  <a16:creationId xmlns:a16="http://schemas.microsoft.com/office/drawing/2014/main" id="{91BEEC80-B67C-B304-19E0-1A5632EF23EB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3267446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48" name="Picture 47">
              <a:extLst>
                <a:ext uri="{FF2B5EF4-FFF2-40B4-BE49-F238E27FC236}">
                  <a16:creationId xmlns:a16="http://schemas.microsoft.com/office/drawing/2014/main" id="{BDD4AFA5-DA8E-59FD-3F4B-C78DE54C3060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4369" y="4050524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49" name="Picture 48">
              <a:extLst>
                <a:ext uri="{FF2B5EF4-FFF2-40B4-BE49-F238E27FC236}">
                  <a16:creationId xmlns:a16="http://schemas.microsoft.com/office/drawing/2014/main" id="{CB1FBD43-728B-2DAC-0265-8FB7FAF5A530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98785" y="326353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50" name="Picture 49">
              <a:extLst>
                <a:ext uri="{FF2B5EF4-FFF2-40B4-BE49-F238E27FC236}">
                  <a16:creationId xmlns:a16="http://schemas.microsoft.com/office/drawing/2014/main" id="{3BDAB45D-2F2F-BF62-627D-DA3AB010E66C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87473" y="4838914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51" name="Picture 50">
              <a:extLst>
                <a:ext uri="{FF2B5EF4-FFF2-40B4-BE49-F238E27FC236}">
                  <a16:creationId xmlns:a16="http://schemas.microsoft.com/office/drawing/2014/main" id="{EDE84663-F014-0BFF-6CB4-06FC6C312616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9366" y="404643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1F20E003-42D9-B4A1-BB26-FC81404B9506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29426" y="4046439"/>
              <a:ext cx="734469" cy="731520"/>
            </a:xfrm>
            <a:prstGeom prst="rect">
              <a:avLst/>
            </a:prstGeom>
          </p:spPr>
        </p:pic>
        <p:pic>
          <p:nvPicPr>
            <p:cNvPr id="53" name="Picture 52">
              <a:extLst>
                <a:ext uri="{FF2B5EF4-FFF2-40B4-BE49-F238E27FC236}">
                  <a16:creationId xmlns:a16="http://schemas.microsoft.com/office/drawing/2014/main" id="{03CC1A6F-AF44-D6B4-D141-F5AF8D725C02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1638" y="4840684"/>
              <a:ext cx="731520" cy="731520"/>
            </a:xfrm>
            <a:prstGeom prst="rect">
              <a:avLst/>
            </a:prstGeom>
          </p:spPr>
        </p:pic>
        <p:pic>
          <p:nvPicPr>
            <p:cNvPr id="54" name="Picture 53">
              <a:extLst>
                <a:ext uri="{FF2B5EF4-FFF2-40B4-BE49-F238E27FC236}">
                  <a16:creationId xmlns:a16="http://schemas.microsoft.com/office/drawing/2014/main" id="{7A580DA0-B89F-55A3-461B-43A63BBD3E50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22043" y="2475851"/>
              <a:ext cx="731520" cy="731520"/>
            </a:xfrm>
            <a:prstGeom prst="rect">
              <a:avLst/>
            </a:prstGeom>
          </p:spPr>
        </p:pic>
      </p:grpSp>
      <p:sp>
        <p:nvSpPr>
          <p:cNvPr id="57" name="TextBox 56">
            <a:extLst>
              <a:ext uri="{FF2B5EF4-FFF2-40B4-BE49-F238E27FC236}">
                <a16:creationId xmlns:a16="http://schemas.microsoft.com/office/drawing/2014/main" id="{74ED8C84-AE86-FD21-E2F2-196D0D9B7760}"/>
              </a:ext>
            </a:extLst>
          </p:cNvPr>
          <p:cNvSpPr txBox="1"/>
          <p:nvPr/>
        </p:nvSpPr>
        <p:spPr>
          <a:xfrm>
            <a:off x="2447782" y="3718196"/>
            <a:ext cx="7518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0000"/>
                </a:highlight>
              </a:rPr>
              <a:t>*PW4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175CDC6C-83DC-3DCD-0595-805DA7A4CAE9}"/>
              </a:ext>
            </a:extLst>
          </p:cNvPr>
          <p:cNvSpPr txBox="1"/>
          <p:nvPr/>
        </p:nvSpPr>
        <p:spPr>
          <a:xfrm>
            <a:off x="1635053" y="2913576"/>
            <a:ext cx="7518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0000"/>
                </a:highlight>
              </a:rPr>
              <a:t>*PW1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0203481-2EE5-B17C-73F5-32B4980833B7}"/>
              </a:ext>
            </a:extLst>
          </p:cNvPr>
          <p:cNvSpPr txBox="1"/>
          <p:nvPr/>
        </p:nvSpPr>
        <p:spPr>
          <a:xfrm>
            <a:off x="2436658" y="5286702"/>
            <a:ext cx="7518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0000"/>
                </a:highlight>
              </a:rPr>
              <a:t>*PW2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9A2B8AA-791C-5D7E-A781-76E65CEFAC1E}"/>
              </a:ext>
            </a:extLst>
          </p:cNvPr>
          <p:cNvSpPr txBox="1"/>
          <p:nvPr/>
        </p:nvSpPr>
        <p:spPr>
          <a:xfrm>
            <a:off x="1655143" y="3708470"/>
            <a:ext cx="7518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0000"/>
                </a:highlight>
              </a:rPr>
              <a:t>*PW3</a:t>
            </a:r>
          </a:p>
        </p:txBody>
      </p:sp>
      <p:pic>
        <p:nvPicPr>
          <p:cNvPr id="61" name="Picture 60">
            <a:extLst>
              <a:ext uri="{FF2B5EF4-FFF2-40B4-BE49-F238E27FC236}">
                <a16:creationId xmlns:a16="http://schemas.microsoft.com/office/drawing/2014/main" id="{B06AA532-5A51-81EA-2DAC-FB1A65B0E1F6}"/>
              </a:ext>
            </a:extLst>
          </p:cNvPr>
          <p:cNvPicPr preferRelativeResize="0">
            <a:picLocks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1181" y="3180836"/>
            <a:ext cx="731520" cy="731520"/>
          </a:xfrm>
          <a:prstGeom prst="rect">
            <a:avLst/>
          </a:prstGeom>
          <a:effectLst>
            <a:softEdge rad="0"/>
          </a:effectLst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0DD4F2F7-2E2E-B7D0-0517-A435870626D4}"/>
              </a:ext>
            </a:extLst>
          </p:cNvPr>
          <p:cNvPicPr preferRelativeResize="0">
            <a:picLocks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0846" y="3195150"/>
            <a:ext cx="731520" cy="731520"/>
          </a:xfrm>
          <a:prstGeom prst="rect">
            <a:avLst/>
          </a:prstGeom>
          <a:effectLst>
            <a:softEdge rad="0"/>
          </a:effectLst>
        </p:spPr>
      </p:pic>
      <p:pic>
        <p:nvPicPr>
          <p:cNvPr id="63" name="Picture 62">
            <a:extLst>
              <a:ext uri="{FF2B5EF4-FFF2-40B4-BE49-F238E27FC236}">
                <a16:creationId xmlns:a16="http://schemas.microsoft.com/office/drawing/2014/main" id="{36A23B14-40CB-1C9B-4C9B-2E30360648E3}"/>
              </a:ext>
            </a:extLst>
          </p:cNvPr>
          <p:cNvPicPr preferRelativeResize="0"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0511" y="3195150"/>
            <a:ext cx="731520" cy="731520"/>
          </a:xfrm>
          <a:prstGeom prst="rect">
            <a:avLst/>
          </a:prstGeom>
          <a:ln w="38100">
            <a:noFill/>
          </a:ln>
          <a:effectLst>
            <a:softEdge rad="0"/>
          </a:effectLst>
        </p:spPr>
      </p:pic>
    </p:spTree>
    <p:extLst>
      <p:ext uri="{BB962C8B-B14F-4D97-AF65-F5344CB8AC3E}">
        <p14:creationId xmlns:p14="http://schemas.microsoft.com/office/powerpoint/2010/main" val="28124734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116568-06C7-C2E7-9624-EAD965600B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5B22AD3-5726-AA10-2C17-B80C3EB19D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30775" y="2260555"/>
            <a:ext cx="4679753" cy="1222433"/>
          </a:xfrm>
        </p:spPr>
        <p:txBody>
          <a:bodyPr>
            <a:noAutofit/>
          </a:bodyPr>
          <a:lstStyle/>
          <a:p>
            <a:r>
              <a:rPr lang="en-US" sz="45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Tutorial 1 – Special Case Example </a:t>
            </a:r>
          </a:p>
          <a:p>
            <a:r>
              <a:rPr lang="en-US" sz="45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</a:t>
            </a:r>
            <a:r>
              <a:rPr lang="en-US" sz="45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*PW </a:t>
            </a:r>
            <a:r>
              <a:rPr lang="en-US" sz="45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Out of Grid)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3E0945F5-CF1E-1089-E292-0677D821F5D7}"/>
              </a:ext>
            </a:extLst>
          </p:cNvPr>
          <p:cNvSpPr/>
          <p:nvPr/>
        </p:nvSpPr>
        <p:spPr>
          <a:xfrm>
            <a:off x="3289563" y="966867"/>
            <a:ext cx="731520" cy="731520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/>
              <a:t>Out of Grid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FBFDA213-A1D7-C1A4-C565-3B210A55678F}"/>
              </a:ext>
            </a:extLst>
          </p:cNvPr>
          <p:cNvSpPr/>
          <p:nvPr/>
        </p:nvSpPr>
        <p:spPr>
          <a:xfrm>
            <a:off x="4862272" y="2517291"/>
            <a:ext cx="731520" cy="731520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/>
              <a:t>Out of Grid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ED58AA48-9B48-F5D1-8A3A-4930FD33520F}"/>
              </a:ext>
            </a:extLst>
          </p:cNvPr>
          <p:cNvSpPr/>
          <p:nvPr/>
        </p:nvSpPr>
        <p:spPr>
          <a:xfrm>
            <a:off x="948851" y="5650754"/>
            <a:ext cx="731520" cy="731520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/>
              <a:t>Out of Grid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F1BBDE0A-8DBE-6890-58EA-B778BC6DC8B4}"/>
              </a:ext>
            </a:extLst>
          </p:cNvPr>
          <p:cNvSpPr/>
          <p:nvPr/>
        </p:nvSpPr>
        <p:spPr>
          <a:xfrm>
            <a:off x="213740" y="3293700"/>
            <a:ext cx="731520" cy="731520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/>
              <a:t>Out of Grid</a:t>
            </a:r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760F3DE1-B73D-A498-3073-029119E0E8C3}"/>
              </a:ext>
            </a:extLst>
          </p:cNvPr>
          <p:cNvGrpSpPr/>
          <p:nvPr/>
        </p:nvGrpSpPr>
        <p:grpSpPr>
          <a:xfrm>
            <a:off x="965426" y="1709246"/>
            <a:ext cx="3865300" cy="3893119"/>
            <a:chOff x="6929426" y="1679085"/>
            <a:chExt cx="3865300" cy="3893119"/>
          </a:xfrm>
        </p:grpSpPr>
        <p:pic>
          <p:nvPicPr>
            <p:cNvPr id="60" name="Picture 59">
              <a:extLst>
                <a:ext uri="{FF2B5EF4-FFF2-40B4-BE49-F238E27FC236}">
                  <a16:creationId xmlns:a16="http://schemas.microsoft.com/office/drawing/2014/main" id="{C93CA3BB-AEF9-36ED-5266-D7009FB57624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53563" y="2482227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61" name="Picture 60">
              <a:extLst>
                <a:ext uri="{FF2B5EF4-FFF2-40B4-BE49-F238E27FC236}">
                  <a16:creationId xmlns:a16="http://schemas.microsoft.com/office/drawing/2014/main" id="{1A587DD4-E7C0-CF76-75ED-24DF24B5D51D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87473" y="4050524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62" name="Picture 61">
              <a:extLst>
                <a:ext uri="{FF2B5EF4-FFF2-40B4-BE49-F238E27FC236}">
                  <a16:creationId xmlns:a16="http://schemas.microsoft.com/office/drawing/2014/main" id="{AC1C71CF-5B9B-F121-A614-DDCC0085F3F4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0363" y="4042843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63" name="Picture 62">
              <a:extLst>
                <a:ext uri="{FF2B5EF4-FFF2-40B4-BE49-F238E27FC236}">
                  <a16:creationId xmlns:a16="http://schemas.microsoft.com/office/drawing/2014/main" id="{2F618B74-4FA3-0BA4-3156-B424D75AA590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75529" y="168816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64" name="Picture 63">
              <a:extLst>
                <a:ext uri="{FF2B5EF4-FFF2-40B4-BE49-F238E27FC236}">
                  <a16:creationId xmlns:a16="http://schemas.microsoft.com/office/drawing/2014/main" id="{9398B71B-C429-91A8-D561-5E8D46138174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1701290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65" name="Picture 64">
              <a:extLst>
                <a:ext uri="{FF2B5EF4-FFF2-40B4-BE49-F238E27FC236}">
                  <a16:creationId xmlns:a16="http://schemas.microsoft.com/office/drawing/2014/main" id="{8C19E2AE-0E05-A07D-E14D-56403091F866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29426" y="3252194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66" name="Picture 65">
              <a:extLst>
                <a:ext uri="{FF2B5EF4-FFF2-40B4-BE49-F238E27FC236}">
                  <a16:creationId xmlns:a16="http://schemas.microsoft.com/office/drawing/2014/main" id="{F208A0C3-E500-9D37-5FA8-1B58D4215706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2482227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67" name="Picture 66">
              <a:extLst>
                <a:ext uri="{FF2B5EF4-FFF2-40B4-BE49-F238E27FC236}">
                  <a16:creationId xmlns:a16="http://schemas.microsoft.com/office/drawing/2014/main" id="{EA6C459B-E4EB-AD33-B03B-759D811F81F6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4369" y="4840684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68" name="Picture 67">
              <a:extLst>
                <a:ext uri="{FF2B5EF4-FFF2-40B4-BE49-F238E27FC236}">
                  <a16:creationId xmlns:a16="http://schemas.microsoft.com/office/drawing/2014/main" id="{5FCD9B56-C2AF-77B9-42E9-E4D970B2E179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2478" y="1679085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69" name="Picture 68">
              <a:extLst>
                <a:ext uri="{FF2B5EF4-FFF2-40B4-BE49-F238E27FC236}">
                  <a16:creationId xmlns:a16="http://schemas.microsoft.com/office/drawing/2014/main" id="{B576E38B-4408-297F-46A0-78D8EC72C69C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53563" y="169784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0" name="Picture 69">
              <a:extLst>
                <a:ext uri="{FF2B5EF4-FFF2-40B4-BE49-F238E27FC236}">
                  <a16:creationId xmlns:a16="http://schemas.microsoft.com/office/drawing/2014/main" id="{D870FC57-3482-F41D-6D6F-355209E4BBC1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0164" y="247228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1" name="Picture 70">
              <a:extLst>
                <a:ext uri="{FF2B5EF4-FFF2-40B4-BE49-F238E27FC236}">
                  <a16:creationId xmlns:a16="http://schemas.microsoft.com/office/drawing/2014/main" id="{1C3FBB56-C18D-97CF-BA2A-4B835F9CC83A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2045" y="4833601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2" name="Picture 71">
              <a:extLst>
                <a:ext uri="{FF2B5EF4-FFF2-40B4-BE49-F238E27FC236}">
                  <a16:creationId xmlns:a16="http://schemas.microsoft.com/office/drawing/2014/main" id="{3F617C6F-990F-9387-ABF4-C2B3CA51662D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4720" y="483714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3" name="Picture 72">
              <a:extLst>
                <a:ext uri="{FF2B5EF4-FFF2-40B4-BE49-F238E27FC236}">
                  <a16:creationId xmlns:a16="http://schemas.microsoft.com/office/drawing/2014/main" id="{CBF30A7E-D615-175D-4E3C-74FFF2D0A121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95426" y="326353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4" name="Picture 73">
              <a:extLst>
                <a:ext uri="{FF2B5EF4-FFF2-40B4-BE49-F238E27FC236}">
                  <a16:creationId xmlns:a16="http://schemas.microsoft.com/office/drawing/2014/main" id="{0656304A-D071-0513-B05B-5768A7F19ABF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95426" y="246820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5" name="Picture 74">
              <a:extLst>
                <a:ext uri="{FF2B5EF4-FFF2-40B4-BE49-F238E27FC236}">
                  <a16:creationId xmlns:a16="http://schemas.microsoft.com/office/drawing/2014/main" id="{369E731D-46C4-D35C-BC28-349332858F5E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0901" y="167908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6" name="Picture 75">
              <a:extLst>
                <a:ext uri="{FF2B5EF4-FFF2-40B4-BE49-F238E27FC236}">
                  <a16:creationId xmlns:a16="http://schemas.microsoft.com/office/drawing/2014/main" id="{2044057F-3EA9-B195-C00F-C45F70EAC20D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0363" y="327298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7" name="Picture 76">
              <a:extLst>
                <a:ext uri="{FF2B5EF4-FFF2-40B4-BE49-F238E27FC236}">
                  <a16:creationId xmlns:a16="http://schemas.microsoft.com/office/drawing/2014/main" id="{B42E0C57-2580-2DDE-17CF-A1760868CEB4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63206" y="3269587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8" name="Picture 77">
              <a:extLst>
                <a:ext uri="{FF2B5EF4-FFF2-40B4-BE49-F238E27FC236}">
                  <a16:creationId xmlns:a16="http://schemas.microsoft.com/office/drawing/2014/main" id="{6333537F-0F22-1B99-F72A-B2DE3AE4A125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4369" y="4050524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9" name="Picture 78">
              <a:extLst>
                <a:ext uri="{FF2B5EF4-FFF2-40B4-BE49-F238E27FC236}">
                  <a16:creationId xmlns:a16="http://schemas.microsoft.com/office/drawing/2014/main" id="{8C4B5B52-47F9-4A43-018F-6B27B3296AE5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98785" y="326353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0" name="Picture 79">
              <a:extLst>
                <a:ext uri="{FF2B5EF4-FFF2-40B4-BE49-F238E27FC236}">
                  <a16:creationId xmlns:a16="http://schemas.microsoft.com/office/drawing/2014/main" id="{FD235418-142B-7EF3-0B41-02446E50EA77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87473" y="4838914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1" name="Picture 80">
              <a:extLst>
                <a:ext uri="{FF2B5EF4-FFF2-40B4-BE49-F238E27FC236}">
                  <a16:creationId xmlns:a16="http://schemas.microsoft.com/office/drawing/2014/main" id="{AF38DFB8-9D04-8477-FDCB-39861F4E3ACF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9366" y="404643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2" name="Picture 81">
              <a:extLst>
                <a:ext uri="{FF2B5EF4-FFF2-40B4-BE49-F238E27FC236}">
                  <a16:creationId xmlns:a16="http://schemas.microsoft.com/office/drawing/2014/main" id="{68831B32-8561-D5EE-A098-7C93A6E65A6A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29426" y="4046439"/>
              <a:ext cx="734469" cy="731520"/>
            </a:xfrm>
            <a:prstGeom prst="rect">
              <a:avLst/>
            </a:prstGeom>
          </p:spPr>
        </p:pic>
        <p:pic>
          <p:nvPicPr>
            <p:cNvPr id="83" name="Picture 82">
              <a:extLst>
                <a:ext uri="{FF2B5EF4-FFF2-40B4-BE49-F238E27FC236}">
                  <a16:creationId xmlns:a16="http://schemas.microsoft.com/office/drawing/2014/main" id="{0599C70B-CD6F-6723-F186-065A51F805DA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1638" y="4840684"/>
              <a:ext cx="731520" cy="731520"/>
            </a:xfrm>
            <a:prstGeom prst="rect">
              <a:avLst/>
            </a:prstGeom>
          </p:spPr>
        </p:pic>
        <p:pic>
          <p:nvPicPr>
            <p:cNvPr id="84" name="Picture 83">
              <a:extLst>
                <a:ext uri="{FF2B5EF4-FFF2-40B4-BE49-F238E27FC236}">
                  <a16:creationId xmlns:a16="http://schemas.microsoft.com/office/drawing/2014/main" id="{77C27652-7850-577C-9571-B6BC26AAED3B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22043" y="2475851"/>
              <a:ext cx="731520" cy="73152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1715303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23CA53-1D60-87BC-FBC9-76F95F2811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ubtitle 2">
            <a:extLst>
              <a:ext uri="{FF2B5EF4-FFF2-40B4-BE49-F238E27FC236}">
                <a16:creationId xmlns:a16="http://schemas.microsoft.com/office/drawing/2014/main" id="{C85E64C0-C5F7-5CC0-34DE-F0A3AD2B0167}"/>
              </a:ext>
            </a:extLst>
          </p:cNvPr>
          <p:cNvSpPr txBox="1">
            <a:spLocks/>
          </p:cNvSpPr>
          <p:nvPr/>
        </p:nvSpPr>
        <p:spPr>
          <a:xfrm>
            <a:off x="-1" y="65893"/>
            <a:ext cx="3991898" cy="5982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Tutorial 1: Registered Password &amp; Registered Direction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7D3E93C-6CED-7A07-31FF-D5B3890E98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882117" y="2732096"/>
            <a:ext cx="9384331" cy="1222433"/>
          </a:xfrm>
        </p:spPr>
        <p:txBody>
          <a:bodyPr>
            <a:noAutofit/>
          </a:bodyPr>
          <a:lstStyle/>
          <a:p>
            <a:r>
              <a:rPr lang="en-US" sz="2000" b="1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Registered Password :</a:t>
            </a:r>
          </a:p>
          <a:p>
            <a:r>
              <a:rPr lang="en-US" sz="2000" b="1" dirty="0">
                <a:ln w="0"/>
                <a:solidFill>
                  <a:srgbClr val="00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Registered Direction :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ED02894A-D74A-CA49-F69D-6AA2AA87607B}"/>
              </a:ext>
            </a:extLst>
          </p:cNvPr>
          <p:cNvGrpSpPr/>
          <p:nvPr/>
        </p:nvGrpSpPr>
        <p:grpSpPr>
          <a:xfrm>
            <a:off x="5196737" y="2483155"/>
            <a:ext cx="3158388" cy="1058311"/>
            <a:chOff x="8300293" y="499604"/>
            <a:chExt cx="3158388" cy="1058311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9F30D086-EB09-324F-FCEF-0707A28AC35E}"/>
                </a:ext>
              </a:extLst>
            </p:cNvPr>
            <p:cNvGrpSpPr/>
            <p:nvPr/>
          </p:nvGrpSpPr>
          <p:grpSpPr>
            <a:xfrm>
              <a:off x="8300293" y="499604"/>
              <a:ext cx="3158388" cy="731520"/>
              <a:chOff x="8260964" y="290264"/>
              <a:chExt cx="3158388" cy="731520"/>
            </a:xfrm>
          </p:grpSpPr>
          <p:pic>
            <p:nvPicPr>
              <p:cNvPr id="24" name="Picture 23">
                <a:extLst>
                  <a:ext uri="{FF2B5EF4-FFF2-40B4-BE49-F238E27FC236}">
                    <a16:creationId xmlns:a16="http://schemas.microsoft.com/office/drawing/2014/main" id="{5F881F0F-DFD1-A711-66A9-BAAB4028FD5F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260964" y="290264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25" name="Picture 24">
                <a:extLst>
                  <a:ext uri="{FF2B5EF4-FFF2-40B4-BE49-F238E27FC236}">
                    <a16:creationId xmlns:a16="http://schemas.microsoft.com/office/drawing/2014/main" id="{4391510C-AF6E-7768-D23D-8920DB7483B9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069920" y="290264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26" name="Picture 25">
                <a:extLst>
                  <a:ext uri="{FF2B5EF4-FFF2-40B4-BE49-F238E27FC236}">
                    <a16:creationId xmlns:a16="http://schemas.microsoft.com/office/drawing/2014/main" id="{1257CD8E-C15F-A9E6-9AAA-D580CF947F86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878876" y="290264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27" name="Picture 26">
                <a:extLst>
                  <a:ext uri="{FF2B5EF4-FFF2-40B4-BE49-F238E27FC236}">
                    <a16:creationId xmlns:a16="http://schemas.microsoft.com/office/drawing/2014/main" id="{5F7931E8-D544-F386-1C22-755703D18620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687832" y="290264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</p:grp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E3BD8746-0443-4C65-63BE-11DB21F8A0BE}"/>
                </a:ext>
              </a:extLst>
            </p:cNvPr>
            <p:cNvSpPr txBox="1"/>
            <p:nvPr/>
          </p:nvSpPr>
          <p:spPr>
            <a:xfrm>
              <a:off x="8372658" y="1219927"/>
              <a:ext cx="659155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500" dirty="0"/>
                <a:t>North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50ED0571-6141-1B0B-175F-38A3E7E18B44}"/>
                </a:ext>
              </a:extLst>
            </p:cNvPr>
            <p:cNvSpPr txBox="1"/>
            <p:nvPr/>
          </p:nvSpPr>
          <p:spPr>
            <a:xfrm>
              <a:off x="9137416" y="1219926"/>
              <a:ext cx="675185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500" dirty="0"/>
                <a:t>South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F3534C4A-C499-5CAE-7A78-6193B659AF10}"/>
                </a:ext>
              </a:extLst>
            </p:cNvPr>
            <p:cNvSpPr txBox="1"/>
            <p:nvPr/>
          </p:nvSpPr>
          <p:spPr>
            <a:xfrm>
              <a:off x="10024556" y="1231124"/>
              <a:ext cx="549446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500" dirty="0"/>
                <a:t>East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1AB865B8-43AE-1EBC-2A0A-E87A7407A1DB}"/>
                </a:ext>
              </a:extLst>
            </p:cNvPr>
            <p:cNvSpPr txBox="1"/>
            <p:nvPr/>
          </p:nvSpPr>
          <p:spPr>
            <a:xfrm>
              <a:off x="10785957" y="1234750"/>
              <a:ext cx="606705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500" dirty="0"/>
                <a:t>West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801378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055E4E-CDCC-DF43-9E37-F6DCEE1B21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ABBCBD47-BFCF-E0D3-B6B4-183020B463B3}"/>
              </a:ext>
            </a:extLst>
          </p:cNvPr>
          <p:cNvGrpSpPr/>
          <p:nvPr/>
        </p:nvGrpSpPr>
        <p:grpSpPr>
          <a:xfrm>
            <a:off x="965426" y="948485"/>
            <a:ext cx="3865300" cy="4653880"/>
            <a:chOff x="965426" y="948485"/>
            <a:chExt cx="3865300" cy="465388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92A722DC-3CC8-1850-8250-F4BC7FACB7C9}"/>
                </a:ext>
              </a:extLst>
            </p:cNvPr>
            <p:cNvSpPr/>
            <p:nvPr/>
          </p:nvSpPr>
          <p:spPr>
            <a:xfrm>
              <a:off x="1738478" y="948485"/>
              <a:ext cx="731520" cy="731520"/>
            </a:xfrm>
            <a:prstGeom prst="rect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100" dirty="0"/>
                <a:t>Out of Grid</a:t>
              </a:r>
            </a:p>
          </p:txBody>
        </p:sp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1363D07F-34E6-21F5-19A6-A799A1A06A8A}"/>
                </a:ext>
              </a:extLst>
            </p:cNvPr>
            <p:cNvGrpSpPr/>
            <p:nvPr/>
          </p:nvGrpSpPr>
          <p:grpSpPr>
            <a:xfrm>
              <a:off x="965426" y="1709246"/>
              <a:ext cx="3865300" cy="3893119"/>
              <a:chOff x="6929426" y="1679085"/>
              <a:chExt cx="3865300" cy="3893119"/>
            </a:xfrm>
          </p:grpSpPr>
          <p:pic>
            <p:nvPicPr>
              <p:cNvPr id="72" name="Picture 71">
                <a:extLst>
                  <a:ext uri="{FF2B5EF4-FFF2-40B4-BE49-F238E27FC236}">
                    <a16:creationId xmlns:a16="http://schemas.microsoft.com/office/drawing/2014/main" id="{ED8FC05D-51C5-897E-5FEE-2ECE59765C31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253563" y="2482227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73" name="Picture 72">
                <a:extLst>
                  <a:ext uri="{FF2B5EF4-FFF2-40B4-BE49-F238E27FC236}">
                    <a16:creationId xmlns:a16="http://schemas.microsoft.com/office/drawing/2014/main" id="{DC31E2E1-CF16-EF99-CDC6-F4713DF3D177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487473" y="4050524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74" name="Picture 73">
                <a:extLst>
                  <a:ext uri="{FF2B5EF4-FFF2-40B4-BE49-F238E27FC236}">
                    <a16:creationId xmlns:a16="http://schemas.microsoft.com/office/drawing/2014/main" id="{CE0A85F8-77BC-2EA7-7D2E-B37E4FE798E7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270363" y="4042843"/>
                <a:ext cx="731520" cy="731520"/>
              </a:xfrm>
              <a:prstGeom prst="rect">
                <a:avLst/>
              </a:prstGeom>
              <a:ln w="38100">
                <a:noFill/>
              </a:ln>
              <a:effectLst>
                <a:softEdge rad="0"/>
              </a:effectLst>
            </p:spPr>
          </p:pic>
          <p:pic>
            <p:nvPicPr>
              <p:cNvPr id="75" name="Picture 74">
                <a:extLst>
                  <a:ext uri="{FF2B5EF4-FFF2-40B4-BE49-F238E27FC236}">
                    <a16:creationId xmlns:a16="http://schemas.microsoft.com/office/drawing/2014/main" id="{2AC816F8-D9A8-85AA-78CB-2CC2FEBF179F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475529" y="1688163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76" name="Picture 75">
                <a:extLst>
                  <a:ext uri="{FF2B5EF4-FFF2-40B4-BE49-F238E27FC236}">
                    <a16:creationId xmlns:a16="http://schemas.microsoft.com/office/drawing/2014/main" id="{05772495-D905-1A0D-5680-1380E6A59630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057769" y="1701290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77" name="Picture 76">
                <a:extLst>
                  <a:ext uri="{FF2B5EF4-FFF2-40B4-BE49-F238E27FC236}">
                    <a16:creationId xmlns:a16="http://schemas.microsoft.com/office/drawing/2014/main" id="{CA8FCC95-8AD5-CEC9-EAB3-B5A9D6FF764C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929426" y="3252194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78" name="Picture 77">
                <a:extLst>
                  <a:ext uri="{FF2B5EF4-FFF2-40B4-BE49-F238E27FC236}">
                    <a16:creationId xmlns:a16="http://schemas.microsoft.com/office/drawing/2014/main" id="{33D869E1-F2EA-ADF8-A8C4-49993B90F905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057769" y="2475851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79" name="Picture 78">
                <a:extLst>
                  <a:ext uri="{FF2B5EF4-FFF2-40B4-BE49-F238E27FC236}">
                    <a16:creationId xmlns:a16="http://schemas.microsoft.com/office/drawing/2014/main" id="{8DBC337D-57D6-430D-F529-01C56343F71C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054369" y="4840684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80" name="Picture 79">
                <a:extLst>
                  <a:ext uri="{FF2B5EF4-FFF2-40B4-BE49-F238E27FC236}">
                    <a16:creationId xmlns:a16="http://schemas.microsoft.com/office/drawing/2014/main" id="{B2136EAD-939A-3E51-4A1F-D9444DED2EE3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702478" y="1679085"/>
                <a:ext cx="731520" cy="731520"/>
              </a:xfrm>
              <a:prstGeom prst="rect">
                <a:avLst/>
              </a:prstGeom>
              <a:ln w="38100">
                <a:solidFill>
                  <a:srgbClr val="FF0000"/>
                </a:solidFill>
              </a:ln>
              <a:effectLst>
                <a:softEdge rad="0"/>
              </a:effectLst>
            </p:spPr>
          </p:pic>
          <p:pic>
            <p:nvPicPr>
              <p:cNvPr id="81" name="Picture 80">
                <a:extLst>
                  <a:ext uri="{FF2B5EF4-FFF2-40B4-BE49-F238E27FC236}">
                    <a16:creationId xmlns:a16="http://schemas.microsoft.com/office/drawing/2014/main" id="{C063B2B1-FB93-7BAE-DEB5-451EF82E8531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253563" y="1697845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82" name="Picture 81">
                <a:extLst>
                  <a:ext uri="{FF2B5EF4-FFF2-40B4-BE49-F238E27FC236}">
                    <a16:creationId xmlns:a16="http://schemas.microsoft.com/office/drawing/2014/main" id="{1579C173-4F28-E29E-596E-E7EBF6C0F069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930164" y="2472285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83" name="Picture 82">
                <a:extLst>
                  <a:ext uri="{FF2B5EF4-FFF2-40B4-BE49-F238E27FC236}">
                    <a16:creationId xmlns:a16="http://schemas.microsoft.com/office/drawing/2014/main" id="{E331160F-55A6-2655-B5C5-94267585D8E4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272045" y="4833601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84" name="Picture 83">
                <a:extLst>
                  <a:ext uri="{FF2B5EF4-FFF2-40B4-BE49-F238E27FC236}">
                    <a16:creationId xmlns:a16="http://schemas.microsoft.com/office/drawing/2014/main" id="{2A691E04-9EF1-4828-3BC7-91A5B4C78753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704720" y="4837143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85" name="Picture 84">
                <a:extLst>
                  <a:ext uri="{FF2B5EF4-FFF2-40B4-BE49-F238E27FC236}">
                    <a16:creationId xmlns:a16="http://schemas.microsoft.com/office/drawing/2014/main" id="{31556D74-703B-5603-23C6-08055B9E7C4C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695426" y="3263539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86" name="Picture 85">
                <a:extLst>
                  <a:ext uri="{FF2B5EF4-FFF2-40B4-BE49-F238E27FC236}">
                    <a16:creationId xmlns:a16="http://schemas.microsoft.com/office/drawing/2014/main" id="{D5E6759A-FDD8-BEEE-E82F-A4F9D64EFC28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695426" y="2468203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87" name="Picture 86">
                <a:extLst>
                  <a:ext uri="{FF2B5EF4-FFF2-40B4-BE49-F238E27FC236}">
                    <a16:creationId xmlns:a16="http://schemas.microsoft.com/office/drawing/2014/main" id="{0A8F78C4-9BBE-FAB3-708A-121E1FBF25D3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930901" y="1679085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88" name="Picture 87">
                <a:extLst>
                  <a:ext uri="{FF2B5EF4-FFF2-40B4-BE49-F238E27FC236}">
                    <a16:creationId xmlns:a16="http://schemas.microsoft.com/office/drawing/2014/main" id="{553D9A1F-09EA-7035-495D-05E073EFC284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270363" y="3272985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89" name="Picture 88">
                <a:extLst>
                  <a:ext uri="{FF2B5EF4-FFF2-40B4-BE49-F238E27FC236}">
                    <a16:creationId xmlns:a16="http://schemas.microsoft.com/office/drawing/2014/main" id="{6FBF2ECE-AF68-667A-1583-2627DCE29DD2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063206" y="3269587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90" name="Picture 89">
                <a:extLst>
                  <a:ext uri="{FF2B5EF4-FFF2-40B4-BE49-F238E27FC236}">
                    <a16:creationId xmlns:a16="http://schemas.microsoft.com/office/drawing/2014/main" id="{381EDFF5-A7F1-19CC-DA79-3C641113F7A5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054369" y="4050524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91" name="Picture 90">
                <a:extLst>
                  <a:ext uri="{FF2B5EF4-FFF2-40B4-BE49-F238E27FC236}">
                    <a16:creationId xmlns:a16="http://schemas.microsoft.com/office/drawing/2014/main" id="{B8043528-66D3-0A94-8D81-B848D9E15DF6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498785" y="3263539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92" name="Picture 91">
                <a:extLst>
                  <a:ext uri="{FF2B5EF4-FFF2-40B4-BE49-F238E27FC236}">
                    <a16:creationId xmlns:a16="http://schemas.microsoft.com/office/drawing/2014/main" id="{194258A4-C6EC-4B29-F292-A872449F2DAE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487473" y="4838914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93" name="Picture 92">
                <a:extLst>
                  <a:ext uri="{FF2B5EF4-FFF2-40B4-BE49-F238E27FC236}">
                    <a16:creationId xmlns:a16="http://schemas.microsoft.com/office/drawing/2014/main" id="{5C654301-5472-2FB8-58FC-F18C4994A452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709366" y="4046439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94" name="Picture 93">
                <a:extLst>
                  <a:ext uri="{FF2B5EF4-FFF2-40B4-BE49-F238E27FC236}">
                    <a16:creationId xmlns:a16="http://schemas.microsoft.com/office/drawing/2014/main" id="{5F06E49F-AF68-AC5E-C02F-09D6605A55B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929426" y="4046439"/>
                <a:ext cx="734469" cy="731520"/>
              </a:xfrm>
              <a:prstGeom prst="rect">
                <a:avLst/>
              </a:prstGeom>
            </p:spPr>
          </p:pic>
          <p:pic>
            <p:nvPicPr>
              <p:cNvPr id="95" name="Picture 94">
                <a:extLst>
                  <a:ext uri="{FF2B5EF4-FFF2-40B4-BE49-F238E27FC236}">
                    <a16:creationId xmlns:a16="http://schemas.microsoft.com/office/drawing/2014/main" id="{585D6492-264B-FA2C-C18B-E009561C527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931638" y="4840684"/>
                <a:ext cx="731520" cy="731520"/>
              </a:xfrm>
              <a:prstGeom prst="rect">
                <a:avLst/>
              </a:prstGeom>
            </p:spPr>
          </p:pic>
          <p:pic>
            <p:nvPicPr>
              <p:cNvPr id="96" name="Picture 95">
                <a:extLst>
                  <a:ext uri="{FF2B5EF4-FFF2-40B4-BE49-F238E27FC236}">
                    <a16:creationId xmlns:a16="http://schemas.microsoft.com/office/drawing/2014/main" id="{3948AA2A-FB83-F193-2E00-C64728B4862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522043" y="2475851"/>
                <a:ext cx="731520" cy="731520"/>
              </a:xfrm>
              <a:prstGeom prst="rect">
                <a:avLst/>
              </a:prstGeom>
            </p:spPr>
          </p:pic>
        </p:grp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5D1045F3-C015-4AAF-423D-69177AFAD6B2}"/>
                </a:ext>
              </a:extLst>
            </p:cNvPr>
            <p:cNvSpPr txBox="1"/>
            <p:nvPr/>
          </p:nvSpPr>
          <p:spPr>
            <a:xfrm>
              <a:off x="2002120" y="2134379"/>
              <a:ext cx="56297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highlight>
                    <a:srgbClr val="FF0000"/>
                  </a:highlight>
                </a:rPr>
                <a:t>*RP</a:t>
              </a:r>
            </a:p>
          </p:txBody>
        </p:sp>
        <p:pic>
          <p:nvPicPr>
            <p:cNvPr id="2" name="Graphic 1" descr="Arrow Up with solid fill">
              <a:extLst>
                <a:ext uri="{FF2B5EF4-FFF2-40B4-BE49-F238E27FC236}">
                  <a16:creationId xmlns:a16="http://schemas.microsoft.com/office/drawing/2014/main" id="{137DE0BF-F2D2-A05C-6949-8C08EC094641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/>
            </a:stretch>
          </p:blipFill>
          <p:spPr>
            <a:xfrm>
              <a:off x="2037829" y="1418314"/>
              <a:ext cx="548640" cy="548640"/>
            </a:xfrm>
            <a:prstGeom prst="rect">
              <a:avLst/>
            </a:prstGeom>
          </p:spPr>
        </p:pic>
      </p:grpSp>
      <p:sp>
        <p:nvSpPr>
          <p:cNvPr id="4" name="Subtitle 2">
            <a:extLst>
              <a:ext uri="{FF2B5EF4-FFF2-40B4-BE49-F238E27FC236}">
                <a16:creationId xmlns:a16="http://schemas.microsoft.com/office/drawing/2014/main" id="{03D8298E-BE3C-98B7-3409-45B89D0FB764}"/>
              </a:ext>
            </a:extLst>
          </p:cNvPr>
          <p:cNvSpPr txBox="1">
            <a:spLocks/>
          </p:cNvSpPr>
          <p:nvPr/>
        </p:nvSpPr>
        <p:spPr>
          <a:xfrm>
            <a:off x="5255421" y="1366443"/>
            <a:ext cx="6562954" cy="33034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sz="25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B79FB568-1A19-039E-325E-8D3170A7B213}"/>
              </a:ext>
            </a:extLst>
          </p:cNvPr>
          <p:cNvSpPr txBox="1">
            <a:spLocks/>
          </p:cNvSpPr>
          <p:nvPr/>
        </p:nvSpPr>
        <p:spPr>
          <a:xfrm>
            <a:off x="5534060" y="2366627"/>
            <a:ext cx="6562954" cy="33034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>
                <a:ln w="0"/>
              </a:rPr>
              <a:t>When the</a:t>
            </a: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b="1" dirty="0">
                <a:ln w="0"/>
                <a:solidFill>
                  <a:srgbClr val="00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Registered Direction </a:t>
            </a:r>
            <a:r>
              <a:rPr lang="en-US" dirty="0">
                <a:ln w="0"/>
              </a:rPr>
              <a:t>is North (up). The</a:t>
            </a:r>
            <a:r>
              <a:rPr lang="en-US" b="1" dirty="0">
                <a:ln w="0"/>
                <a:solidFill>
                  <a:srgbClr val="FF0000"/>
                </a:solidFill>
              </a:rPr>
              <a:t> </a:t>
            </a:r>
            <a:r>
              <a:rPr lang="en-US" b="1" dirty="0">
                <a:ln w="0"/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Actual Password to Click (*PW)</a:t>
            </a:r>
            <a:r>
              <a:rPr lang="en-US" b="1" dirty="0">
                <a:ln w="0"/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>
                <a:ln w="0"/>
              </a:rPr>
              <a:t>is at North (up) </a:t>
            </a:r>
            <a:r>
              <a:rPr lang="en-US" b="1" dirty="0">
                <a:ln w="0"/>
                <a:solidFill>
                  <a:srgbClr val="FF0000"/>
                </a:solidFill>
              </a:rPr>
              <a:t>of Registered Password (*RP).</a:t>
            </a:r>
            <a:r>
              <a:rPr lang="en-US" b="1" dirty="0">
                <a:ln w="0"/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endParaRPr lang="en-US" b="1" dirty="0">
              <a:ln w="0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B43B61B7-DE7A-D8B1-8BCA-0D9A2B361C3C}"/>
              </a:ext>
            </a:extLst>
          </p:cNvPr>
          <p:cNvGrpSpPr/>
          <p:nvPr/>
        </p:nvGrpSpPr>
        <p:grpSpPr>
          <a:xfrm>
            <a:off x="9732154" y="134719"/>
            <a:ext cx="2349432" cy="1058311"/>
            <a:chOff x="9109249" y="499604"/>
            <a:chExt cx="2349432" cy="1058311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7440A076-2E87-C397-2E84-179F8CC38602}"/>
                </a:ext>
              </a:extLst>
            </p:cNvPr>
            <p:cNvGrpSpPr/>
            <p:nvPr/>
          </p:nvGrpSpPr>
          <p:grpSpPr>
            <a:xfrm>
              <a:off x="9109249" y="499604"/>
              <a:ext cx="2349432" cy="731520"/>
              <a:chOff x="9069920" y="290264"/>
              <a:chExt cx="2349432" cy="731520"/>
            </a:xfrm>
          </p:grpSpPr>
          <p:pic>
            <p:nvPicPr>
              <p:cNvPr id="13" name="Picture 12">
                <a:extLst>
                  <a:ext uri="{FF2B5EF4-FFF2-40B4-BE49-F238E27FC236}">
                    <a16:creationId xmlns:a16="http://schemas.microsoft.com/office/drawing/2014/main" id="{8F6C5BE9-3E57-CEB1-0018-740A244E759E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069920" y="290264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1ACB743F-BE23-3710-FEFF-D1B39746EFFF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878876" y="290264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2135D967-3ADA-2BB5-499C-2D16FFE10368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687832" y="290264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</p:grp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96122B5C-CB84-0ABF-2AAB-A03D3F63F6E6}"/>
                </a:ext>
              </a:extLst>
            </p:cNvPr>
            <p:cNvSpPr txBox="1"/>
            <p:nvPr/>
          </p:nvSpPr>
          <p:spPr>
            <a:xfrm>
              <a:off x="9137416" y="1219926"/>
              <a:ext cx="675185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500" dirty="0"/>
                <a:t>South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22080B31-7127-5BB9-165B-BAFB4286018D}"/>
                </a:ext>
              </a:extLst>
            </p:cNvPr>
            <p:cNvSpPr txBox="1"/>
            <p:nvPr/>
          </p:nvSpPr>
          <p:spPr>
            <a:xfrm>
              <a:off x="10024556" y="1231124"/>
              <a:ext cx="549446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500" dirty="0"/>
                <a:t>East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5C3DA151-9C17-0BBA-FC1C-4F736702F327}"/>
                </a:ext>
              </a:extLst>
            </p:cNvPr>
            <p:cNvSpPr txBox="1"/>
            <p:nvPr/>
          </p:nvSpPr>
          <p:spPr>
            <a:xfrm>
              <a:off x="10785957" y="1234750"/>
              <a:ext cx="606705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500" dirty="0"/>
                <a:t>West</a:t>
              </a:r>
            </a:p>
          </p:txBody>
        </p:sp>
      </p:grpSp>
      <p:pic>
        <p:nvPicPr>
          <p:cNvPr id="16" name="Picture 15">
            <a:extLst>
              <a:ext uri="{FF2B5EF4-FFF2-40B4-BE49-F238E27FC236}">
                <a16:creationId xmlns:a16="http://schemas.microsoft.com/office/drawing/2014/main" id="{D771B673-D744-7197-1A0F-2E1A9F0CC0B2}"/>
              </a:ext>
            </a:extLst>
          </p:cNvPr>
          <p:cNvPicPr preferRelativeResize="0">
            <a:picLocks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56610" y="136343"/>
            <a:ext cx="731520" cy="731520"/>
          </a:xfrm>
          <a:prstGeom prst="rect">
            <a:avLst/>
          </a:prstGeom>
          <a:effectLst>
            <a:softEdge rad="0"/>
          </a:effec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D83599D3-4788-B81D-0234-C444BA1D9E77}"/>
              </a:ext>
            </a:extLst>
          </p:cNvPr>
          <p:cNvSpPr txBox="1"/>
          <p:nvPr/>
        </p:nvSpPr>
        <p:spPr>
          <a:xfrm>
            <a:off x="3128975" y="856666"/>
            <a:ext cx="659155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dirty="0"/>
              <a:t>North</a:t>
            </a: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E9A1AFBB-82A5-7520-D50C-FA080A7A7C69}"/>
              </a:ext>
            </a:extLst>
          </p:cNvPr>
          <p:cNvSpPr txBox="1">
            <a:spLocks/>
          </p:cNvSpPr>
          <p:nvPr/>
        </p:nvSpPr>
        <p:spPr>
          <a:xfrm>
            <a:off x="-1" y="65893"/>
            <a:ext cx="2979175" cy="5982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Tutorial 1: Special Case</a:t>
            </a:r>
          </a:p>
          <a:p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First Image </a:t>
            </a:r>
          </a:p>
        </p:txBody>
      </p:sp>
    </p:spTree>
    <p:extLst>
      <p:ext uri="{BB962C8B-B14F-4D97-AF65-F5344CB8AC3E}">
        <p14:creationId xmlns:p14="http://schemas.microsoft.com/office/powerpoint/2010/main" val="33442403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B1A783-FDCE-F64C-FA13-0EA474C335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8C9C733-4B47-1078-792D-19D0CABA3716}"/>
              </a:ext>
            </a:extLst>
          </p:cNvPr>
          <p:cNvSpPr/>
          <p:nvPr/>
        </p:nvSpPr>
        <p:spPr>
          <a:xfrm>
            <a:off x="1738478" y="948485"/>
            <a:ext cx="731520" cy="731520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/>
              <a:t>Out of Grid</a:t>
            </a:r>
          </a:p>
        </p:txBody>
      </p:sp>
      <p:grpSp>
        <p:nvGrpSpPr>
          <p:cNvPr id="71" name="Group 70">
            <a:extLst>
              <a:ext uri="{FF2B5EF4-FFF2-40B4-BE49-F238E27FC236}">
                <a16:creationId xmlns:a16="http://schemas.microsoft.com/office/drawing/2014/main" id="{EB30BD07-FE64-B0D7-38D8-A1F16D1489B6}"/>
              </a:ext>
            </a:extLst>
          </p:cNvPr>
          <p:cNvGrpSpPr/>
          <p:nvPr/>
        </p:nvGrpSpPr>
        <p:grpSpPr>
          <a:xfrm>
            <a:off x="965426" y="1709246"/>
            <a:ext cx="3865300" cy="3893119"/>
            <a:chOff x="6929426" y="1679085"/>
            <a:chExt cx="3865300" cy="3893119"/>
          </a:xfrm>
        </p:grpSpPr>
        <p:pic>
          <p:nvPicPr>
            <p:cNvPr id="72" name="Picture 71">
              <a:extLst>
                <a:ext uri="{FF2B5EF4-FFF2-40B4-BE49-F238E27FC236}">
                  <a16:creationId xmlns:a16="http://schemas.microsoft.com/office/drawing/2014/main" id="{8A77C9C1-D4C1-7AAF-414F-6A15C3088B1E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53563" y="2482227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3" name="Picture 72">
              <a:extLst>
                <a:ext uri="{FF2B5EF4-FFF2-40B4-BE49-F238E27FC236}">
                  <a16:creationId xmlns:a16="http://schemas.microsoft.com/office/drawing/2014/main" id="{340BB145-CF06-B636-FB85-2C7A65178673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87473" y="4050524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4" name="Picture 73">
              <a:extLst>
                <a:ext uri="{FF2B5EF4-FFF2-40B4-BE49-F238E27FC236}">
                  <a16:creationId xmlns:a16="http://schemas.microsoft.com/office/drawing/2014/main" id="{EE7EE0A2-CD84-FC3A-0237-EBAA21D481DC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0363" y="4042843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75" name="Picture 74">
              <a:extLst>
                <a:ext uri="{FF2B5EF4-FFF2-40B4-BE49-F238E27FC236}">
                  <a16:creationId xmlns:a16="http://schemas.microsoft.com/office/drawing/2014/main" id="{857CD87F-50ED-006C-A871-CF7BA3D39E18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75529" y="168816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6" name="Picture 75">
              <a:extLst>
                <a:ext uri="{FF2B5EF4-FFF2-40B4-BE49-F238E27FC236}">
                  <a16:creationId xmlns:a16="http://schemas.microsoft.com/office/drawing/2014/main" id="{A9304817-24ED-4F99-E36B-56715108F11C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1701290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7" name="Picture 76">
              <a:extLst>
                <a:ext uri="{FF2B5EF4-FFF2-40B4-BE49-F238E27FC236}">
                  <a16:creationId xmlns:a16="http://schemas.microsoft.com/office/drawing/2014/main" id="{507A6AE8-8760-2158-4121-A38D14207CE7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29426" y="3252194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8" name="Picture 77">
              <a:extLst>
                <a:ext uri="{FF2B5EF4-FFF2-40B4-BE49-F238E27FC236}">
                  <a16:creationId xmlns:a16="http://schemas.microsoft.com/office/drawing/2014/main" id="{3E1123B0-617F-2172-9CCF-371B66E3AEA9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2475851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9" name="Picture 78">
              <a:extLst>
                <a:ext uri="{FF2B5EF4-FFF2-40B4-BE49-F238E27FC236}">
                  <a16:creationId xmlns:a16="http://schemas.microsoft.com/office/drawing/2014/main" id="{A3191790-3D9B-5F58-119D-4D527DC964EC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4369" y="4840684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0" name="Picture 79">
              <a:extLst>
                <a:ext uri="{FF2B5EF4-FFF2-40B4-BE49-F238E27FC236}">
                  <a16:creationId xmlns:a16="http://schemas.microsoft.com/office/drawing/2014/main" id="{52B73012-8761-9B13-0659-CB7A7BC5B7A6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2478" y="1679085"/>
              <a:ext cx="731520" cy="731520"/>
            </a:xfrm>
            <a:prstGeom prst="rect">
              <a:avLst/>
            </a:prstGeom>
            <a:ln w="38100">
              <a:solidFill>
                <a:srgbClr val="FF0000"/>
              </a:solidFill>
            </a:ln>
            <a:effectLst>
              <a:softEdge rad="0"/>
            </a:effectLst>
          </p:spPr>
        </p:pic>
        <p:pic>
          <p:nvPicPr>
            <p:cNvPr id="81" name="Picture 80">
              <a:extLst>
                <a:ext uri="{FF2B5EF4-FFF2-40B4-BE49-F238E27FC236}">
                  <a16:creationId xmlns:a16="http://schemas.microsoft.com/office/drawing/2014/main" id="{166BC290-6F15-7740-C5A8-C2D5E2A88E98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53563" y="169784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2" name="Picture 81">
              <a:extLst>
                <a:ext uri="{FF2B5EF4-FFF2-40B4-BE49-F238E27FC236}">
                  <a16:creationId xmlns:a16="http://schemas.microsoft.com/office/drawing/2014/main" id="{D3214FA8-93D4-8920-F5EF-84182C395BE5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0164" y="247228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3" name="Picture 82">
              <a:extLst>
                <a:ext uri="{FF2B5EF4-FFF2-40B4-BE49-F238E27FC236}">
                  <a16:creationId xmlns:a16="http://schemas.microsoft.com/office/drawing/2014/main" id="{43903B2F-5F6B-2E34-0D47-8F36146BEAF7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2045" y="4833601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4" name="Picture 83">
              <a:extLst>
                <a:ext uri="{FF2B5EF4-FFF2-40B4-BE49-F238E27FC236}">
                  <a16:creationId xmlns:a16="http://schemas.microsoft.com/office/drawing/2014/main" id="{382E458F-7DFD-E4EF-EC32-080124B199F3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4720" y="483714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5" name="Picture 84">
              <a:extLst>
                <a:ext uri="{FF2B5EF4-FFF2-40B4-BE49-F238E27FC236}">
                  <a16:creationId xmlns:a16="http://schemas.microsoft.com/office/drawing/2014/main" id="{7FDD5436-C475-1FF2-C5AD-3E46C157B39B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95426" y="326353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6" name="Picture 85">
              <a:extLst>
                <a:ext uri="{FF2B5EF4-FFF2-40B4-BE49-F238E27FC236}">
                  <a16:creationId xmlns:a16="http://schemas.microsoft.com/office/drawing/2014/main" id="{CD5F0713-384A-2D76-EC2F-A4C3492C6A99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95426" y="246820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7" name="Picture 86">
              <a:extLst>
                <a:ext uri="{FF2B5EF4-FFF2-40B4-BE49-F238E27FC236}">
                  <a16:creationId xmlns:a16="http://schemas.microsoft.com/office/drawing/2014/main" id="{6BFE2FBA-941C-B0BE-961F-6171D063E382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0901" y="167908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8" name="Picture 87">
              <a:extLst>
                <a:ext uri="{FF2B5EF4-FFF2-40B4-BE49-F238E27FC236}">
                  <a16:creationId xmlns:a16="http://schemas.microsoft.com/office/drawing/2014/main" id="{C4D01223-98E5-286D-44F0-52C7C0449F6D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0363" y="327298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9" name="Picture 88">
              <a:extLst>
                <a:ext uri="{FF2B5EF4-FFF2-40B4-BE49-F238E27FC236}">
                  <a16:creationId xmlns:a16="http://schemas.microsoft.com/office/drawing/2014/main" id="{C0040D57-0479-0E90-194E-02DBF0A9C946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63206" y="3269587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0" name="Picture 89">
              <a:extLst>
                <a:ext uri="{FF2B5EF4-FFF2-40B4-BE49-F238E27FC236}">
                  <a16:creationId xmlns:a16="http://schemas.microsoft.com/office/drawing/2014/main" id="{DCFB6206-4CF6-00C7-A43F-50278B9A6B85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4369" y="4050524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1" name="Picture 90">
              <a:extLst>
                <a:ext uri="{FF2B5EF4-FFF2-40B4-BE49-F238E27FC236}">
                  <a16:creationId xmlns:a16="http://schemas.microsoft.com/office/drawing/2014/main" id="{84E6F96B-0797-296E-0B2C-AA6E5876628B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98785" y="326353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2" name="Picture 91">
              <a:extLst>
                <a:ext uri="{FF2B5EF4-FFF2-40B4-BE49-F238E27FC236}">
                  <a16:creationId xmlns:a16="http://schemas.microsoft.com/office/drawing/2014/main" id="{4B06820D-CE48-1143-D02D-292095E37711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87473" y="4838914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3" name="Picture 92">
              <a:extLst>
                <a:ext uri="{FF2B5EF4-FFF2-40B4-BE49-F238E27FC236}">
                  <a16:creationId xmlns:a16="http://schemas.microsoft.com/office/drawing/2014/main" id="{71C4419A-3CA4-0D90-3423-3338BC71E8F4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9366" y="404643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4" name="Picture 93">
              <a:extLst>
                <a:ext uri="{FF2B5EF4-FFF2-40B4-BE49-F238E27FC236}">
                  <a16:creationId xmlns:a16="http://schemas.microsoft.com/office/drawing/2014/main" id="{FE1E2EC5-273B-E5F8-1266-8617C9F8A539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29426" y="4046439"/>
              <a:ext cx="734469" cy="731520"/>
            </a:xfrm>
            <a:prstGeom prst="rect">
              <a:avLst/>
            </a:prstGeom>
          </p:spPr>
        </p:pic>
        <p:pic>
          <p:nvPicPr>
            <p:cNvPr id="95" name="Picture 94">
              <a:extLst>
                <a:ext uri="{FF2B5EF4-FFF2-40B4-BE49-F238E27FC236}">
                  <a16:creationId xmlns:a16="http://schemas.microsoft.com/office/drawing/2014/main" id="{1AE406DE-3D5E-060E-EC2A-D2A681C400BF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1638" y="4840684"/>
              <a:ext cx="731520" cy="731520"/>
            </a:xfrm>
            <a:prstGeom prst="rect">
              <a:avLst/>
            </a:prstGeom>
          </p:spPr>
        </p:pic>
        <p:pic>
          <p:nvPicPr>
            <p:cNvPr id="96" name="Picture 95">
              <a:extLst>
                <a:ext uri="{FF2B5EF4-FFF2-40B4-BE49-F238E27FC236}">
                  <a16:creationId xmlns:a16="http://schemas.microsoft.com/office/drawing/2014/main" id="{8DB61C47-F236-7664-E326-10082171EE65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22043" y="2475851"/>
              <a:ext cx="731520" cy="731520"/>
            </a:xfrm>
            <a:prstGeom prst="rect">
              <a:avLst/>
            </a:prstGeom>
          </p:spPr>
        </p:pic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730039F9-4289-474B-E350-7411645B258A}"/>
              </a:ext>
            </a:extLst>
          </p:cNvPr>
          <p:cNvSpPr txBox="1"/>
          <p:nvPr/>
        </p:nvSpPr>
        <p:spPr>
          <a:xfrm>
            <a:off x="2002120" y="2134379"/>
            <a:ext cx="5629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0000"/>
                </a:highlight>
              </a:rPr>
              <a:t>*RP</a:t>
            </a:r>
          </a:p>
        </p:txBody>
      </p:sp>
      <p:pic>
        <p:nvPicPr>
          <p:cNvPr id="2" name="Graphic 1" descr="Arrow Up with solid fill">
            <a:extLst>
              <a:ext uri="{FF2B5EF4-FFF2-40B4-BE49-F238E27FC236}">
                <a16:creationId xmlns:a16="http://schemas.microsoft.com/office/drawing/2014/main" id="{20A4CFA1-A93F-C6D4-BC80-BDB8A22F30E1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2037829" y="1418314"/>
            <a:ext cx="548640" cy="548640"/>
          </a:xfrm>
          <a:prstGeom prst="rect">
            <a:avLst/>
          </a:prstGeom>
        </p:spPr>
      </p:pic>
      <p:sp>
        <p:nvSpPr>
          <p:cNvPr id="4" name="Subtitle 2">
            <a:extLst>
              <a:ext uri="{FF2B5EF4-FFF2-40B4-BE49-F238E27FC236}">
                <a16:creationId xmlns:a16="http://schemas.microsoft.com/office/drawing/2014/main" id="{A25A6FC2-4706-016C-4144-69929AE2D451}"/>
              </a:ext>
            </a:extLst>
          </p:cNvPr>
          <p:cNvSpPr txBox="1">
            <a:spLocks/>
          </p:cNvSpPr>
          <p:nvPr/>
        </p:nvSpPr>
        <p:spPr>
          <a:xfrm>
            <a:off x="5255421" y="1366443"/>
            <a:ext cx="6562954" cy="33034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sz="25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F3BDE03C-93E7-393C-E2EA-67F1057F8680}"/>
              </a:ext>
            </a:extLst>
          </p:cNvPr>
          <p:cNvSpPr txBox="1">
            <a:spLocks/>
          </p:cNvSpPr>
          <p:nvPr/>
        </p:nvSpPr>
        <p:spPr>
          <a:xfrm>
            <a:off x="5534060" y="2366627"/>
            <a:ext cx="6562954" cy="33034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>
                <a:ln w="0"/>
              </a:rPr>
              <a:t>However, the</a:t>
            </a:r>
            <a:r>
              <a:rPr lang="en-US" b="1" dirty="0">
                <a:ln w="0"/>
                <a:solidFill>
                  <a:srgbClr val="FF0000"/>
                </a:solidFill>
              </a:rPr>
              <a:t> </a:t>
            </a:r>
            <a:r>
              <a:rPr lang="en-US" b="1" dirty="0">
                <a:ln w="0"/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Actual Password to Click (*PW)</a:t>
            </a:r>
            <a:r>
              <a:rPr lang="en-US" b="1" dirty="0">
                <a:ln w="0"/>
              </a:rPr>
              <a:t> </a:t>
            </a:r>
            <a:r>
              <a:rPr lang="en-US" dirty="0">
                <a:ln w="0"/>
              </a:rPr>
              <a:t>is</a:t>
            </a:r>
            <a:r>
              <a:rPr lang="en-US" b="1" dirty="0">
                <a:ln w="0"/>
              </a:rPr>
              <a:t> </a:t>
            </a:r>
            <a:r>
              <a:rPr lang="en-US" dirty="0">
                <a:ln w="0"/>
              </a:rPr>
              <a:t>Out of the Grid.</a:t>
            </a:r>
            <a:r>
              <a:rPr lang="en-US" b="1" dirty="0">
                <a:ln w="0"/>
                <a:solidFill>
                  <a:srgbClr val="FF0000"/>
                </a:solidFill>
              </a:rPr>
              <a:t> </a:t>
            </a:r>
            <a:r>
              <a:rPr lang="en-US" b="1" dirty="0">
                <a:ln w="0"/>
              </a:rPr>
              <a:t>Therefore, need to wrap to opposite side. </a:t>
            </a:r>
            <a:r>
              <a:rPr lang="en-US" dirty="0">
                <a:ln w="0"/>
              </a:rPr>
              <a:t>So, the </a:t>
            </a:r>
            <a:r>
              <a:rPr lang="en-US" b="1" dirty="0">
                <a:ln w="0"/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*PW</a:t>
            </a:r>
            <a:r>
              <a:rPr lang="en-US" dirty="0">
                <a:ln w="0"/>
              </a:rPr>
              <a:t> is </a:t>
            </a:r>
            <a:endParaRPr lang="en-US" b="1" dirty="0">
              <a:ln w="0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15F8F14-F5EE-F023-0B3B-A237FDEEDD96}"/>
              </a:ext>
            </a:extLst>
          </p:cNvPr>
          <p:cNvGrpSpPr/>
          <p:nvPr/>
        </p:nvGrpSpPr>
        <p:grpSpPr>
          <a:xfrm>
            <a:off x="9732154" y="134719"/>
            <a:ext cx="2349432" cy="1058311"/>
            <a:chOff x="9109249" y="499604"/>
            <a:chExt cx="2349432" cy="1058311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1D3E642A-8458-6CE0-04A1-8329144FC6C8}"/>
                </a:ext>
              </a:extLst>
            </p:cNvPr>
            <p:cNvGrpSpPr/>
            <p:nvPr/>
          </p:nvGrpSpPr>
          <p:grpSpPr>
            <a:xfrm>
              <a:off x="9109249" y="499604"/>
              <a:ext cx="2349432" cy="731520"/>
              <a:chOff x="9069920" y="290264"/>
              <a:chExt cx="2349432" cy="731520"/>
            </a:xfrm>
          </p:grpSpPr>
          <p:pic>
            <p:nvPicPr>
              <p:cNvPr id="13" name="Picture 12">
                <a:extLst>
                  <a:ext uri="{FF2B5EF4-FFF2-40B4-BE49-F238E27FC236}">
                    <a16:creationId xmlns:a16="http://schemas.microsoft.com/office/drawing/2014/main" id="{8C7ECCD0-EC94-0C5B-5E7D-F9FCA04B2A7A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069920" y="290264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AF43A7C7-4882-8725-77E5-6929779C9CBF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878876" y="290264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8828A82A-ADFD-51F1-FA02-F0618AA28E20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687832" y="290264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</p:grp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30D1DDF3-7BD7-0420-476C-047B995D272C}"/>
                </a:ext>
              </a:extLst>
            </p:cNvPr>
            <p:cNvSpPr txBox="1"/>
            <p:nvPr/>
          </p:nvSpPr>
          <p:spPr>
            <a:xfrm>
              <a:off x="9137416" y="1219926"/>
              <a:ext cx="675185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500" dirty="0"/>
                <a:t>South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78F64057-7652-BAA2-ED4A-CFF950200448}"/>
                </a:ext>
              </a:extLst>
            </p:cNvPr>
            <p:cNvSpPr txBox="1"/>
            <p:nvPr/>
          </p:nvSpPr>
          <p:spPr>
            <a:xfrm>
              <a:off x="10024556" y="1231124"/>
              <a:ext cx="549446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500" dirty="0"/>
                <a:t>East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CB130DCD-83FF-3358-4689-406926182ED3}"/>
                </a:ext>
              </a:extLst>
            </p:cNvPr>
            <p:cNvSpPr txBox="1"/>
            <p:nvPr/>
          </p:nvSpPr>
          <p:spPr>
            <a:xfrm>
              <a:off x="10785957" y="1234750"/>
              <a:ext cx="606705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500" dirty="0"/>
                <a:t>West</a:t>
              </a:r>
            </a:p>
          </p:txBody>
        </p:sp>
      </p:grpSp>
      <p:pic>
        <p:nvPicPr>
          <p:cNvPr id="16" name="Picture 15">
            <a:extLst>
              <a:ext uri="{FF2B5EF4-FFF2-40B4-BE49-F238E27FC236}">
                <a16:creationId xmlns:a16="http://schemas.microsoft.com/office/drawing/2014/main" id="{BEA52DFA-C977-A9C1-E5EC-6EF72CBA8B7A}"/>
              </a:ext>
            </a:extLst>
          </p:cNvPr>
          <p:cNvPicPr preferRelativeResize="0">
            <a:picLocks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56610" y="136343"/>
            <a:ext cx="731520" cy="731520"/>
          </a:xfrm>
          <a:prstGeom prst="rect">
            <a:avLst/>
          </a:prstGeom>
          <a:effectLst>
            <a:softEdge rad="0"/>
          </a:effec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FE2794CD-9E21-9292-F6E8-DE19CCC8B6EF}"/>
              </a:ext>
            </a:extLst>
          </p:cNvPr>
          <p:cNvSpPr txBox="1"/>
          <p:nvPr/>
        </p:nvSpPr>
        <p:spPr>
          <a:xfrm>
            <a:off x="3128975" y="856666"/>
            <a:ext cx="659155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dirty="0"/>
              <a:t>North</a:t>
            </a: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C9AC7D75-EEC3-528F-DF7F-BDE2CD7E27A0}"/>
              </a:ext>
            </a:extLst>
          </p:cNvPr>
          <p:cNvSpPr txBox="1">
            <a:spLocks/>
          </p:cNvSpPr>
          <p:nvPr/>
        </p:nvSpPr>
        <p:spPr>
          <a:xfrm>
            <a:off x="-1" y="65893"/>
            <a:ext cx="2979175" cy="5982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Tutorial 1: Special Case</a:t>
            </a:r>
          </a:p>
          <a:p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First Image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8476780-004F-B2BE-E2E4-40D9D37FC067}"/>
              </a:ext>
            </a:extLst>
          </p:cNvPr>
          <p:cNvSpPr txBox="1"/>
          <p:nvPr/>
        </p:nvSpPr>
        <p:spPr>
          <a:xfrm>
            <a:off x="1948992" y="4810421"/>
            <a:ext cx="6284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0000"/>
                </a:highlight>
              </a:rPr>
              <a:t>*PW</a:t>
            </a:r>
          </a:p>
        </p:txBody>
      </p: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277650E5-8BA6-E03E-A84C-E1AD1D7C81FE}"/>
              </a:ext>
            </a:extLst>
          </p:cNvPr>
          <p:cNvCxnSpPr>
            <a:cxnSpLocks/>
            <a:stCxn id="3" idx="1"/>
          </p:cNvCxnSpPr>
          <p:nvPr/>
        </p:nvCxnSpPr>
        <p:spPr>
          <a:xfrm rot="10800000" flipH="1" flipV="1">
            <a:off x="1738477" y="1314244"/>
            <a:ext cx="299351" cy="4281037"/>
          </a:xfrm>
          <a:prstGeom prst="bentConnector4">
            <a:avLst>
              <a:gd name="adj1" fmla="val -437663"/>
              <a:gd name="adj2" fmla="val 110604"/>
            </a:avLst>
          </a:prstGeom>
          <a:ln>
            <a:solidFill>
              <a:srgbClr val="FF0000"/>
            </a:solidFill>
            <a:prstDash val="lg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5" name="Picture 24">
            <a:extLst>
              <a:ext uri="{FF2B5EF4-FFF2-40B4-BE49-F238E27FC236}">
                <a16:creationId xmlns:a16="http://schemas.microsoft.com/office/drawing/2014/main" id="{3DD5B224-A47F-3A6A-B326-59CDFDAB7B35}"/>
              </a:ext>
            </a:extLst>
          </p:cNvPr>
          <p:cNvPicPr preferRelativeResize="0">
            <a:picLocks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33957" y="3063240"/>
            <a:ext cx="731520" cy="731520"/>
          </a:xfrm>
          <a:prstGeom prst="rect">
            <a:avLst/>
          </a:prstGeom>
          <a:effectLst>
            <a:softEdge rad="0"/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032081A-3A1F-8079-66BB-6424D9BD80BB}"/>
              </a:ext>
            </a:extLst>
          </p:cNvPr>
          <p:cNvSpPr txBox="1"/>
          <p:nvPr/>
        </p:nvSpPr>
        <p:spPr>
          <a:xfrm rot="5400000">
            <a:off x="-546336" y="3750132"/>
            <a:ext cx="22632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Wrap to opposite side</a:t>
            </a:r>
          </a:p>
        </p:txBody>
      </p:sp>
    </p:spTree>
    <p:extLst>
      <p:ext uri="{BB962C8B-B14F-4D97-AF65-F5344CB8AC3E}">
        <p14:creationId xmlns:p14="http://schemas.microsoft.com/office/powerpoint/2010/main" val="10449564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2B6982-366B-8716-BB83-55B507A901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06F3F08-ED78-11B0-CF39-6262EC4A3C4B}"/>
              </a:ext>
            </a:extLst>
          </p:cNvPr>
          <p:cNvSpPr/>
          <p:nvPr/>
        </p:nvSpPr>
        <p:spPr>
          <a:xfrm>
            <a:off x="4080695" y="5670072"/>
            <a:ext cx="731520" cy="731520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/>
              <a:t>Out of Grid</a:t>
            </a:r>
          </a:p>
        </p:txBody>
      </p:sp>
      <p:grpSp>
        <p:nvGrpSpPr>
          <p:cNvPr id="71" name="Group 70">
            <a:extLst>
              <a:ext uri="{FF2B5EF4-FFF2-40B4-BE49-F238E27FC236}">
                <a16:creationId xmlns:a16="http://schemas.microsoft.com/office/drawing/2014/main" id="{DB751ED6-73A8-7227-EBD0-1D9C932C73B8}"/>
              </a:ext>
            </a:extLst>
          </p:cNvPr>
          <p:cNvGrpSpPr/>
          <p:nvPr/>
        </p:nvGrpSpPr>
        <p:grpSpPr>
          <a:xfrm>
            <a:off x="965426" y="1709246"/>
            <a:ext cx="3865300" cy="3893119"/>
            <a:chOff x="6929426" y="1679085"/>
            <a:chExt cx="3865300" cy="3893119"/>
          </a:xfrm>
        </p:grpSpPr>
        <p:pic>
          <p:nvPicPr>
            <p:cNvPr id="72" name="Picture 71">
              <a:extLst>
                <a:ext uri="{FF2B5EF4-FFF2-40B4-BE49-F238E27FC236}">
                  <a16:creationId xmlns:a16="http://schemas.microsoft.com/office/drawing/2014/main" id="{F4B3D24E-EC82-AE64-5933-F11FD6EA3851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53563" y="2482227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3" name="Picture 72">
              <a:extLst>
                <a:ext uri="{FF2B5EF4-FFF2-40B4-BE49-F238E27FC236}">
                  <a16:creationId xmlns:a16="http://schemas.microsoft.com/office/drawing/2014/main" id="{369ED029-444A-E468-C67B-7F1B469724FF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87473" y="4050524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4" name="Picture 73">
              <a:extLst>
                <a:ext uri="{FF2B5EF4-FFF2-40B4-BE49-F238E27FC236}">
                  <a16:creationId xmlns:a16="http://schemas.microsoft.com/office/drawing/2014/main" id="{0BF17316-0B38-0DCB-637A-2493BD242551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0363" y="4042843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75" name="Picture 74">
              <a:extLst>
                <a:ext uri="{FF2B5EF4-FFF2-40B4-BE49-F238E27FC236}">
                  <a16:creationId xmlns:a16="http://schemas.microsoft.com/office/drawing/2014/main" id="{CE5B646F-484D-D3F0-8097-F923A1A7472E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75529" y="168816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6" name="Picture 75">
              <a:extLst>
                <a:ext uri="{FF2B5EF4-FFF2-40B4-BE49-F238E27FC236}">
                  <a16:creationId xmlns:a16="http://schemas.microsoft.com/office/drawing/2014/main" id="{2472FC75-6914-9BBC-7E1D-522F91003613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1701290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7" name="Picture 76">
              <a:extLst>
                <a:ext uri="{FF2B5EF4-FFF2-40B4-BE49-F238E27FC236}">
                  <a16:creationId xmlns:a16="http://schemas.microsoft.com/office/drawing/2014/main" id="{6D3EFDFA-DEE6-46C7-EFF6-ABFF86BB136D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29426" y="3252194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8" name="Picture 77">
              <a:extLst>
                <a:ext uri="{FF2B5EF4-FFF2-40B4-BE49-F238E27FC236}">
                  <a16:creationId xmlns:a16="http://schemas.microsoft.com/office/drawing/2014/main" id="{5A909413-A41F-B41E-7961-EB5C47344065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2475851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9" name="Picture 78">
              <a:extLst>
                <a:ext uri="{FF2B5EF4-FFF2-40B4-BE49-F238E27FC236}">
                  <a16:creationId xmlns:a16="http://schemas.microsoft.com/office/drawing/2014/main" id="{B1EC15DC-5BA5-C6A1-8531-E602CD9C76EE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4369" y="4840684"/>
              <a:ext cx="731520" cy="731520"/>
            </a:xfrm>
            <a:prstGeom prst="rect">
              <a:avLst/>
            </a:prstGeom>
            <a:ln w="38100">
              <a:solidFill>
                <a:srgbClr val="FF0000"/>
              </a:solidFill>
            </a:ln>
            <a:effectLst>
              <a:softEdge rad="0"/>
            </a:effectLst>
          </p:spPr>
        </p:pic>
        <p:pic>
          <p:nvPicPr>
            <p:cNvPr id="80" name="Picture 79">
              <a:extLst>
                <a:ext uri="{FF2B5EF4-FFF2-40B4-BE49-F238E27FC236}">
                  <a16:creationId xmlns:a16="http://schemas.microsoft.com/office/drawing/2014/main" id="{C9B2FFD0-4424-86B6-480E-7478FD0EB9F1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2478" y="1679085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81" name="Picture 80">
              <a:extLst>
                <a:ext uri="{FF2B5EF4-FFF2-40B4-BE49-F238E27FC236}">
                  <a16:creationId xmlns:a16="http://schemas.microsoft.com/office/drawing/2014/main" id="{8B818894-B68F-093F-9542-F3B12674AC7E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53563" y="169784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2" name="Picture 81">
              <a:extLst>
                <a:ext uri="{FF2B5EF4-FFF2-40B4-BE49-F238E27FC236}">
                  <a16:creationId xmlns:a16="http://schemas.microsoft.com/office/drawing/2014/main" id="{3AC22202-CA27-5507-B1C4-36D13B24FD34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0164" y="247228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3" name="Picture 82">
              <a:extLst>
                <a:ext uri="{FF2B5EF4-FFF2-40B4-BE49-F238E27FC236}">
                  <a16:creationId xmlns:a16="http://schemas.microsoft.com/office/drawing/2014/main" id="{E5F7A7CE-F264-6D99-9BCC-AEC9F6F685B8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2045" y="4833601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4" name="Picture 83">
              <a:extLst>
                <a:ext uri="{FF2B5EF4-FFF2-40B4-BE49-F238E27FC236}">
                  <a16:creationId xmlns:a16="http://schemas.microsoft.com/office/drawing/2014/main" id="{0039A541-15FB-52E0-7B14-1CD5085BC511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4720" y="483714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5" name="Picture 84">
              <a:extLst>
                <a:ext uri="{FF2B5EF4-FFF2-40B4-BE49-F238E27FC236}">
                  <a16:creationId xmlns:a16="http://schemas.microsoft.com/office/drawing/2014/main" id="{B0300675-791D-9D1F-1404-B3A0BC821D39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95426" y="326353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6" name="Picture 85">
              <a:extLst>
                <a:ext uri="{FF2B5EF4-FFF2-40B4-BE49-F238E27FC236}">
                  <a16:creationId xmlns:a16="http://schemas.microsoft.com/office/drawing/2014/main" id="{369260CD-D721-D956-642B-3080B13F039F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95426" y="246820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7" name="Picture 86">
              <a:extLst>
                <a:ext uri="{FF2B5EF4-FFF2-40B4-BE49-F238E27FC236}">
                  <a16:creationId xmlns:a16="http://schemas.microsoft.com/office/drawing/2014/main" id="{FC7766E9-EF03-E56D-FBC5-A3555417612B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0901" y="167908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8" name="Picture 87">
              <a:extLst>
                <a:ext uri="{FF2B5EF4-FFF2-40B4-BE49-F238E27FC236}">
                  <a16:creationId xmlns:a16="http://schemas.microsoft.com/office/drawing/2014/main" id="{804BC7A1-716E-0E4A-6A36-B812159C6A37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0363" y="327298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9" name="Picture 88">
              <a:extLst>
                <a:ext uri="{FF2B5EF4-FFF2-40B4-BE49-F238E27FC236}">
                  <a16:creationId xmlns:a16="http://schemas.microsoft.com/office/drawing/2014/main" id="{A9935DE0-63B4-4C12-73BD-E33796C5CE9D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63206" y="3269587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0" name="Picture 89">
              <a:extLst>
                <a:ext uri="{FF2B5EF4-FFF2-40B4-BE49-F238E27FC236}">
                  <a16:creationId xmlns:a16="http://schemas.microsoft.com/office/drawing/2014/main" id="{77C0BA38-5CE5-1D9E-0C99-FB79027842A4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4369" y="4050524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1" name="Picture 90">
              <a:extLst>
                <a:ext uri="{FF2B5EF4-FFF2-40B4-BE49-F238E27FC236}">
                  <a16:creationId xmlns:a16="http://schemas.microsoft.com/office/drawing/2014/main" id="{742F41D3-D04C-6F7A-125A-A1867981BFCD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98785" y="326353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2" name="Picture 91">
              <a:extLst>
                <a:ext uri="{FF2B5EF4-FFF2-40B4-BE49-F238E27FC236}">
                  <a16:creationId xmlns:a16="http://schemas.microsoft.com/office/drawing/2014/main" id="{AB806CE0-A195-B1D3-2969-E554D6C730D3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87473" y="4838914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3" name="Picture 92">
              <a:extLst>
                <a:ext uri="{FF2B5EF4-FFF2-40B4-BE49-F238E27FC236}">
                  <a16:creationId xmlns:a16="http://schemas.microsoft.com/office/drawing/2014/main" id="{60D0DC8C-79A6-A362-F518-47F3F7E627F3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9366" y="404643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4" name="Picture 93">
              <a:extLst>
                <a:ext uri="{FF2B5EF4-FFF2-40B4-BE49-F238E27FC236}">
                  <a16:creationId xmlns:a16="http://schemas.microsoft.com/office/drawing/2014/main" id="{16AABA84-6220-0D6D-594B-E80D54E140BB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29426" y="4046439"/>
              <a:ext cx="734469" cy="731520"/>
            </a:xfrm>
            <a:prstGeom prst="rect">
              <a:avLst/>
            </a:prstGeom>
          </p:spPr>
        </p:pic>
        <p:pic>
          <p:nvPicPr>
            <p:cNvPr id="95" name="Picture 94">
              <a:extLst>
                <a:ext uri="{FF2B5EF4-FFF2-40B4-BE49-F238E27FC236}">
                  <a16:creationId xmlns:a16="http://schemas.microsoft.com/office/drawing/2014/main" id="{18FCDE03-80E2-8376-8EE9-D9262034D657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1638" y="4840684"/>
              <a:ext cx="731520" cy="731520"/>
            </a:xfrm>
            <a:prstGeom prst="rect">
              <a:avLst/>
            </a:prstGeom>
          </p:spPr>
        </p:pic>
        <p:pic>
          <p:nvPicPr>
            <p:cNvPr id="96" name="Picture 95">
              <a:extLst>
                <a:ext uri="{FF2B5EF4-FFF2-40B4-BE49-F238E27FC236}">
                  <a16:creationId xmlns:a16="http://schemas.microsoft.com/office/drawing/2014/main" id="{4EA2BF35-6BC1-1CBC-A8BB-7D2D0B6BA742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22043" y="2475851"/>
              <a:ext cx="731520" cy="731520"/>
            </a:xfrm>
            <a:prstGeom prst="rect">
              <a:avLst/>
            </a:prstGeom>
          </p:spPr>
        </p:pic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BBE36752-1163-9D10-88F9-F91B6C4BC4EC}"/>
              </a:ext>
            </a:extLst>
          </p:cNvPr>
          <p:cNvSpPr txBox="1"/>
          <p:nvPr/>
        </p:nvSpPr>
        <p:spPr>
          <a:xfrm>
            <a:off x="4358058" y="4835031"/>
            <a:ext cx="5629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0000"/>
                </a:highlight>
              </a:rPr>
              <a:t>*RP</a:t>
            </a:r>
          </a:p>
        </p:txBody>
      </p:sp>
      <p:pic>
        <p:nvPicPr>
          <p:cNvPr id="2" name="Graphic 1" descr="Arrow Up with solid fill">
            <a:extLst>
              <a:ext uri="{FF2B5EF4-FFF2-40B4-BE49-F238E27FC236}">
                <a16:creationId xmlns:a16="http://schemas.microsoft.com/office/drawing/2014/main" id="{E97844DB-1767-0E44-9EB4-591B2283D2B9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 rot="10800000">
            <a:off x="4181809" y="5328045"/>
            <a:ext cx="548640" cy="548640"/>
          </a:xfrm>
          <a:prstGeom prst="rect">
            <a:avLst/>
          </a:prstGeom>
        </p:spPr>
      </p:pic>
      <p:sp>
        <p:nvSpPr>
          <p:cNvPr id="4" name="Subtitle 2">
            <a:extLst>
              <a:ext uri="{FF2B5EF4-FFF2-40B4-BE49-F238E27FC236}">
                <a16:creationId xmlns:a16="http://schemas.microsoft.com/office/drawing/2014/main" id="{E4D351E8-C752-98BB-64D3-2382022F175F}"/>
              </a:ext>
            </a:extLst>
          </p:cNvPr>
          <p:cNvSpPr txBox="1">
            <a:spLocks/>
          </p:cNvSpPr>
          <p:nvPr/>
        </p:nvSpPr>
        <p:spPr>
          <a:xfrm>
            <a:off x="5255421" y="1366443"/>
            <a:ext cx="6562954" cy="33034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sz="25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BA9D8857-A9BD-639A-3546-E65813E1502B}"/>
              </a:ext>
            </a:extLst>
          </p:cNvPr>
          <p:cNvSpPr txBox="1">
            <a:spLocks/>
          </p:cNvSpPr>
          <p:nvPr/>
        </p:nvSpPr>
        <p:spPr>
          <a:xfrm>
            <a:off x="5534060" y="2366627"/>
            <a:ext cx="6562954" cy="33034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>
                <a:ln w="0"/>
              </a:rPr>
              <a:t>When the</a:t>
            </a: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b="1" dirty="0">
                <a:ln w="0"/>
                <a:solidFill>
                  <a:srgbClr val="00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Registered Direction </a:t>
            </a:r>
            <a:r>
              <a:rPr lang="en-US" dirty="0">
                <a:ln w="0"/>
              </a:rPr>
              <a:t>is South (bottom). The</a:t>
            </a:r>
            <a:r>
              <a:rPr lang="en-US" b="1" dirty="0">
                <a:ln w="0"/>
                <a:solidFill>
                  <a:srgbClr val="FF0000"/>
                </a:solidFill>
              </a:rPr>
              <a:t> </a:t>
            </a:r>
            <a:r>
              <a:rPr lang="en-US" b="1" dirty="0">
                <a:ln w="0"/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Actual Password to Click (*PW)</a:t>
            </a:r>
            <a:r>
              <a:rPr lang="en-US" b="1" dirty="0">
                <a:ln w="0"/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>
                <a:ln w="0"/>
              </a:rPr>
              <a:t>is at South (bottom) </a:t>
            </a:r>
            <a:r>
              <a:rPr lang="en-US" b="1" dirty="0">
                <a:ln w="0"/>
                <a:solidFill>
                  <a:srgbClr val="FF0000"/>
                </a:solidFill>
              </a:rPr>
              <a:t>of Registered Password (*RP). </a:t>
            </a:r>
            <a:endParaRPr lang="en-US" b="1" dirty="0">
              <a:ln w="0"/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C55189B4-3ECF-1D3B-60BB-AB9D77C61631}"/>
              </a:ext>
            </a:extLst>
          </p:cNvPr>
          <p:cNvSpPr txBox="1">
            <a:spLocks/>
          </p:cNvSpPr>
          <p:nvPr/>
        </p:nvSpPr>
        <p:spPr>
          <a:xfrm>
            <a:off x="-1" y="65893"/>
            <a:ext cx="2979175" cy="5982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Tutorial 1: Special Case</a:t>
            </a:r>
          </a:p>
          <a:p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Second Image 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ABE03109-7F03-3BF5-7271-97BE88858D28}"/>
              </a:ext>
            </a:extLst>
          </p:cNvPr>
          <p:cNvGrpSpPr/>
          <p:nvPr/>
        </p:nvGrpSpPr>
        <p:grpSpPr>
          <a:xfrm>
            <a:off x="3085525" y="134719"/>
            <a:ext cx="8996061" cy="1058311"/>
            <a:chOff x="2462620" y="499604"/>
            <a:chExt cx="8996061" cy="1058311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F455784A-242A-73E8-6A10-F994482ACF95}"/>
                </a:ext>
              </a:extLst>
            </p:cNvPr>
            <p:cNvGrpSpPr/>
            <p:nvPr/>
          </p:nvGrpSpPr>
          <p:grpSpPr>
            <a:xfrm>
              <a:off x="2462620" y="499604"/>
              <a:ext cx="8996061" cy="731520"/>
              <a:chOff x="2423291" y="290264"/>
              <a:chExt cx="8996061" cy="731520"/>
            </a:xfrm>
          </p:grpSpPr>
          <p:pic>
            <p:nvPicPr>
              <p:cNvPr id="24" name="Picture 23">
                <a:extLst>
                  <a:ext uri="{FF2B5EF4-FFF2-40B4-BE49-F238E27FC236}">
                    <a16:creationId xmlns:a16="http://schemas.microsoft.com/office/drawing/2014/main" id="{9D2A7CEE-B25A-E811-9504-1B81D01FBA56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260964" y="290264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25" name="Picture 24">
                <a:extLst>
                  <a:ext uri="{FF2B5EF4-FFF2-40B4-BE49-F238E27FC236}">
                    <a16:creationId xmlns:a16="http://schemas.microsoft.com/office/drawing/2014/main" id="{3D11790F-F92B-78D1-A2E0-2C7046439B41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423291" y="290264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26" name="Picture 25">
                <a:extLst>
                  <a:ext uri="{FF2B5EF4-FFF2-40B4-BE49-F238E27FC236}">
                    <a16:creationId xmlns:a16="http://schemas.microsoft.com/office/drawing/2014/main" id="{CAC51D23-73D3-D67D-F31C-2C1E6BB853CF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878876" y="290264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27" name="Picture 26">
                <a:extLst>
                  <a:ext uri="{FF2B5EF4-FFF2-40B4-BE49-F238E27FC236}">
                    <a16:creationId xmlns:a16="http://schemas.microsoft.com/office/drawing/2014/main" id="{AF9114F6-F208-7C87-5901-5944FC97D13F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687832" y="290264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</p:grp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FA8FB473-09C5-BDD8-8EA6-3EA23B3CA6B2}"/>
                </a:ext>
              </a:extLst>
            </p:cNvPr>
            <p:cNvSpPr txBox="1"/>
            <p:nvPr/>
          </p:nvSpPr>
          <p:spPr>
            <a:xfrm>
              <a:off x="8372658" y="1219927"/>
              <a:ext cx="659155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500" dirty="0"/>
                <a:t>North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645D5BB8-ADF9-C6A5-9C12-9F7A3F7FFB02}"/>
                </a:ext>
              </a:extLst>
            </p:cNvPr>
            <p:cNvSpPr txBox="1"/>
            <p:nvPr/>
          </p:nvSpPr>
          <p:spPr>
            <a:xfrm>
              <a:off x="2490787" y="1219926"/>
              <a:ext cx="675185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500" dirty="0"/>
                <a:t>South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C84A9CF3-66DF-CF40-EF2B-49BE0D5C9062}"/>
                </a:ext>
              </a:extLst>
            </p:cNvPr>
            <p:cNvSpPr txBox="1"/>
            <p:nvPr/>
          </p:nvSpPr>
          <p:spPr>
            <a:xfrm>
              <a:off x="10024556" y="1231124"/>
              <a:ext cx="549446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500" dirty="0"/>
                <a:t>East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2837042C-427E-CAC8-4A13-0950F392CE90}"/>
                </a:ext>
              </a:extLst>
            </p:cNvPr>
            <p:cNvSpPr txBox="1"/>
            <p:nvPr/>
          </p:nvSpPr>
          <p:spPr>
            <a:xfrm>
              <a:off x="10785957" y="1234750"/>
              <a:ext cx="606705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500" dirty="0"/>
                <a:t>West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619731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4F04C0-7271-C524-7643-E20AE065DB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5F0201A-8ADE-212F-CD39-431420A46227}"/>
              </a:ext>
            </a:extLst>
          </p:cNvPr>
          <p:cNvSpPr/>
          <p:nvPr/>
        </p:nvSpPr>
        <p:spPr>
          <a:xfrm>
            <a:off x="4080695" y="5670072"/>
            <a:ext cx="731520" cy="731520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/>
              <a:t>Out of Grid</a:t>
            </a:r>
          </a:p>
        </p:txBody>
      </p:sp>
      <p:grpSp>
        <p:nvGrpSpPr>
          <p:cNvPr id="71" name="Group 70">
            <a:extLst>
              <a:ext uri="{FF2B5EF4-FFF2-40B4-BE49-F238E27FC236}">
                <a16:creationId xmlns:a16="http://schemas.microsoft.com/office/drawing/2014/main" id="{33D96F66-80D5-C9E4-9C2A-35C2F4C06B6E}"/>
              </a:ext>
            </a:extLst>
          </p:cNvPr>
          <p:cNvGrpSpPr/>
          <p:nvPr/>
        </p:nvGrpSpPr>
        <p:grpSpPr>
          <a:xfrm>
            <a:off x="965426" y="1709246"/>
            <a:ext cx="3865300" cy="3893119"/>
            <a:chOff x="6929426" y="1679085"/>
            <a:chExt cx="3865300" cy="3893119"/>
          </a:xfrm>
        </p:grpSpPr>
        <p:pic>
          <p:nvPicPr>
            <p:cNvPr id="72" name="Picture 71">
              <a:extLst>
                <a:ext uri="{FF2B5EF4-FFF2-40B4-BE49-F238E27FC236}">
                  <a16:creationId xmlns:a16="http://schemas.microsoft.com/office/drawing/2014/main" id="{63F55E9F-847E-FFB9-DE88-88B12241FAAC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53563" y="2482227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3" name="Picture 72">
              <a:extLst>
                <a:ext uri="{FF2B5EF4-FFF2-40B4-BE49-F238E27FC236}">
                  <a16:creationId xmlns:a16="http://schemas.microsoft.com/office/drawing/2014/main" id="{52626E19-F839-7318-2103-9E794A251BDD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87473" y="4050524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4" name="Picture 73">
              <a:extLst>
                <a:ext uri="{FF2B5EF4-FFF2-40B4-BE49-F238E27FC236}">
                  <a16:creationId xmlns:a16="http://schemas.microsoft.com/office/drawing/2014/main" id="{ABF11753-DEB5-D03C-09E1-E1B90293E00A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0363" y="4042843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75" name="Picture 74">
              <a:extLst>
                <a:ext uri="{FF2B5EF4-FFF2-40B4-BE49-F238E27FC236}">
                  <a16:creationId xmlns:a16="http://schemas.microsoft.com/office/drawing/2014/main" id="{E5DDADCC-AC7A-7B34-916E-48AA1233DBB0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75529" y="168816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6" name="Picture 75">
              <a:extLst>
                <a:ext uri="{FF2B5EF4-FFF2-40B4-BE49-F238E27FC236}">
                  <a16:creationId xmlns:a16="http://schemas.microsoft.com/office/drawing/2014/main" id="{47FDCFED-0981-19DE-B217-86D842A37E7B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1701290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7" name="Picture 76">
              <a:extLst>
                <a:ext uri="{FF2B5EF4-FFF2-40B4-BE49-F238E27FC236}">
                  <a16:creationId xmlns:a16="http://schemas.microsoft.com/office/drawing/2014/main" id="{7984A46A-4E2C-38BC-DC54-31BBD5398999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29426" y="3252194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8" name="Picture 77">
              <a:extLst>
                <a:ext uri="{FF2B5EF4-FFF2-40B4-BE49-F238E27FC236}">
                  <a16:creationId xmlns:a16="http://schemas.microsoft.com/office/drawing/2014/main" id="{A0515EC1-BC42-F5D1-98B3-BAD2B134AB6D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2475851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9" name="Picture 78">
              <a:extLst>
                <a:ext uri="{FF2B5EF4-FFF2-40B4-BE49-F238E27FC236}">
                  <a16:creationId xmlns:a16="http://schemas.microsoft.com/office/drawing/2014/main" id="{DB486E0F-63F3-E6E0-12DB-8E17A8662340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4369" y="4840684"/>
              <a:ext cx="731520" cy="731520"/>
            </a:xfrm>
            <a:prstGeom prst="rect">
              <a:avLst/>
            </a:prstGeom>
            <a:ln w="38100">
              <a:solidFill>
                <a:srgbClr val="FF0000"/>
              </a:solidFill>
            </a:ln>
            <a:effectLst>
              <a:softEdge rad="0"/>
            </a:effectLst>
          </p:spPr>
        </p:pic>
        <p:pic>
          <p:nvPicPr>
            <p:cNvPr id="80" name="Picture 79">
              <a:extLst>
                <a:ext uri="{FF2B5EF4-FFF2-40B4-BE49-F238E27FC236}">
                  <a16:creationId xmlns:a16="http://schemas.microsoft.com/office/drawing/2014/main" id="{DE68E76C-6749-57D4-A368-E55AE4DDBD18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2478" y="1679085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81" name="Picture 80">
              <a:extLst>
                <a:ext uri="{FF2B5EF4-FFF2-40B4-BE49-F238E27FC236}">
                  <a16:creationId xmlns:a16="http://schemas.microsoft.com/office/drawing/2014/main" id="{5A912C65-19D8-594E-4FCB-0452F128E831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53563" y="169784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2" name="Picture 81">
              <a:extLst>
                <a:ext uri="{FF2B5EF4-FFF2-40B4-BE49-F238E27FC236}">
                  <a16:creationId xmlns:a16="http://schemas.microsoft.com/office/drawing/2014/main" id="{CF73CDA0-908B-0EFE-F9C8-7D4610D9608F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0164" y="247228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3" name="Picture 82">
              <a:extLst>
                <a:ext uri="{FF2B5EF4-FFF2-40B4-BE49-F238E27FC236}">
                  <a16:creationId xmlns:a16="http://schemas.microsoft.com/office/drawing/2014/main" id="{8BC26AB8-6038-FCEC-84E0-2605D244C74B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2045" y="4833601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4" name="Picture 83">
              <a:extLst>
                <a:ext uri="{FF2B5EF4-FFF2-40B4-BE49-F238E27FC236}">
                  <a16:creationId xmlns:a16="http://schemas.microsoft.com/office/drawing/2014/main" id="{7E819074-9BD9-511E-1491-F1583346CA81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4720" y="483714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5" name="Picture 84">
              <a:extLst>
                <a:ext uri="{FF2B5EF4-FFF2-40B4-BE49-F238E27FC236}">
                  <a16:creationId xmlns:a16="http://schemas.microsoft.com/office/drawing/2014/main" id="{BA6E2B1D-D246-7C88-92B6-10F6FBEB55D0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95426" y="326353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6" name="Picture 85">
              <a:extLst>
                <a:ext uri="{FF2B5EF4-FFF2-40B4-BE49-F238E27FC236}">
                  <a16:creationId xmlns:a16="http://schemas.microsoft.com/office/drawing/2014/main" id="{3599ED10-5893-F449-4C0B-6C7AE6E2CC33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95426" y="246820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7" name="Picture 86">
              <a:extLst>
                <a:ext uri="{FF2B5EF4-FFF2-40B4-BE49-F238E27FC236}">
                  <a16:creationId xmlns:a16="http://schemas.microsoft.com/office/drawing/2014/main" id="{0DDB4A19-ACF1-9B01-AEC1-220267F7105A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0901" y="167908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8" name="Picture 87">
              <a:extLst>
                <a:ext uri="{FF2B5EF4-FFF2-40B4-BE49-F238E27FC236}">
                  <a16:creationId xmlns:a16="http://schemas.microsoft.com/office/drawing/2014/main" id="{7F16823C-19F7-7D04-9708-3E5C174D19B1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0363" y="327298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9" name="Picture 88">
              <a:extLst>
                <a:ext uri="{FF2B5EF4-FFF2-40B4-BE49-F238E27FC236}">
                  <a16:creationId xmlns:a16="http://schemas.microsoft.com/office/drawing/2014/main" id="{2420FAF0-FE22-1ECE-65FF-F4B8B3EECD81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63206" y="3269587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0" name="Picture 89">
              <a:extLst>
                <a:ext uri="{FF2B5EF4-FFF2-40B4-BE49-F238E27FC236}">
                  <a16:creationId xmlns:a16="http://schemas.microsoft.com/office/drawing/2014/main" id="{46487CAD-1FCB-3E18-7425-BB3FE33B4856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4369" y="4050524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1" name="Picture 90">
              <a:extLst>
                <a:ext uri="{FF2B5EF4-FFF2-40B4-BE49-F238E27FC236}">
                  <a16:creationId xmlns:a16="http://schemas.microsoft.com/office/drawing/2014/main" id="{0A23DB5E-1E11-0886-5A09-86440B0FC21A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98785" y="326353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2" name="Picture 91">
              <a:extLst>
                <a:ext uri="{FF2B5EF4-FFF2-40B4-BE49-F238E27FC236}">
                  <a16:creationId xmlns:a16="http://schemas.microsoft.com/office/drawing/2014/main" id="{B474FAB6-6054-F52F-4B37-1DEDA01D14DE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87473" y="4838914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3" name="Picture 92">
              <a:extLst>
                <a:ext uri="{FF2B5EF4-FFF2-40B4-BE49-F238E27FC236}">
                  <a16:creationId xmlns:a16="http://schemas.microsoft.com/office/drawing/2014/main" id="{C78F006A-C399-DC43-E72C-3391885513C2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9366" y="404643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4" name="Picture 93">
              <a:extLst>
                <a:ext uri="{FF2B5EF4-FFF2-40B4-BE49-F238E27FC236}">
                  <a16:creationId xmlns:a16="http://schemas.microsoft.com/office/drawing/2014/main" id="{92D43418-7743-8B74-77FF-CD02FB3B41B5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29426" y="4046439"/>
              <a:ext cx="734469" cy="731520"/>
            </a:xfrm>
            <a:prstGeom prst="rect">
              <a:avLst/>
            </a:prstGeom>
          </p:spPr>
        </p:pic>
        <p:pic>
          <p:nvPicPr>
            <p:cNvPr id="95" name="Picture 94">
              <a:extLst>
                <a:ext uri="{FF2B5EF4-FFF2-40B4-BE49-F238E27FC236}">
                  <a16:creationId xmlns:a16="http://schemas.microsoft.com/office/drawing/2014/main" id="{17495A09-13DA-3B8D-4DA4-5914719C851A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1638" y="4840684"/>
              <a:ext cx="731520" cy="731520"/>
            </a:xfrm>
            <a:prstGeom prst="rect">
              <a:avLst/>
            </a:prstGeom>
          </p:spPr>
        </p:pic>
        <p:pic>
          <p:nvPicPr>
            <p:cNvPr id="96" name="Picture 95">
              <a:extLst>
                <a:ext uri="{FF2B5EF4-FFF2-40B4-BE49-F238E27FC236}">
                  <a16:creationId xmlns:a16="http://schemas.microsoft.com/office/drawing/2014/main" id="{57F5D7A6-3AD9-F932-77D2-3CAB68ED7EC6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22043" y="2475851"/>
              <a:ext cx="731520" cy="731520"/>
            </a:xfrm>
            <a:prstGeom prst="rect">
              <a:avLst/>
            </a:prstGeom>
          </p:spPr>
        </p:pic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C38D310E-D920-9DB0-D088-7F6F1B331F52}"/>
              </a:ext>
            </a:extLst>
          </p:cNvPr>
          <p:cNvSpPr txBox="1"/>
          <p:nvPr/>
        </p:nvSpPr>
        <p:spPr>
          <a:xfrm>
            <a:off x="4358058" y="4835031"/>
            <a:ext cx="5629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0000"/>
                </a:highlight>
              </a:rPr>
              <a:t>*RP</a:t>
            </a:r>
          </a:p>
        </p:txBody>
      </p:sp>
      <p:pic>
        <p:nvPicPr>
          <p:cNvPr id="2" name="Graphic 1" descr="Arrow Up with solid fill">
            <a:extLst>
              <a:ext uri="{FF2B5EF4-FFF2-40B4-BE49-F238E27FC236}">
                <a16:creationId xmlns:a16="http://schemas.microsoft.com/office/drawing/2014/main" id="{311F7486-775E-1551-D932-08E3A8C1C806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 rot="10800000">
            <a:off x="4181809" y="5328045"/>
            <a:ext cx="548640" cy="548640"/>
          </a:xfrm>
          <a:prstGeom prst="rect">
            <a:avLst/>
          </a:prstGeom>
        </p:spPr>
      </p:pic>
      <p:sp>
        <p:nvSpPr>
          <p:cNvPr id="4" name="Subtitle 2">
            <a:extLst>
              <a:ext uri="{FF2B5EF4-FFF2-40B4-BE49-F238E27FC236}">
                <a16:creationId xmlns:a16="http://schemas.microsoft.com/office/drawing/2014/main" id="{6D616F88-11A8-A099-0719-A7E070363CF2}"/>
              </a:ext>
            </a:extLst>
          </p:cNvPr>
          <p:cNvSpPr txBox="1">
            <a:spLocks/>
          </p:cNvSpPr>
          <p:nvPr/>
        </p:nvSpPr>
        <p:spPr>
          <a:xfrm>
            <a:off x="5255421" y="1366443"/>
            <a:ext cx="6562954" cy="33034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sz="25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2C5C2803-E03B-7F24-BE6B-72F7808134F9}"/>
              </a:ext>
            </a:extLst>
          </p:cNvPr>
          <p:cNvSpPr txBox="1">
            <a:spLocks/>
          </p:cNvSpPr>
          <p:nvPr/>
        </p:nvSpPr>
        <p:spPr>
          <a:xfrm>
            <a:off x="5534060" y="2366627"/>
            <a:ext cx="6562954" cy="33034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>
                <a:ln w="0"/>
              </a:rPr>
              <a:t>However, the</a:t>
            </a:r>
            <a:r>
              <a:rPr lang="en-US" b="1" dirty="0">
                <a:ln w="0"/>
                <a:solidFill>
                  <a:srgbClr val="FF0000"/>
                </a:solidFill>
              </a:rPr>
              <a:t> </a:t>
            </a:r>
            <a:r>
              <a:rPr lang="en-US" b="1" dirty="0">
                <a:ln w="0"/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Actual Password to Click (*PW)</a:t>
            </a:r>
            <a:r>
              <a:rPr lang="en-US" b="1" dirty="0">
                <a:ln w="0"/>
              </a:rPr>
              <a:t> </a:t>
            </a:r>
            <a:r>
              <a:rPr lang="en-US" dirty="0">
                <a:ln w="0"/>
              </a:rPr>
              <a:t>is</a:t>
            </a:r>
            <a:r>
              <a:rPr lang="en-US" b="1" dirty="0">
                <a:ln w="0"/>
              </a:rPr>
              <a:t> </a:t>
            </a:r>
            <a:r>
              <a:rPr lang="en-US" dirty="0">
                <a:ln w="0"/>
              </a:rPr>
              <a:t>Out of the Grid.</a:t>
            </a:r>
            <a:r>
              <a:rPr lang="en-US" b="1" dirty="0">
                <a:ln w="0"/>
                <a:solidFill>
                  <a:srgbClr val="FF0000"/>
                </a:solidFill>
              </a:rPr>
              <a:t> </a:t>
            </a:r>
            <a:r>
              <a:rPr lang="en-US" b="1" dirty="0">
                <a:ln w="0"/>
              </a:rPr>
              <a:t>Therefore, need to wrap to opposite side. </a:t>
            </a:r>
            <a:r>
              <a:rPr lang="en-US" dirty="0">
                <a:ln w="0"/>
              </a:rPr>
              <a:t>So, the </a:t>
            </a:r>
            <a:r>
              <a:rPr lang="en-US" b="1" dirty="0">
                <a:ln w="0"/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*PW</a:t>
            </a:r>
            <a:r>
              <a:rPr lang="en-US" dirty="0">
                <a:ln w="0"/>
              </a:rPr>
              <a:t> is </a:t>
            </a:r>
            <a:endParaRPr lang="en-US" b="1" dirty="0">
              <a:ln w="0"/>
            </a:endParaRP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ECA8BE38-B4DE-C237-C5F0-A72C9E7D365F}"/>
              </a:ext>
            </a:extLst>
          </p:cNvPr>
          <p:cNvSpPr txBox="1">
            <a:spLocks/>
          </p:cNvSpPr>
          <p:nvPr/>
        </p:nvSpPr>
        <p:spPr>
          <a:xfrm>
            <a:off x="-1" y="65893"/>
            <a:ext cx="2979175" cy="5982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Tutorial 1: Special Case</a:t>
            </a:r>
          </a:p>
          <a:p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Second Image 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4FAB7CB-3936-3C29-B9BA-476A7E138C64}"/>
              </a:ext>
            </a:extLst>
          </p:cNvPr>
          <p:cNvGrpSpPr/>
          <p:nvPr/>
        </p:nvGrpSpPr>
        <p:grpSpPr>
          <a:xfrm>
            <a:off x="3085525" y="134719"/>
            <a:ext cx="8996061" cy="1058311"/>
            <a:chOff x="2462620" y="499604"/>
            <a:chExt cx="8996061" cy="1058311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B8719485-0E71-47CF-C22B-8BA9C9749925}"/>
                </a:ext>
              </a:extLst>
            </p:cNvPr>
            <p:cNvGrpSpPr/>
            <p:nvPr/>
          </p:nvGrpSpPr>
          <p:grpSpPr>
            <a:xfrm>
              <a:off x="2462620" y="499604"/>
              <a:ext cx="8996061" cy="731520"/>
              <a:chOff x="2423291" y="290264"/>
              <a:chExt cx="8996061" cy="731520"/>
            </a:xfrm>
          </p:grpSpPr>
          <p:pic>
            <p:nvPicPr>
              <p:cNvPr id="24" name="Picture 23">
                <a:extLst>
                  <a:ext uri="{FF2B5EF4-FFF2-40B4-BE49-F238E27FC236}">
                    <a16:creationId xmlns:a16="http://schemas.microsoft.com/office/drawing/2014/main" id="{9C505915-B26D-71C2-AE6E-A45C62B1BF69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260964" y="290264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25" name="Picture 24">
                <a:extLst>
                  <a:ext uri="{FF2B5EF4-FFF2-40B4-BE49-F238E27FC236}">
                    <a16:creationId xmlns:a16="http://schemas.microsoft.com/office/drawing/2014/main" id="{045BAA4A-2834-0419-4355-EEA426C87B00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423291" y="290264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26" name="Picture 25">
                <a:extLst>
                  <a:ext uri="{FF2B5EF4-FFF2-40B4-BE49-F238E27FC236}">
                    <a16:creationId xmlns:a16="http://schemas.microsoft.com/office/drawing/2014/main" id="{58A53680-D23F-CE9D-768F-B9CDD91DF244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878876" y="290264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27" name="Picture 26">
                <a:extLst>
                  <a:ext uri="{FF2B5EF4-FFF2-40B4-BE49-F238E27FC236}">
                    <a16:creationId xmlns:a16="http://schemas.microsoft.com/office/drawing/2014/main" id="{AA8A5FFE-4677-EE0B-501D-E9F8188BE5DB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687832" y="290264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</p:grp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4FD87DCC-C954-7C35-7D25-319DEE6C830D}"/>
                </a:ext>
              </a:extLst>
            </p:cNvPr>
            <p:cNvSpPr txBox="1"/>
            <p:nvPr/>
          </p:nvSpPr>
          <p:spPr>
            <a:xfrm>
              <a:off x="8372658" y="1219927"/>
              <a:ext cx="659155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500" dirty="0"/>
                <a:t>North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0551F43F-12F7-B46C-1B1F-10750B750640}"/>
                </a:ext>
              </a:extLst>
            </p:cNvPr>
            <p:cNvSpPr txBox="1"/>
            <p:nvPr/>
          </p:nvSpPr>
          <p:spPr>
            <a:xfrm>
              <a:off x="2490787" y="1219926"/>
              <a:ext cx="675185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500" dirty="0"/>
                <a:t>South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EC5C7B50-9025-5F3E-3F23-D34A51D0D781}"/>
                </a:ext>
              </a:extLst>
            </p:cNvPr>
            <p:cNvSpPr txBox="1"/>
            <p:nvPr/>
          </p:nvSpPr>
          <p:spPr>
            <a:xfrm>
              <a:off x="10024556" y="1231124"/>
              <a:ext cx="549446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500" dirty="0"/>
                <a:t>East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C2D69C6F-34A3-F775-1E82-1E12C07560E1}"/>
                </a:ext>
              </a:extLst>
            </p:cNvPr>
            <p:cNvSpPr txBox="1"/>
            <p:nvPr/>
          </p:nvSpPr>
          <p:spPr>
            <a:xfrm>
              <a:off x="10785957" y="1234750"/>
              <a:ext cx="606705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500" dirty="0"/>
                <a:t>West</a:t>
              </a:r>
            </a:p>
          </p:txBody>
        </p:sp>
      </p:grpSp>
      <p:cxnSp>
        <p:nvCxnSpPr>
          <p:cNvPr id="7" name="Connector: Elbow 6">
            <a:extLst>
              <a:ext uri="{FF2B5EF4-FFF2-40B4-BE49-F238E27FC236}">
                <a16:creationId xmlns:a16="http://schemas.microsoft.com/office/drawing/2014/main" id="{440EBC43-AC74-1BE4-F755-2F09C2D16622}"/>
              </a:ext>
            </a:extLst>
          </p:cNvPr>
          <p:cNvCxnSpPr>
            <a:stCxn id="3" idx="3"/>
            <a:endCxn id="76" idx="0"/>
          </p:cNvCxnSpPr>
          <p:nvPr/>
        </p:nvCxnSpPr>
        <p:spPr>
          <a:xfrm flipH="1" flipV="1">
            <a:off x="4459529" y="1731451"/>
            <a:ext cx="352686" cy="4304381"/>
          </a:xfrm>
          <a:prstGeom prst="bentConnector4">
            <a:avLst>
              <a:gd name="adj1" fmla="val -93614"/>
              <a:gd name="adj2" fmla="val 108737"/>
            </a:avLst>
          </a:prstGeom>
          <a:ln>
            <a:solidFill>
              <a:srgbClr val="FF0000"/>
            </a:solidFill>
            <a:prstDash val="lg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D7ABBFF1-97A4-CA1F-59FF-45D1EFC21CFF}"/>
              </a:ext>
            </a:extLst>
          </p:cNvPr>
          <p:cNvSpPr txBox="1"/>
          <p:nvPr/>
        </p:nvSpPr>
        <p:spPr>
          <a:xfrm>
            <a:off x="4284884" y="2107974"/>
            <a:ext cx="6284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0000"/>
                </a:highlight>
              </a:rPr>
              <a:t>*PW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C8BEED9-9703-1001-601E-91F916B47095}"/>
              </a:ext>
            </a:extLst>
          </p:cNvPr>
          <p:cNvPicPr preferRelativeResize="0">
            <a:picLocks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33957" y="3063240"/>
            <a:ext cx="731520" cy="731520"/>
          </a:xfrm>
          <a:prstGeom prst="rect">
            <a:avLst/>
          </a:prstGeom>
          <a:effectLst>
            <a:softEdge rad="0"/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087C58F-F671-A4E4-1CF4-DC3B994DCEEF}"/>
              </a:ext>
            </a:extLst>
          </p:cNvPr>
          <p:cNvSpPr txBox="1"/>
          <p:nvPr/>
        </p:nvSpPr>
        <p:spPr>
          <a:xfrm rot="5400000">
            <a:off x="4153401" y="3729753"/>
            <a:ext cx="22632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Wrap to opposite side</a:t>
            </a:r>
          </a:p>
        </p:txBody>
      </p:sp>
    </p:spTree>
    <p:extLst>
      <p:ext uri="{BB962C8B-B14F-4D97-AF65-F5344CB8AC3E}">
        <p14:creationId xmlns:p14="http://schemas.microsoft.com/office/powerpoint/2010/main" val="28256730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F9AE0B-0E31-C822-0F62-C747F6C0FA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BB8F0B8-E816-AC10-7081-FD33BB0424C2}"/>
              </a:ext>
            </a:extLst>
          </p:cNvPr>
          <p:cNvSpPr/>
          <p:nvPr/>
        </p:nvSpPr>
        <p:spPr>
          <a:xfrm>
            <a:off x="4523901" y="2477744"/>
            <a:ext cx="731520" cy="731520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/>
              <a:t>Out of Grid</a:t>
            </a:r>
          </a:p>
        </p:txBody>
      </p:sp>
      <p:grpSp>
        <p:nvGrpSpPr>
          <p:cNvPr id="71" name="Group 70">
            <a:extLst>
              <a:ext uri="{FF2B5EF4-FFF2-40B4-BE49-F238E27FC236}">
                <a16:creationId xmlns:a16="http://schemas.microsoft.com/office/drawing/2014/main" id="{725658EF-38C5-010E-D708-8249D7A697E7}"/>
              </a:ext>
            </a:extLst>
          </p:cNvPr>
          <p:cNvGrpSpPr/>
          <p:nvPr/>
        </p:nvGrpSpPr>
        <p:grpSpPr>
          <a:xfrm>
            <a:off x="599667" y="1680978"/>
            <a:ext cx="3865300" cy="3893119"/>
            <a:chOff x="6929426" y="1679085"/>
            <a:chExt cx="3865300" cy="3893119"/>
          </a:xfrm>
        </p:grpSpPr>
        <p:pic>
          <p:nvPicPr>
            <p:cNvPr id="72" name="Picture 71">
              <a:extLst>
                <a:ext uri="{FF2B5EF4-FFF2-40B4-BE49-F238E27FC236}">
                  <a16:creationId xmlns:a16="http://schemas.microsoft.com/office/drawing/2014/main" id="{BB07AB08-3AA6-BA61-84FB-A81867445309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53563" y="2482227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3" name="Picture 72">
              <a:extLst>
                <a:ext uri="{FF2B5EF4-FFF2-40B4-BE49-F238E27FC236}">
                  <a16:creationId xmlns:a16="http://schemas.microsoft.com/office/drawing/2014/main" id="{CFFF0950-FB25-4BB7-3F48-1C494CC2C159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87473" y="4050524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4" name="Picture 73">
              <a:extLst>
                <a:ext uri="{FF2B5EF4-FFF2-40B4-BE49-F238E27FC236}">
                  <a16:creationId xmlns:a16="http://schemas.microsoft.com/office/drawing/2014/main" id="{AC4698CB-F921-F1CA-6D1C-E81592211FD3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0363" y="4042843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75" name="Picture 74">
              <a:extLst>
                <a:ext uri="{FF2B5EF4-FFF2-40B4-BE49-F238E27FC236}">
                  <a16:creationId xmlns:a16="http://schemas.microsoft.com/office/drawing/2014/main" id="{B0DEF673-F5EC-E078-0A57-6350DC19E1BA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75529" y="168816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6" name="Picture 75">
              <a:extLst>
                <a:ext uri="{FF2B5EF4-FFF2-40B4-BE49-F238E27FC236}">
                  <a16:creationId xmlns:a16="http://schemas.microsoft.com/office/drawing/2014/main" id="{AEF20D54-4D58-E35D-8FAB-F55E8F804DC8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1701290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7" name="Picture 76">
              <a:extLst>
                <a:ext uri="{FF2B5EF4-FFF2-40B4-BE49-F238E27FC236}">
                  <a16:creationId xmlns:a16="http://schemas.microsoft.com/office/drawing/2014/main" id="{11829C9C-8F8C-0A51-8515-4A7ED866EC85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29426" y="3252194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8" name="Picture 77">
              <a:extLst>
                <a:ext uri="{FF2B5EF4-FFF2-40B4-BE49-F238E27FC236}">
                  <a16:creationId xmlns:a16="http://schemas.microsoft.com/office/drawing/2014/main" id="{E084E32A-B9D7-F103-457C-01638D9F2715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2475851"/>
              <a:ext cx="731520" cy="731520"/>
            </a:xfrm>
            <a:prstGeom prst="rect">
              <a:avLst/>
            </a:prstGeom>
            <a:ln w="38100">
              <a:solidFill>
                <a:srgbClr val="FF0000"/>
              </a:solidFill>
            </a:ln>
            <a:effectLst>
              <a:softEdge rad="0"/>
            </a:effectLst>
          </p:spPr>
        </p:pic>
        <p:pic>
          <p:nvPicPr>
            <p:cNvPr id="79" name="Picture 78">
              <a:extLst>
                <a:ext uri="{FF2B5EF4-FFF2-40B4-BE49-F238E27FC236}">
                  <a16:creationId xmlns:a16="http://schemas.microsoft.com/office/drawing/2014/main" id="{21A611E1-9947-57D6-11AC-1EB8F646E6DD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4369" y="4840684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80" name="Picture 79">
              <a:extLst>
                <a:ext uri="{FF2B5EF4-FFF2-40B4-BE49-F238E27FC236}">
                  <a16:creationId xmlns:a16="http://schemas.microsoft.com/office/drawing/2014/main" id="{32A9DB2D-0E2F-DCBD-DF25-A44F68C1DEBC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2478" y="1679085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81" name="Picture 80">
              <a:extLst>
                <a:ext uri="{FF2B5EF4-FFF2-40B4-BE49-F238E27FC236}">
                  <a16:creationId xmlns:a16="http://schemas.microsoft.com/office/drawing/2014/main" id="{26EC22A1-B6A5-DAAF-71FC-B3A5AC3B2C3D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53563" y="169784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2" name="Picture 81">
              <a:extLst>
                <a:ext uri="{FF2B5EF4-FFF2-40B4-BE49-F238E27FC236}">
                  <a16:creationId xmlns:a16="http://schemas.microsoft.com/office/drawing/2014/main" id="{F743B99E-166C-642C-76A0-802294EB48F7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0164" y="247228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3" name="Picture 82">
              <a:extLst>
                <a:ext uri="{FF2B5EF4-FFF2-40B4-BE49-F238E27FC236}">
                  <a16:creationId xmlns:a16="http://schemas.microsoft.com/office/drawing/2014/main" id="{E45C6E10-A6EE-F157-BF45-145B89501D4C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2045" y="4833601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4" name="Picture 83">
              <a:extLst>
                <a:ext uri="{FF2B5EF4-FFF2-40B4-BE49-F238E27FC236}">
                  <a16:creationId xmlns:a16="http://schemas.microsoft.com/office/drawing/2014/main" id="{BF963554-1E17-5D04-9E29-3E9A8986B4E8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4720" y="483714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5" name="Picture 84">
              <a:extLst>
                <a:ext uri="{FF2B5EF4-FFF2-40B4-BE49-F238E27FC236}">
                  <a16:creationId xmlns:a16="http://schemas.microsoft.com/office/drawing/2014/main" id="{0ECFBAA5-5E0C-E090-C5D6-E4084D7D5A99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95426" y="326353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6" name="Picture 85">
              <a:extLst>
                <a:ext uri="{FF2B5EF4-FFF2-40B4-BE49-F238E27FC236}">
                  <a16:creationId xmlns:a16="http://schemas.microsoft.com/office/drawing/2014/main" id="{7483AD9C-2189-10D6-6C83-A63F06E8F110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95426" y="246820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7" name="Picture 86">
              <a:extLst>
                <a:ext uri="{FF2B5EF4-FFF2-40B4-BE49-F238E27FC236}">
                  <a16:creationId xmlns:a16="http://schemas.microsoft.com/office/drawing/2014/main" id="{6F171707-8228-7534-D4B9-3636DDDC45A6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0901" y="167908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8" name="Picture 87">
              <a:extLst>
                <a:ext uri="{FF2B5EF4-FFF2-40B4-BE49-F238E27FC236}">
                  <a16:creationId xmlns:a16="http://schemas.microsoft.com/office/drawing/2014/main" id="{E9315642-2D9B-83F5-9FF6-F39A2C1A85E5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0363" y="327298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9" name="Picture 88">
              <a:extLst>
                <a:ext uri="{FF2B5EF4-FFF2-40B4-BE49-F238E27FC236}">
                  <a16:creationId xmlns:a16="http://schemas.microsoft.com/office/drawing/2014/main" id="{926CB4ED-28B3-9CE4-4219-0939CC12E7A5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63206" y="3269587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0" name="Picture 89">
              <a:extLst>
                <a:ext uri="{FF2B5EF4-FFF2-40B4-BE49-F238E27FC236}">
                  <a16:creationId xmlns:a16="http://schemas.microsoft.com/office/drawing/2014/main" id="{B8560B73-06E5-AE8C-DE1B-E8B6D9F15BD5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4369" y="4050524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1" name="Picture 90">
              <a:extLst>
                <a:ext uri="{FF2B5EF4-FFF2-40B4-BE49-F238E27FC236}">
                  <a16:creationId xmlns:a16="http://schemas.microsoft.com/office/drawing/2014/main" id="{384A9718-43CD-5D5C-1619-652760BF2955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98785" y="326353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2" name="Picture 91">
              <a:extLst>
                <a:ext uri="{FF2B5EF4-FFF2-40B4-BE49-F238E27FC236}">
                  <a16:creationId xmlns:a16="http://schemas.microsoft.com/office/drawing/2014/main" id="{D8C5AEE7-B94C-4C42-48E3-D138FDCF3515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87473" y="4838914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3" name="Picture 92">
              <a:extLst>
                <a:ext uri="{FF2B5EF4-FFF2-40B4-BE49-F238E27FC236}">
                  <a16:creationId xmlns:a16="http://schemas.microsoft.com/office/drawing/2014/main" id="{3A266C41-8B1C-79A8-0C43-0406FAF88E96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9366" y="404643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4" name="Picture 93">
              <a:extLst>
                <a:ext uri="{FF2B5EF4-FFF2-40B4-BE49-F238E27FC236}">
                  <a16:creationId xmlns:a16="http://schemas.microsoft.com/office/drawing/2014/main" id="{D16DBD45-FE0A-4BAA-7C1D-198AB7CD3FB8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29426" y="4046439"/>
              <a:ext cx="734469" cy="731520"/>
            </a:xfrm>
            <a:prstGeom prst="rect">
              <a:avLst/>
            </a:prstGeom>
          </p:spPr>
        </p:pic>
        <p:pic>
          <p:nvPicPr>
            <p:cNvPr id="95" name="Picture 94">
              <a:extLst>
                <a:ext uri="{FF2B5EF4-FFF2-40B4-BE49-F238E27FC236}">
                  <a16:creationId xmlns:a16="http://schemas.microsoft.com/office/drawing/2014/main" id="{895CEF8F-F18A-73F4-9500-01B561F0A96D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1638" y="4840684"/>
              <a:ext cx="731520" cy="731520"/>
            </a:xfrm>
            <a:prstGeom prst="rect">
              <a:avLst/>
            </a:prstGeom>
          </p:spPr>
        </p:pic>
        <p:pic>
          <p:nvPicPr>
            <p:cNvPr id="96" name="Picture 95">
              <a:extLst>
                <a:ext uri="{FF2B5EF4-FFF2-40B4-BE49-F238E27FC236}">
                  <a16:creationId xmlns:a16="http://schemas.microsoft.com/office/drawing/2014/main" id="{912318CC-CCB2-E4CE-0EA9-CB0DE5965AFF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22043" y="2475851"/>
              <a:ext cx="731520" cy="731520"/>
            </a:xfrm>
            <a:prstGeom prst="rect">
              <a:avLst/>
            </a:prstGeom>
          </p:spPr>
        </p:pic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AA7CB06A-37F4-3A8A-2455-6AC255529CC2}"/>
              </a:ext>
            </a:extLst>
          </p:cNvPr>
          <p:cNvSpPr txBox="1"/>
          <p:nvPr/>
        </p:nvSpPr>
        <p:spPr>
          <a:xfrm>
            <a:off x="3991005" y="2889349"/>
            <a:ext cx="5629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0000"/>
                </a:highlight>
              </a:rPr>
              <a:t>*RP</a:t>
            </a:r>
          </a:p>
        </p:txBody>
      </p:sp>
      <p:pic>
        <p:nvPicPr>
          <p:cNvPr id="2" name="Graphic 1" descr="Arrow Up with solid fill">
            <a:extLst>
              <a:ext uri="{FF2B5EF4-FFF2-40B4-BE49-F238E27FC236}">
                <a16:creationId xmlns:a16="http://schemas.microsoft.com/office/drawing/2014/main" id="{B10C9E5F-EC86-ADA6-13A2-B6EC981CDA20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 rot="5400000">
            <a:off x="4217396" y="2366627"/>
            <a:ext cx="548640" cy="548640"/>
          </a:xfrm>
          <a:prstGeom prst="rect">
            <a:avLst/>
          </a:prstGeom>
        </p:spPr>
      </p:pic>
      <p:sp>
        <p:nvSpPr>
          <p:cNvPr id="4" name="Subtitle 2">
            <a:extLst>
              <a:ext uri="{FF2B5EF4-FFF2-40B4-BE49-F238E27FC236}">
                <a16:creationId xmlns:a16="http://schemas.microsoft.com/office/drawing/2014/main" id="{D8CAD088-6768-9E64-53E2-AF7CEE07824B}"/>
              </a:ext>
            </a:extLst>
          </p:cNvPr>
          <p:cNvSpPr txBox="1">
            <a:spLocks/>
          </p:cNvSpPr>
          <p:nvPr/>
        </p:nvSpPr>
        <p:spPr>
          <a:xfrm>
            <a:off x="5255421" y="1366443"/>
            <a:ext cx="6562954" cy="33034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sz="25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7A7793C5-388A-DC1D-894E-8EDE98C5F154}"/>
              </a:ext>
            </a:extLst>
          </p:cNvPr>
          <p:cNvSpPr txBox="1">
            <a:spLocks/>
          </p:cNvSpPr>
          <p:nvPr/>
        </p:nvSpPr>
        <p:spPr>
          <a:xfrm>
            <a:off x="5534060" y="2366627"/>
            <a:ext cx="6562954" cy="33034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>
                <a:ln w="0"/>
              </a:rPr>
              <a:t>When the</a:t>
            </a: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b="1" dirty="0">
                <a:ln w="0"/>
                <a:solidFill>
                  <a:srgbClr val="00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Registered Direction </a:t>
            </a:r>
            <a:r>
              <a:rPr lang="en-US" dirty="0">
                <a:ln w="0"/>
              </a:rPr>
              <a:t>is East (right). The</a:t>
            </a:r>
            <a:r>
              <a:rPr lang="en-US" b="1" dirty="0">
                <a:ln w="0"/>
                <a:solidFill>
                  <a:srgbClr val="FF0000"/>
                </a:solidFill>
              </a:rPr>
              <a:t> </a:t>
            </a:r>
            <a:r>
              <a:rPr lang="en-US" b="1" dirty="0">
                <a:ln w="0"/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Actual Password to Click (*PW)</a:t>
            </a:r>
            <a:r>
              <a:rPr lang="en-US" b="1" dirty="0">
                <a:ln w="0"/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>
                <a:ln w="0"/>
              </a:rPr>
              <a:t>is at East (right) </a:t>
            </a:r>
            <a:r>
              <a:rPr lang="en-US" b="1" dirty="0">
                <a:ln w="0"/>
                <a:solidFill>
                  <a:srgbClr val="FF0000"/>
                </a:solidFill>
              </a:rPr>
              <a:t>of Registered Password (*RP).</a:t>
            </a:r>
            <a:endParaRPr lang="en-US" dirty="0">
              <a:ln w="0"/>
            </a:endParaRPr>
          </a:p>
          <a:p>
            <a:pPr algn="l"/>
            <a:endParaRPr lang="en-US" b="1" dirty="0">
              <a:ln w="0"/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2E31F8F4-F6CF-6164-E911-3C8B07860B3C}"/>
              </a:ext>
            </a:extLst>
          </p:cNvPr>
          <p:cNvSpPr txBox="1">
            <a:spLocks/>
          </p:cNvSpPr>
          <p:nvPr/>
        </p:nvSpPr>
        <p:spPr>
          <a:xfrm>
            <a:off x="-1" y="65893"/>
            <a:ext cx="2979175" cy="5982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Tutorial 1: Special Case</a:t>
            </a:r>
          </a:p>
          <a:p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Third Image 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67C8E4F9-7054-19C7-FE00-BB944E87B29B}"/>
              </a:ext>
            </a:extLst>
          </p:cNvPr>
          <p:cNvGrpSpPr/>
          <p:nvPr/>
        </p:nvGrpSpPr>
        <p:grpSpPr>
          <a:xfrm>
            <a:off x="3007341" y="126089"/>
            <a:ext cx="9074245" cy="1066941"/>
            <a:chOff x="2384436" y="490974"/>
            <a:chExt cx="9074245" cy="1066941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41F832BA-5752-08B4-ACFB-4ED02D0970BB}"/>
                </a:ext>
              </a:extLst>
            </p:cNvPr>
            <p:cNvGrpSpPr/>
            <p:nvPr/>
          </p:nvGrpSpPr>
          <p:grpSpPr>
            <a:xfrm>
              <a:off x="2384436" y="490974"/>
              <a:ext cx="9074245" cy="740150"/>
              <a:chOff x="2345107" y="281634"/>
              <a:chExt cx="9074245" cy="740150"/>
            </a:xfrm>
          </p:grpSpPr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A47B2EE6-7416-912A-ADD1-F04F4470CD9E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260964" y="290264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47C89F6C-A154-55D9-BBAA-9B4022C1DDC6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069920" y="290264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F5DDD378-1C0F-CBDB-350D-DDADA661CF4B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345107" y="281634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17" name="Picture 16">
                <a:extLst>
                  <a:ext uri="{FF2B5EF4-FFF2-40B4-BE49-F238E27FC236}">
                    <a16:creationId xmlns:a16="http://schemas.microsoft.com/office/drawing/2014/main" id="{D63B4E72-2799-BE2B-A53A-41BD13AD4E76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687832" y="290264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</p:grp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068576C0-34EA-6F91-B5D6-78AE48282AB5}"/>
                </a:ext>
              </a:extLst>
            </p:cNvPr>
            <p:cNvSpPr txBox="1"/>
            <p:nvPr/>
          </p:nvSpPr>
          <p:spPr>
            <a:xfrm>
              <a:off x="8372658" y="1219927"/>
              <a:ext cx="659155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500" dirty="0"/>
                <a:t>North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CC324CCE-A01E-AED9-272E-142AE1E39234}"/>
                </a:ext>
              </a:extLst>
            </p:cNvPr>
            <p:cNvSpPr txBox="1"/>
            <p:nvPr/>
          </p:nvSpPr>
          <p:spPr>
            <a:xfrm>
              <a:off x="9137416" y="1219926"/>
              <a:ext cx="675185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500" dirty="0"/>
                <a:t>South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E34E19F-F22C-A6A3-9274-EB8C01EA35B5}"/>
                </a:ext>
              </a:extLst>
            </p:cNvPr>
            <p:cNvSpPr txBox="1"/>
            <p:nvPr/>
          </p:nvSpPr>
          <p:spPr>
            <a:xfrm>
              <a:off x="2490787" y="1222494"/>
              <a:ext cx="549446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500" dirty="0"/>
                <a:t>East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1FAD6FE9-0288-A84D-17D2-CFAC7E9F4AC3}"/>
                </a:ext>
              </a:extLst>
            </p:cNvPr>
            <p:cNvSpPr txBox="1"/>
            <p:nvPr/>
          </p:nvSpPr>
          <p:spPr>
            <a:xfrm>
              <a:off x="10785957" y="1234750"/>
              <a:ext cx="606705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500" dirty="0"/>
                <a:t>West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229981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5A7F7B-28FF-0C5C-8093-A98A35D2C3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9054949-3C78-B964-28A9-BBE2F466639C}"/>
              </a:ext>
            </a:extLst>
          </p:cNvPr>
          <p:cNvSpPr/>
          <p:nvPr/>
        </p:nvSpPr>
        <p:spPr>
          <a:xfrm>
            <a:off x="4523901" y="2477744"/>
            <a:ext cx="731520" cy="731520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/>
              <a:t>Out of Grid</a:t>
            </a:r>
          </a:p>
        </p:txBody>
      </p:sp>
      <p:grpSp>
        <p:nvGrpSpPr>
          <p:cNvPr id="71" name="Group 70">
            <a:extLst>
              <a:ext uri="{FF2B5EF4-FFF2-40B4-BE49-F238E27FC236}">
                <a16:creationId xmlns:a16="http://schemas.microsoft.com/office/drawing/2014/main" id="{7B361886-CD2A-AA00-0C2C-61AA38CCD12F}"/>
              </a:ext>
            </a:extLst>
          </p:cNvPr>
          <p:cNvGrpSpPr/>
          <p:nvPr/>
        </p:nvGrpSpPr>
        <p:grpSpPr>
          <a:xfrm>
            <a:off x="599667" y="1680978"/>
            <a:ext cx="3865300" cy="3893119"/>
            <a:chOff x="6929426" y="1679085"/>
            <a:chExt cx="3865300" cy="3893119"/>
          </a:xfrm>
        </p:grpSpPr>
        <p:pic>
          <p:nvPicPr>
            <p:cNvPr id="72" name="Picture 71">
              <a:extLst>
                <a:ext uri="{FF2B5EF4-FFF2-40B4-BE49-F238E27FC236}">
                  <a16:creationId xmlns:a16="http://schemas.microsoft.com/office/drawing/2014/main" id="{D2171B90-7A58-93A0-8CBD-F0C9F35A9AE0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53563" y="2482227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3" name="Picture 72">
              <a:extLst>
                <a:ext uri="{FF2B5EF4-FFF2-40B4-BE49-F238E27FC236}">
                  <a16:creationId xmlns:a16="http://schemas.microsoft.com/office/drawing/2014/main" id="{BF805D2E-35E2-7780-2112-B2050B585F9C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87473" y="4050524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4" name="Picture 73">
              <a:extLst>
                <a:ext uri="{FF2B5EF4-FFF2-40B4-BE49-F238E27FC236}">
                  <a16:creationId xmlns:a16="http://schemas.microsoft.com/office/drawing/2014/main" id="{5410273D-ED29-B92E-A03B-F9CC93D8FE06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0363" y="4042843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75" name="Picture 74">
              <a:extLst>
                <a:ext uri="{FF2B5EF4-FFF2-40B4-BE49-F238E27FC236}">
                  <a16:creationId xmlns:a16="http://schemas.microsoft.com/office/drawing/2014/main" id="{A740742A-27B3-5C40-AB2A-8E4D5E462328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75529" y="168816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6" name="Picture 75">
              <a:extLst>
                <a:ext uri="{FF2B5EF4-FFF2-40B4-BE49-F238E27FC236}">
                  <a16:creationId xmlns:a16="http://schemas.microsoft.com/office/drawing/2014/main" id="{8FE67F10-7BAC-0725-5A62-3F4454A60C89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1701290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7" name="Picture 76">
              <a:extLst>
                <a:ext uri="{FF2B5EF4-FFF2-40B4-BE49-F238E27FC236}">
                  <a16:creationId xmlns:a16="http://schemas.microsoft.com/office/drawing/2014/main" id="{67468633-1CFB-C78E-7A05-DDE79B363A69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29426" y="3252194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8" name="Picture 77">
              <a:extLst>
                <a:ext uri="{FF2B5EF4-FFF2-40B4-BE49-F238E27FC236}">
                  <a16:creationId xmlns:a16="http://schemas.microsoft.com/office/drawing/2014/main" id="{DCEE718B-9504-C1B9-050B-85B3DB64BE29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2475851"/>
              <a:ext cx="731520" cy="731520"/>
            </a:xfrm>
            <a:prstGeom prst="rect">
              <a:avLst/>
            </a:prstGeom>
            <a:ln w="38100">
              <a:solidFill>
                <a:srgbClr val="FF0000"/>
              </a:solidFill>
            </a:ln>
            <a:effectLst>
              <a:softEdge rad="0"/>
            </a:effectLst>
          </p:spPr>
        </p:pic>
        <p:pic>
          <p:nvPicPr>
            <p:cNvPr id="79" name="Picture 78">
              <a:extLst>
                <a:ext uri="{FF2B5EF4-FFF2-40B4-BE49-F238E27FC236}">
                  <a16:creationId xmlns:a16="http://schemas.microsoft.com/office/drawing/2014/main" id="{B9442C01-9837-DA6A-9BAC-1BCC62D6F9E8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4369" y="4840684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80" name="Picture 79">
              <a:extLst>
                <a:ext uri="{FF2B5EF4-FFF2-40B4-BE49-F238E27FC236}">
                  <a16:creationId xmlns:a16="http://schemas.microsoft.com/office/drawing/2014/main" id="{F013277F-0EE2-549C-39EF-2A82D9FE4EBC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2478" y="1679085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81" name="Picture 80">
              <a:extLst>
                <a:ext uri="{FF2B5EF4-FFF2-40B4-BE49-F238E27FC236}">
                  <a16:creationId xmlns:a16="http://schemas.microsoft.com/office/drawing/2014/main" id="{7747F492-145A-D11E-4CD5-3559DCDCF095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53563" y="169784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2" name="Picture 81">
              <a:extLst>
                <a:ext uri="{FF2B5EF4-FFF2-40B4-BE49-F238E27FC236}">
                  <a16:creationId xmlns:a16="http://schemas.microsoft.com/office/drawing/2014/main" id="{F501BB4A-5177-C726-15DB-BE7B4472B759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0164" y="247228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3" name="Picture 82">
              <a:extLst>
                <a:ext uri="{FF2B5EF4-FFF2-40B4-BE49-F238E27FC236}">
                  <a16:creationId xmlns:a16="http://schemas.microsoft.com/office/drawing/2014/main" id="{A4CB35C4-8342-2BD6-DC1A-3DA05636114F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2045" y="4833601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4" name="Picture 83">
              <a:extLst>
                <a:ext uri="{FF2B5EF4-FFF2-40B4-BE49-F238E27FC236}">
                  <a16:creationId xmlns:a16="http://schemas.microsoft.com/office/drawing/2014/main" id="{CC0E11AA-AFD3-D4E7-B6E8-3854B84F843A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4720" y="483714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5" name="Picture 84">
              <a:extLst>
                <a:ext uri="{FF2B5EF4-FFF2-40B4-BE49-F238E27FC236}">
                  <a16:creationId xmlns:a16="http://schemas.microsoft.com/office/drawing/2014/main" id="{E81260F3-5D49-EB1D-9F18-CB357E91A902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95426" y="326353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6" name="Picture 85">
              <a:extLst>
                <a:ext uri="{FF2B5EF4-FFF2-40B4-BE49-F238E27FC236}">
                  <a16:creationId xmlns:a16="http://schemas.microsoft.com/office/drawing/2014/main" id="{DC59F95E-F699-B254-441F-17D9840B3BA7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95426" y="246820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7" name="Picture 86">
              <a:extLst>
                <a:ext uri="{FF2B5EF4-FFF2-40B4-BE49-F238E27FC236}">
                  <a16:creationId xmlns:a16="http://schemas.microsoft.com/office/drawing/2014/main" id="{E0BF827C-771F-D0B8-AE25-00719634953E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0901" y="167908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8" name="Picture 87">
              <a:extLst>
                <a:ext uri="{FF2B5EF4-FFF2-40B4-BE49-F238E27FC236}">
                  <a16:creationId xmlns:a16="http://schemas.microsoft.com/office/drawing/2014/main" id="{BDB99D44-CB9E-1B25-D8CE-A34F942698F7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0363" y="327298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9" name="Picture 88">
              <a:extLst>
                <a:ext uri="{FF2B5EF4-FFF2-40B4-BE49-F238E27FC236}">
                  <a16:creationId xmlns:a16="http://schemas.microsoft.com/office/drawing/2014/main" id="{509C75ED-6C36-2837-0043-FD2DC6420419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63206" y="3269587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0" name="Picture 89">
              <a:extLst>
                <a:ext uri="{FF2B5EF4-FFF2-40B4-BE49-F238E27FC236}">
                  <a16:creationId xmlns:a16="http://schemas.microsoft.com/office/drawing/2014/main" id="{7DB72F46-DCDD-5DAA-BF05-98A0A980291A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4369" y="4050524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1" name="Picture 90">
              <a:extLst>
                <a:ext uri="{FF2B5EF4-FFF2-40B4-BE49-F238E27FC236}">
                  <a16:creationId xmlns:a16="http://schemas.microsoft.com/office/drawing/2014/main" id="{0767BAD5-17BD-D47A-6EF6-0F62DBABA114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98785" y="326353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2" name="Picture 91">
              <a:extLst>
                <a:ext uri="{FF2B5EF4-FFF2-40B4-BE49-F238E27FC236}">
                  <a16:creationId xmlns:a16="http://schemas.microsoft.com/office/drawing/2014/main" id="{E45EA6B5-83FE-25AC-3876-EC103E760FDF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87473" y="4838914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3" name="Picture 92">
              <a:extLst>
                <a:ext uri="{FF2B5EF4-FFF2-40B4-BE49-F238E27FC236}">
                  <a16:creationId xmlns:a16="http://schemas.microsoft.com/office/drawing/2014/main" id="{C66FCCE6-64BA-2374-DAC2-EC210B024263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9366" y="404643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4" name="Picture 93">
              <a:extLst>
                <a:ext uri="{FF2B5EF4-FFF2-40B4-BE49-F238E27FC236}">
                  <a16:creationId xmlns:a16="http://schemas.microsoft.com/office/drawing/2014/main" id="{DD9C0D77-E9BE-4584-7174-5B54118F7B0F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29426" y="4046439"/>
              <a:ext cx="734469" cy="731520"/>
            </a:xfrm>
            <a:prstGeom prst="rect">
              <a:avLst/>
            </a:prstGeom>
          </p:spPr>
        </p:pic>
        <p:pic>
          <p:nvPicPr>
            <p:cNvPr id="95" name="Picture 94">
              <a:extLst>
                <a:ext uri="{FF2B5EF4-FFF2-40B4-BE49-F238E27FC236}">
                  <a16:creationId xmlns:a16="http://schemas.microsoft.com/office/drawing/2014/main" id="{148E724B-7F4D-ABB7-DEAF-E4FA6D9E2F6B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1638" y="4840684"/>
              <a:ext cx="731520" cy="731520"/>
            </a:xfrm>
            <a:prstGeom prst="rect">
              <a:avLst/>
            </a:prstGeom>
          </p:spPr>
        </p:pic>
        <p:pic>
          <p:nvPicPr>
            <p:cNvPr id="96" name="Picture 95">
              <a:extLst>
                <a:ext uri="{FF2B5EF4-FFF2-40B4-BE49-F238E27FC236}">
                  <a16:creationId xmlns:a16="http://schemas.microsoft.com/office/drawing/2014/main" id="{BA770750-C04B-0FF3-635A-DBE49869AF19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22043" y="2475851"/>
              <a:ext cx="731520" cy="731520"/>
            </a:xfrm>
            <a:prstGeom prst="rect">
              <a:avLst/>
            </a:prstGeom>
          </p:spPr>
        </p:pic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40DD08B8-6C26-F90A-5353-BA3C8D40B67D}"/>
              </a:ext>
            </a:extLst>
          </p:cNvPr>
          <p:cNvSpPr txBox="1"/>
          <p:nvPr/>
        </p:nvSpPr>
        <p:spPr>
          <a:xfrm>
            <a:off x="3991005" y="2889349"/>
            <a:ext cx="5629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0000"/>
                </a:highlight>
              </a:rPr>
              <a:t>*RP</a:t>
            </a:r>
          </a:p>
        </p:txBody>
      </p:sp>
      <p:pic>
        <p:nvPicPr>
          <p:cNvPr id="2" name="Graphic 1" descr="Arrow Up with solid fill">
            <a:extLst>
              <a:ext uri="{FF2B5EF4-FFF2-40B4-BE49-F238E27FC236}">
                <a16:creationId xmlns:a16="http://schemas.microsoft.com/office/drawing/2014/main" id="{9F3CD4E6-52B6-5168-2B54-8F4926900471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 rot="5400000">
            <a:off x="4217396" y="2366627"/>
            <a:ext cx="548640" cy="548640"/>
          </a:xfrm>
          <a:prstGeom prst="rect">
            <a:avLst/>
          </a:prstGeom>
        </p:spPr>
      </p:pic>
      <p:sp>
        <p:nvSpPr>
          <p:cNvPr id="4" name="Subtitle 2">
            <a:extLst>
              <a:ext uri="{FF2B5EF4-FFF2-40B4-BE49-F238E27FC236}">
                <a16:creationId xmlns:a16="http://schemas.microsoft.com/office/drawing/2014/main" id="{FE180488-AF74-FAFB-2457-B4611FFA1710}"/>
              </a:ext>
            </a:extLst>
          </p:cNvPr>
          <p:cNvSpPr txBox="1">
            <a:spLocks/>
          </p:cNvSpPr>
          <p:nvPr/>
        </p:nvSpPr>
        <p:spPr>
          <a:xfrm>
            <a:off x="5255421" y="1366443"/>
            <a:ext cx="6562954" cy="33034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sz="25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951D052D-A6F9-6ABE-B5D9-2659FA2D424B}"/>
              </a:ext>
            </a:extLst>
          </p:cNvPr>
          <p:cNvSpPr txBox="1">
            <a:spLocks/>
          </p:cNvSpPr>
          <p:nvPr/>
        </p:nvSpPr>
        <p:spPr>
          <a:xfrm>
            <a:off x="5534060" y="2366627"/>
            <a:ext cx="6562954" cy="33034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>
                <a:ln w="0"/>
              </a:rPr>
              <a:t>However, the</a:t>
            </a:r>
            <a:r>
              <a:rPr lang="en-US" b="1" dirty="0">
                <a:ln w="0"/>
                <a:solidFill>
                  <a:srgbClr val="FF0000"/>
                </a:solidFill>
              </a:rPr>
              <a:t> </a:t>
            </a:r>
            <a:r>
              <a:rPr lang="en-US" b="1" dirty="0">
                <a:ln w="0"/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Actual Password to Click (*PW)</a:t>
            </a:r>
            <a:r>
              <a:rPr lang="en-US" b="1" dirty="0">
                <a:ln w="0"/>
              </a:rPr>
              <a:t> </a:t>
            </a:r>
            <a:r>
              <a:rPr lang="en-US" dirty="0">
                <a:ln w="0"/>
              </a:rPr>
              <a:t>is</a:t>
            </a:r>
            <a:r>
              <a:rPr lang="en-US" b="1" dirty="0">
                <a:ln w="0"/>
              </a:rPr>
              <a:t> </a:t>
            </a:r>
            <a:r>
              <a:rPr lang="en-US" dirty="0">
                <a:ln w="0"/>
              </a:rPr>
              <a:t>Out of the Grid.</a:t>
            </a:r>
            <a:r>
              <a:rPr lang="en-US" b="1" dirty="0">
                <a:ln w="0"/>
                <a:solidFill>
                  <a:srgbClr val="FF0000"/>
                </a:solidFill>
              </a:rPr>
              <a:t> </a:t>
            </a:r>
            <a:r>
              <a:rPr lang="en-US" b="1" dirty="0">
                <a:ln w="0"/>
              </a:rPr>
              <a:t>Therefore, need to wrap to opposite side. </a:t>
            </a:r>
            <a:r>
              <a:rPr lang="en-US" dirty="0">
                <a:ln w="0"/>
              </a:rPr>
              <a:t>So, the </a:t>
            </a:r>
            <a:r>
              <a:rPr lang="en-US" b="1" dirty="0">
                <a:ln w="0"/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*PW</a:t>
            </a:r>
            <a:r>
              <a:rPr lang="en-US" dirty="0">
                <a:ln w="0"/>
              </a:rPr>
              <a:t> is </a:t>
            </a:r>
            <a:endParaRPr lang="en-US" b="1" dirty="0">
              <a:ln w="0"/>
            </a:endParaRP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269FD69E-5E6B-5BB6-D5E1-680CFFBDB2A6}"/>
              </a:ext>
            </a:extLst>
          </p:cNvPr>
          <p:cNvSpPr txBox="1">
            <a:spLocks/>
          </p:cNvSpPr>
          <p:nvPr/>
        </p:nvSpPr>
        <p:spPr>
          <a:xfrm>
            <a:off x="-1" y="65893"/>
            <a:ext cx="2979175" cy="5982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Tutorial 1: Special Case</a:t>
            </a:r>
          </a:p>
          <a:p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Third Image 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59DFA7A1-2FA5-847F-A4FE-B034D51C6D82}"/>
              </a:ext>
            </a:extLst>
          </p:cNvPr>
          <p:cNvGrpSpPr/>
          <p:nvPr/>
        </p:nvGrpSpPr>
        <p:grpSpPr>
          <a:xfrm>
            <a:off x="3007341" y="126089"/>
            <a:ext cx="9074245" cy="1066941"/>
            <a:chOff x="2384436" y="490974"/>
            <a:chExt cx="9074245" cy="1066941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5B727212-65F0-AD3F-46BA-FE0EEE1FB07D}"/>
                </a:ext>
              </a:extLst>
            </p:cNvPr>
            <p:cNvGrpSpPr/>
            <p:nvPr/>
          </p:nvGrpSpPr>
          <p:grpSpPr>
            <a:xfrm>
              <a:off x="2384436" y="490974"/>
              <a:ext cx="9074245" cy="740150"/>
              <a:chOff x="2345107" y="281634"/>
              <a:chExt cx="9074245" cy="740150"/>
            </a:xfrm>
          </p:grpSpPr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1539515A-6C90-56A7-05AA-22034B64ABCD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260964" y="290264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E878C803-2C77-97E8-F5F5-88D21F4C2E00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069920" y="290264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6C0541BA-0056-F93C-3D82-F5DFBFF4129E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345107" y="281634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17" name="Picture 16">
                <a:extLst>
                  <a:ext uri="{FF2B5EF4-FFF2-40B4-BE49-F238E27FC236}">
                    <a16:creationId xmlns:a16="http://schemas.microsoft.com/office/drawing/2014/main" id="{9B3B0765-B337-3DB7-263F-CA356377E038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687832" y="290264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</p:grp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C7E292E4-58BC-5150-0848-C3DA7EFC2FF2}"/>
                </a:ext>
              </a:extLst>
            </p:cNvPr>
            <p:cNvSpPr txBox="1"/>
            <p:nvPr/>
          </p:nvSpPr>
          <p:spPr>
            <a:xfrm>
              <a:off x="8372658" y="1219927"/>
              <a:ext cx="659155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500" dirty="0"/>
                <a:t>North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495B9AB0-2A49-9B4A-DD88-AE2A3B47182B}"/>
                </a:ext>
              </a:extLst>
            </p:cNvPr>
            <p:cNvSpPr txBox="1"/>
            <p:nvPr/>
          </p:nvSpPr>
          <p:spPr>
            <a:xfrm>
              <a:off x="9137416" y="1219926"/>
              <a:ext cx="675185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500" dirty="0"/>
                <a:t>South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7E73AF40-A35B-D2CA-F4FE-EDAB978E0B1A}"/>
                </a:ext>
              </a:extLst>
            </p:cNvPr>
            <p:cNvSpPr txBox="1"/>
            <p:nvPr/>
          </p:nvSpPr>
          <p:spPr>
            <a:xfrm>
              <a:off x="2490787" y="1222494"/>
              <a:ext cx="549446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500" dirty="0"/>
                <a:t>East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9B665C6-FC7C-C0A1-AE6D-AB6CB2DF79A9}"/>
                </a:ext>
              </a:extLst>
            </p:cNvPr>
            <p:cNvSpPr txBox="1"/>
            <p:nvPr/>
          </p:nvSpPr>
          <p:spPr>
            <a:xfrm>
              <a:off x="10785957" y="1234750"/>
              <a:ext cx="606705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500" dirty="0"/>
                <a:t>West</a:t>
              </a:r>
            </a:p>
          </p:txBody>
        </p:sp>
      </p:grpSp>
      <p:cxnSp>
        <p:nvCxnSpPr>
          <p:cNvPr id="12" name="Connector: Elbow 11">
            <a:extLst>
              <a:ext uri="{FF2B5EF4-FFF2-40B4-BE49-F238E27FC236}">
                <a16:creationId xmlns:a16="http://schemas.microsoft.com/office/drawing/2014/main" id="{6C61F5AD-602A-AF72-C041-C2BAA8EC36C9}"/>
              </a:ext>
            </a:extLst>
          </p:cNvPr>
          <p:cNvCxnSpPr>
            <a:stCxn id="3" idx="0"/>
            <a:endCxn id="82" idx="1"/>
          </p:cNvCxnSpPr>
          <p:nvPr/>
        </p:nvCxnSpPr>
        <p:spPr>
          <a:xfrm rot="16200000" flipH="1" flipV="1">
            <a:off x="2563936" y="514213"/>
            <a:ext cx="362194" cy="4289256"/>
          </a:xfrm>
          <a:prstGeom prst="bentConnector4">
            <a:avLst>
              <a:gd name="adj1" fmla="val -308417"/>
              <a:gd name="adj2" fmla="val 107164"/>
            </a:avLst>
          </a:prstGeom>
          <a:ln>
            <a:solidFill>
              <a:srgbClr val="FF0000"/>
            </a:solidFill>
            <a:prstDash val="lg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97A6A426-B03B-FC89-DE9F-A90F4B7BF4EE}"/>
              </a:ext>
            </a:extLst>
          </p:cNvPr>
          <p:cNvSpPr txBox="1"/>
          <p:nvPr/>
        </p:nvSpPr>
        <p:spPr>
          <a:xfrm>
            <a:off x="804655" y="2905546"/>
            <a:ext cx="6284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0000"/>
                </a:highlight>
              </a:rPr>
              <a:t>*PW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D29DDEE2-C28F-5373-F789-67E29B1D91FD}"/>
              </a:ext>
            </a:extLst>
          </p:cNvPr>
          <p:cNvPicPr preferRelativeResize="0">
            <a:picLocks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33956" y="3090212"/>
            <a:ext cx="731520" cy="731520"/>
          </a:xfrm>
          <a:prstGeom prst="rect">
            <a:avLst/>
          </a:prstGeom>
          <a:effectLst>
            <a:softEdge rad="0"/>
          </a:effec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1252B09-D112-981B-4815-4620EAA698C1}"/>
              </a:ext>
            </a:extLst>
          </p:cNvPr>
          <p:cNvSpPr txBox="1"/>
          <p:nvPr/>
        </p:nvSpPr>
        <p:spPr>
          <a:xfrm>
            <a:off x="1399435" y="1078265"/>
            <a:ext cx="22632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Wrap to opposite side</a:t>
            </a:r>
          </a:p>
        </p:txBody>
      </p:sp>
    </p:spTree>
    <p:extLst>
      <p:ext uri="{BB962C8B-B14F-4D97-AF65-F5344CB8AC3E}">
        <p14:creationId xmlns:p14="http://schemas.microsoft.com/office/powerpoint/2010/main" val="25993218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378AB7-09D0-9929-CABB-9466C2EAA3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9A3FF970-F0A9-785C-CAA9-9AC1EABE270C}"/>
              </a:ext>
            </a:extLst>
          </p:cNvPr>
          <p:cNvSpPr txBox="1">
            <a:spLocks/>
          </p:cNvSpPr>
          <p:nvPr/>
        </p:nvSpPr>
        <p:spPr>
          <a:xfrm>
            <a:off x="5255421" y="1366443"/>
            <a:ext cx="6562954" cy="33034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sz="25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59985BCB-9D6F-F7DC-733B-02E5C3EC4381}"/>
              </a:ext>
            </a:extLst>
          </p:cNvPr>
          <p:cNvSpPr txBox="1">
            <a:spLocks/>
          </p:cNvSpPr>
          <p:nvPr/>
        </p:nvSpPr>
        <p:spPr>
          <a:xfrm>
            <a:off x="5534060" y="2366627"/>
            <a:ext cx="6562954" cy="33034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>
                <a:ln w="0"/>
              </a:rPr>
              <a:t>When the</a:t>
            </a: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b="1" dirty="0">
                <a:ln w="0"/>
                <a:solidFill>
                  <a:srgbClr val="00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Registered Direction </a:t>
            </a:r>
            <a:r>
              <a:rPr lang="en-US" dirty="0">
                <a:ln w="0"/>
              </a:rPr>
              <a:t>is West (left). The</a:t>
            </a:r>
            <a:r>
              <a:rPr lang="en-US" b="1" dirty="0">
                <a:ln w="0"/>
                <a:solidFill>
                  <a:srgbClr val="FF0000"/>
                </a:solidFill>
              </a:rPr>
              <a:t> </a:t>
            </a:r>
            <a:r>
              <a:rPr lang="en-US" b="1" dirty="0">
                <a:ln w="0"/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Actual Password to Click (*PW)</a:t>
            </a:r>
            <a:r>
              <a:rPr lang="en-US" b="1" dirty="0">
                <a:ln w="0"/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>
                <a:ln w="0"/>
              </a:rPr>
              <a:t>is at West (left) </a:t>
            </a:r>
            <a:r>
              <a:rPr lang="en-US" b="1" dirty="0">
                <a:ln w="0"/>
                <a:solidFill>
                  <a:srgbClr val="FF0000"/>
                </a:solidFill>
              </a:rPr>
              <a:t>of Registered Password (*RP).</a:t>
            </a:r>
            <a:endParaRPr lang="en-US" b="1" dirty="0">
              <a:ln w="0"/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98EFC57D-C14C-9167-0255-4D336EAD45DE}"/>
              </a:ext>
            </a:extLst>
          </p:cNvPr>
          <p:cNvSpPr txBox="1">
            <a:spLocks/>
          </p:cNvSpPr>
          <p:nvPr/>
        </p:nvSpPr>
        <p:spPr>
          <a:xfrm>
            <a:off x="-1" y="65893"/>
            <a:ext cx="2979175" cy="5982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Tutorial 1: Special Case</a:t>
            </a:r>
          </a:p>
          <a:p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Forth Image 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8308E284-4811-052A-385C-DDFE8F902031}"/>
              </a:ext>
            </a:extLst>
          </p:cNvPr>
          <p:cNvGrpSpPr/>
          <p:nvPr/>
        </p:nvGrpSpPr>
        <p:grpSpPr>
          <a:xfrm>
            <a:off x="2979174" y="114109"/>
            <a:ext cx="8293456" cy="1075295"/>
            <a:chOff x="2356269" y="478994"/>
            <a:chExt cx="8293456" cy="1075295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1239B5C5-DAF6-D4FE-B88A-B25C93AC8BE7}"/>
                </a:ext>
              </a:extLst>
            </p:cNvPr>
            <p:cNvGrpSpPr/>
            <p:nvPr/>
          </p:nvGrpSpPr>
          <p:grpSpPr>
            <a:xfrm>
              <a:off x="2356269" y="478994"/>
              <a:ext cx="8293456" cy="752130"/>
              <a:chOff x="2316940" y="269654"/>
              <a:chExt cx="8293456" cy="752130"/>
            </a:xfrm>
          </p:grpSpPr>
          <p:pic>
            <p:nvPicPr>
              <p:cNvPr id="24" name="Picture 23">
                <a:extLst>
                  <a:ext uri="{FF2B5EF4-FFF2-40B4-BE49-F238E27FC236}">
                    <a16:creationId xmlns:a16="http://schemas.microsoft.com/office/drawing/2014/main" id="{82DE1225-5E28-A5CE-EF38-A028863676BD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260964" y="290264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25" name="Picture 24">
                <a:extLst>
                  <a:ext uri="{FF2B5EF4-FFF2-40B4-BE49-F238E27FC236}">
                    <a16:creationId xmlns:a16="http://schemas.microsoft.com/office/drawing/2014/main" id="{E15A51E1-E0FC-58AC-54CC-D06F1E9D94FB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069920" y="290264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26" name="Picture 25">
                <a:extLst>
                  <a:ext uri="{FF2B5EF4-FFF2-40B4-BE49-F238E27FC236}">
                    <a16:creationId xmlns:a16="http://schemas.microsoft.com/office/drawing/2014/main" id="{A8536CFB-AF49-43E1-CF73-B39C0ECD21A9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878876" y="290264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27" name="Picture 26">
                <a:extLst>
                  <a:ext uri="{FF2B5EF4-FFF2-40B4-BE49-F238E27FC236}">
                    <a16:creationId xmlns:a16="http://schemas.microsoft.com/office/drawing/2014/main" id="{52D1712B-CE90-0F17-49AD-6F5FC0D24296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316940" y="269654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</p:grp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9B44090C-EE7E-92C4-D9C7-852AB1EBA764}"/>
                </a:ext>
              </a:extLst>
            </p:cNvPr>
            <p:cNvSpPr txBox="1"/>
            <p:nvPr/>
          </p:nvSpPr>
          <p:spPr>
            <a:xfrm>
              <a:off x="8372658" y="1219927"/>
              <a:ext cx="659155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500" dirty="0"/>
                <a:t>North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5DFACC2B-368A-1E1C-419B-E57B8C7FC0A3}"/>
                </a:ext>
              </a:extLst>
            </p:cNvPr>
            <p:cNvSpPr txBox="1"/>
            <p:nvPr/>
          </p:nvSpPr>
          <p:spPr>
            <a:xfrm>
              <a:off x="9137416" y="1219926"/>
              <a:ext cx="675185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500" dirty="0"/>
                <a:t>South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F7EF9840-6635-BD2A-4B26-98D822621020}"/>
                </a:ext>
              </a:extLst>
            </p:cNvPr>
            <p:cNvSpPr txBox="1"/>
            <p:nvPr/>
          </p:nvSpPr>
          <p:spPr>
            <a:xfrm>
              <a:off x="10024556" y="1231124"/>
              <a:ext cx="549446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500" dirty="0"/>
                <a:t>East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78DCBCF9-E338-E47E-F0DC-6884A85A2C83}"/>
                </a:ext>
              </a:extLst>
            </p:cNvPr>
            <p:cNvSpPr txBox="1"/>
            <p:nvPr/>
          </p:nvSpPr>
          <p:spPr>
            <a:xfrm>
              <a:off x="2415065" y="1214140"/>
              <a:ext cx="606705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500" dirty="0"/>
                <a:t>West</a:t>
              </a:r>
            </a:p>
          </p:txBody>
        </p:sp>
      </p:grpSp>
      <p:sp>
        <p:nvSpPr>
          <p:cNvPr id="28" name="Rectangle 27">
            <a:extLst>
              <a:ext uri="{FF2B5EF4-FFF2-40B4-BE49-F238E27FC236}">
                <a16:creationId xmlns:a16="http://schemas.microsoft.com/office/drawing/2014/main" id="{5D8493AD-221C-29EB-DB90-6476B086F606}"/>
              </a:ext>
            </a:extLst>
          </p:cNvPr>
          <p:cNvSpPr/>
          <p:nvPr/>
        </p:nvSpPr>
        <p:spPr>
          <a:xfrm>
            <a:off x="174971" y="3282355"/>
            <a:ext cx="731520" cy="731520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/>
              <a:t>Out of Grid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EE7AFE8D-1071-9931-B190-5C99DCBDB100}"/>
              </a:ext>
            </a:extLst>
          </p:cNvPr>
          <p:cNvGrpSpPr/>
          <p:nvPr/>
        </p:nvGrpSpPr>
        <p:grpSpPr>
          <a:xfrm>
            <a:off x="965426" y="1709246"/>
            <a:ext cx="3865300" cy="3893119"/>
            <a:chOff x="6929426" y="1679085"/>
            <a:chExt cx="3865300" cy="3893119"/>
          </a:xfrm>
        </p:grpSpPr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41C7FCC5-ECF3-F473-C5F4-304AC9825474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53563" y="2482227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CD572954-9E4C-B384-9E8E-67D67AEE2947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87473" y="4050524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AA506BD4-DA8E-2C86-8B83-8E4B49C04555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0363" y="4042843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33" name="Picture 32">
              <a:extLst>
                <a:ext uri="{FF2B5EF4-FFF2-40B4-BE49-F238E27FC236}">
                  <a16:creationId xmlns:a16="http://schemas.microsoft.com/office/drawing/2014/main" id="{8FEE8BBE-2922-03B1-4C7A-3622FFE60BAF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75529" y="168816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D9E36DFF-907B-7F32-8596-780D7D27D51B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1701290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F5933B4B-44B1-EBCB-673F-028861965B02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29426" y="3252194"/>
              <a:ext cx="731520" cy="731520"/>
            </a:xfrm>
            <a:prstGeom prst="rect">
              <a:avLst/>
            </a:prstGeom>
            <a:ln w="38100">
              <a:solidFill>
                <a:srgbClr val="FF0000"/>
              </a:solidFill>
            </a:ln>
            <a:effectLst>
              <a:softEdge rad="0"/>
            </a:effectLst>
          </p:spPr>
        </p:pic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D2DB4B1A-954C-C734-9051-AD81C6DF9F35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2475851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37" name="Picture 36">
              <a:extLst>
                <a:ext uri="{FF2B5EF4-FFF2-40B4-BE49-F238E27FC236}">
                  <a16:creationId xmlns:a16="http://schemas.microsoft.com/office/drawing/2014/main" id="{5B55EF02-638F-83EB-2832-E470A8A027F5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4369" y="4840684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38" name="Picture 37">
              <a:extLst>
                <a:ext uri="{FF2B5EF4-FFF2-40B4-BE49-F238E27FC236}">
                  <a16:creationId xmlns:a16="http://schemas.microsoft.com/office/drawing/2014/main" id="{9A26426D-66FC-7E08-47C1-9CBA34CBFE6D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2478" y="1679085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39" name="Picture 38">
              <a:extLst>
                <a:ext uri="{FF2B5EF4-FFF2-40B4-BE49-F238E27FC236}">
                  <a16:creationId xmlns:a16="http://schemas.microsoft.com/office/drawing/2014/main" id="{D275E134-BA1F-850C-6091-FBEBA58B7730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53563" y="169784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40" name="Picture 39">
              <a:extLst>
                <a:ext uri="{FF2B5EF4-FFF2-40B4-BE49-F238E27FC236}">
                  <a16:creationId xmlns:a16="http://schemas.microsoft.com/office/drawing/2014/main" id="{6AAD056A-F8A9-2D8C-0872-EBA638EEDD93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0164" y="247228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41" name="Picture 40">
              <a:extLst>
                <a:ext uri="{FF2B5EF4-FFF2-40B4-BE49-F238E27FC236}">
                  <a16:creationId xmlns:a16="http://schemas.microsoft.com/office/drawing/2014/main" id="{2581AFA9-D057-67FE-F185-1A39C93A9C99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2045" y="4833601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42" name="Picture 41">
              <a:extLst>
                <a:ext uri="{FF2B5EF4-FFF2-40B4-BE49-F238E27FC236}">
                  <a16:creationId xmlns:a16="http://schemas.microsoft.com/office/drawing/2014/main" id="{1D851334-CF3D-5A00-4A74-4D9FAE8DA1DB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4720" y="483714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43" name="Picture 42">
              <a:extLst>
                <a:ext uri="{FF2B5EF4-FFF2-40B4-BE49-F238E27FC236}">
                  <a16:creationId xmlns:a16="http://schemas.microsoft.com/office/drawing/2014/main" id="{D1CE9B67-C6E2-E19E-3846-DC51BD6C29FE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95426" y="326353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44" name="Picture 43">
              <a:extLst>
                <a:ext uri="{FF2B5EF4-FFF2-40B4-BE49-F238E27FC236}">
                  <a16:creationId xmlns:a16="http://schemas.microsoft.com/office/drawing/2014/main" id="{C9B4C804-5C3E-2467-02CD-9861E5A43121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95426" y="246820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45" name="Picture 44">
              <a:extLst>
                <a:ext uri="{FF2B5EF4-FFF2-40B4-BE49-F238E27FC236}">
                  <a16:creationId xmlns:a16="http://schemas.microsoft.com/office/drawing/2014/main" id="{D2312290-FECA-58D6-9A50-4589A7D08B65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0901" y="167908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46" name="Picture 45">
              <a:extLst>
                <a:ext uri="{FF2B5EF4-FFF2-40B4-BE49-F238E27FC236}">
                  <a16:creationId xmlns:a16="http://schemas.microsoft.com/office/drawing/2014/main" id="{D7A1EAEF-122B-C6D5-42BB-0E32783687C6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0363" y="327298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47" name="Picture 46">
              <a:extLst>
                <a:ext uri="{FF2B5EF4-FFF2-40B4-BE49-F238E27FC236}">
                  <a16:creationId xmlns:a16="http://schemas.microsoft.com/office/drawing/2014/main" id="{FF5C7E4D-545E-649F-AC6A-7642DD330474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63206" y="3269587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48" name="Picture 47">
              <a:extLst>
                <a:ext uri="{FF2B5EF4-FFF2-40B4-BE49-F238E27FC236}">
                  <a16:creationId xmlns:a16="http://schemas.microsoft.com/office/drawing/2014/main" id="{2A69F20A-1B08-7322-A19B-0BCDF9D35D3B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4369" y="4050524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49" name="Picture 48">
              <a:extLst>
                <a:ext uri="{FF2B5EF4-FFF2-40B4-BE49-F238E27FC236}">
                  <a16:creationId xmlns:a16="http://schemas.microsoft.com/office/drawing/2014/main" id="{62A2A05C-7CD1-D221-7F3A-C2945F0B28D0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98785" y="326353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50" name="Picture 49">
              <a:extLst>
                <a:ext uri="{FF2B5EF4-FFF2-40B4-BE49-F238E27FC236}">
                  <a16:creationId xmlns:a16="http://schemas.microsoft.com/office/drawing/2014/main" id="{81C67593-A468-9550-DA55-B5718730D0B2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87473" y="4838914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51" name="Picture 50">
              <a:extLst>
                <a:ext uri="{FF2B5EF4-FFF2-40B4-BE49-F238E27FC236}">
                  <a16:creationId xmlns:a16="http://schemas.microsoft.com/office/drawing/2014/main" id="{EADDBC3A-DA51-4DCB-0B63-088C82F97BCB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9366" y="404643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ED016F8E-7B03-8DB8-858A-60BF928A6DFF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29426" y="4046439"/>
              <a:ext cx="734469" cy="731520"/>
            </a:xfrm>
            <a:prstGeom prst="rect">
              <a:avLst/>
            </a:prstGeom>
          </p:spPr>
        </p:pic>
        <p:pic>
          <p:nvPicPr>
            <p:cNvPr id="53" name="Picture 52">
              <a:extLst>
                <a:ext uri="{FF2B5EF4-FFF2-40B4-BE49-F238E27FC236}">
                  <a16:creationId xmlns:a16="http://schemas.microsoft.com/office/drawing/2014/main" id="{5066885D-DA32-F57A-83E7-9227898F9698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1638" y="4840684"/>
              <a:ext cx="731520" cy="731520"/>
            </a:xfrm>
            <a:prstGeom prst="rect">
              <a:avLst/>
            </a:prstGeom>
          </p:spPr>
        </p:pic>
        <p:pic>
          <p:nvPicPr>
            <p:cNvPr id="54" name="Picture 53">
              <a:extLst>
                <a:ext uri="{FF2B5EF4-FFF2-40B4-BE49-F238E27FC236}">
                  <a16:creationId xmlns:a16="http://schemas.microsoft.com/office/drawing/2014/main" id="{20F7088B-A0B9-9CDB-6D3B-AAD3146E120F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22043" y="2475851"/>
              <a:ext cx="731520" cy="731520"/>
            </a:xfrm>
            <a:prstGeom prst="rect">
              <a:avLst/>
            </a:prstGeom>
          </p:spPr>
        </p:pic>
      </p:grpSp>
      <p:sp>
        <p:nvSpPr>
          <p:cNvPr id="55" name="TextBox 54">
            <a:extLst>
              <a:ext uri="{FF2B5EF4-FFF2-40B4-BE49-F238E27FC236}">
                <a16:creationId xmlns:a16="http://schemas.microsoft.com/office/drawing/2014/main" id="{F1615E44-D8F9-DC5D-1801-408DD5BC29D9}"/>
              </a:ext>
            </a:extLst>
          </p:cNvPr>
          <p:cNvSpPr txBox="1"/>
          <p:nvPr/>
        </p:nvSpPr>
        <p:spPr>
          <a:xfrm>
            <a:off x="1236766" y="3702141"/>
            <a:ext cx="5629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0000"/>
                </a:highlight>
              </a:rPr>
              <a:t>*RP</a:t>
            </a:r>
          </a:p>
        </p:txBody>
      </p:sp>
      <p:pic>
        <p:nvPicPr>
          <p:cNvPr id="56" name="Graphic 55" descr="Arrow Up with solid fill">
            <a:extLst>
              <a:ext uri="{FF2B5EF4-FFF2-40B4-BE49-F238E27FC236}">
                <a16:creationId xmlns:a16="http://schemas.microsoft.com/office/drawing/2014/main" id="{119F994A-52CD-4B36-1D10-DC5F47398FB8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 rot="16200000">
            <a:off x="681282" y="3534923"/>
            <a:ext cx="548640" cy="548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67942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D6293C-FE9F-E4C6-AE35-939BF6CD1C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12BBB6B2-C569-09F3-BC6E-FEC1ED03978F}"/>
              </a:ext>
            </a:extLst>
          </p:cNvPr>
          <p:cNvSpPr txBox="1">
            <a:spLocks/>
          </p:cNvSpPr>
          <p:nvPr/>
        </p:nvSpPr>
        <p:spPr>
          <a:xfrm>
            <a:off x="5255421" y="1366443"/>
            <a:ext cx="6562954" cy="33034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sz="25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10E9816E-0585-1E4C-E3C3-68592366FB8F}"/>
              </a:ext>
            </a:extLst>
          </p:cNvPr>
          <p:cNvSpPr txBox="1">
            <a:spLocks/>
          </p:cNvSpPr>
          <p:nvPr/>
        </p:nvSpPr>
        <p:spPr>
          <a:xfrm>
            <a:off x="5534060" y="2366627"/>
            <a:ext cx="6562954" cy="33034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>
                <a:ln w="0"/>
              </a:rPr>
              <a:t>However, the</a:t>
            </a:r>
            <a:r>
              <a:rPr lang="en-US" b="1" dirty="0">
                <a:ln w="0"/>
                <a:solidFill>
                  <a:srgbClr val="FF0000"/>
                </a:solidFill>
              </a:rPr>
              <a:t> </a:t>
            </a:r>
            <a:r>
              <a:rPr lang="en-US" b="1" dirty="0">
                <a:ln w="0"/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Actual Password to Click (*PW)</a:t>
            </a:r>
            <a:r>
              <a:rPr lang="en-US" b="1" dirty="0">
                <a:ln w="0"/>
              </a:rPr>
              <a:t> </a:t>
            </a:r>
            <a:r>
              <a:rPr lang="en-US" dirty="0">
                <a:ln w="0"/>
              </a:rPr>
              <a:t>is</a:t>
            </a:r>
            <a:r>
              <a:rPr lang="en-US" b="1" dirty="0">
                <a:ln w="0"/>
              </a:rPr>
              <a:t> </a:t>
            </a:r>
            <a:r>
              <a:rPr lang="en-US" dirty="0">
                <a:ln w="0"/>
              </a:rPr>
              <a:t>Out of the Grid.</a:t>
            </a:r>
            <a:r>
              <a:rPr lang="en-US" b="1" dirty="0">
                <a:ln w="0"/>
                <a:solidFill>
                  <a:srgbClr val="FF0000"/>
                </a:solidFill>
              </a:rPr>
              <a:t> </a:t>
            </a:r>
            <a:r>
              <a:rPr lang="en-US" b="1" dirty="0">
                <a:ln w="0"/>
              </a:rPr>
              <a:t>Therefore, need to wrap to opposite side. </a:t>
            </a:r>
            <a:r>
              <a:rPr lang="en-US" dirty="0">
                <a:ln w="0"/>
              </a:rPr>
              <a:t>So, the </a:t>
            </a:r>
            <a:r>
              <a:rPr lang="en-US" b="1" dirty="0">
                <a:ln w="0"/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*PW</a:t>
            </a:r>
            <a:r>
              <a:rPr lang="en-US" dirty="0">
                <a:ln w="0"/>
              </a:rPr>
              <a:t> is </a:t>
            </a:r>
            <a:endParaRPr lang="en-US" b="1" dirty="0">
              <a:ln w="0"/>
            </a:endParaRP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2F43F951-7C91-849A-0E1F-F1D2240EF048}"/>
              </a:ext>
            </a:extLst>
          </p:cNvPr>
          <p:cNvSpPr txBox="1">
            <a:spLocks/>
          </p:cNvSpPr>
          <p:nvPr/>
        </p:nvSpPr>
        <p:spPr>
          <a:xfrm>
            <a:off x="-1" y="65893"/>
            <a:ext cx="2979175" cy="5982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Tutorial 1: Special Case</a:t>
            </a:r>
          </a:p>
          <a:p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Forth Image 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A9827B36-C934-BA43-A223-F3F3D59FB903}"/>
              </a:ext>
            </a:extLst>
          </p:cNvPr>
          <p:cNvGrpSpPr/>
          <p:nvPr/>
        </p:nvGrpSpPr>
        <p:grpSpPr>
          <a:xfrm>
            <a:off x="2979174" y="114109"/>
            <a:ext cx="8293456" cy="1075295"/>
            <a:chOff x="2356269" y="478994"/>
            <a:chExt cx="8293456" cy="1075295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F5676270-77E9-1E04-7190-037276D4D230}"/>
                </a:ext>
              </a:extLst>
            </p:cNvPr>
            <p:cNvGrpSpPr/>
            <p:nvPr/>
          </p:nvGrpSpPr>
          <p:grpSpPr>
            <a:xfrm>
              <a:off x="2356269" y="478994"/>
              <a:ext cx="8293456" cy="752130"/>
              <a:chOff x="2316940" y="269654"/>
              <a:chExt cx="8293456" cy="752130"/>
            </a:xfrm>
          </p:grpSpPr>
          <p:pic>
            <p:nvPicPr>
              <p:cNvPr id="24" name="Picture 23">
                <a:extLst>
                  <a:ext uri="{FF2B5EF4-FFF2-40B4-BE49-F238E27FC236}">
                    <a16:creationId xmlns:a16="http://schemas.microsoft.com/office/drawing/2014/main" id="{2270FA99-9727-965C-6D7B-CF76D16D974E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260964" y="290264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25" name="Picture 24">
                <a:extLst>
                  <a:ext uri="{FF2B5EF4-FFF2-40B4-BE49-F238E27FC236}">
                    <a16:creationId xmlns:a16="http://schemas.microsoft.com/office/drawing/2014/main" id="{BEAC71A9-F9A6-696B-CB5D-C3A9ED7F399C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069920" y="290264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26" name="Picture 25">
                <a:extLst>
                  <a:ext uri="{FF2B5EF4-FFF2-40B4-BE49-F238E27FC236}">
                    <a16:creationId xmlns:a16="http://schemas.microsoft.com/office/drawing/2014/main" id="{A5B685CE-0788-43D1-358F-D56A6CF51551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878876" y="290264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27" name="Picture 26">
                <a:extLst>
                  <a:ext uri="{FF2B5EF4-FFF2-40B4-BE49-F238E27FC236}">
                    <a16:creationId xmlns:a16="http://schemas.microsoft.com/office/drawing/2014/main" id="{0272DA78-4744-1CD3-B8A7-8B5DFA842F4D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316940" y="269654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</p:grp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363AE6A4-4E94-AFED-555E-A25110192AB4}"/>
                </a:ext>
              </a:extLst>
            </p:cNvPr>
            <p:cNvSpPr txBox="1"/>
            <p:nvPr/>
          </p:nvSpPr>
          <p:spPr>
            <a:xfrm>
              <a:off x="8372658" y="1219927"/>
              <a:ext cx="659155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500" dirty="0"/>
                <a:t>North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8DC8C18B-FD5F-21D5-4DDC-38E65DC297AB}"/>
                </a:ext>
              </a:extLst>
            </p:cNvPr>
            <p:cNvSpPr txBox="1"/>
            <p:nvPr/>
          </p:nvSpPr>
          <p:spPr>
            <a:xfrm>
              <a:off x="9137416" y="1219926"/>
              <a:ext cx="675185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500" dirty="0"/>
                <a:t>South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E4600332-4931-D833-9FD6-14A175F50F27}"/>
                </a:ext>
              </a:extLst>
            </p:cNvPr>
            <p:cNvSpPr txBox="1"/>
            <p:nvPr/>
          </p:nvSpPr>
          <p:spPr>
            <a:xfrm>
              <a:off x="10024556" y="1231124"/>
              <a:ext cx="549446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500" dirty="0"/>
                <a:t>East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6673A406-3D24-FC53-3B92-088629501355}"/>
                </a:ext>
              </a:extLst>
            </p:cNvPr>
            <p:cNvSpPr txBox="1"/>
            <p:nvPr/>
          </p:nvSpPr>
          <p:spPr>
            <a:xfrm>
              <a:off x="2415065" y="1214140"/>
              <a:ext cx="606705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500" dirty="0"/>
                <a:t>West</a:t>
              </a:r>
            </a:p>
          </p:txBody>
        </p:sp>
      </p:grpSp>
      <p:sp>
        <p:nvSpPr>
          <p:cNvPr id="28" name="Rectangle 27">
            <a:extLst>
              <a:ext uri="{FF2B5EF4-FFF2-40B4-BE49-F238E27FC236}">
                <a16:creationId xmlns:a16="http://schemas.microsoft.com/office/drawing/2014/main" id="{0508C9C5-7D84-2F9D-3090-4FC8787687C0}"/>
              </a:ext>
            </a:extLst>
          </p:cNvPr>
          <p:cNvSpPr/>
          <p:nvPr/>
        </p:nvSpPr>
        <p:spPr>
          <a:xfrm>
            <a:off x="174971" y="3282355"/>
            <a:ext cx="731520" cy="731520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/>
              <a:t>Out of Grid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105EF4E2-EEB1-1E27-DB56-3988577EA2EA}"/>
              </a:ext>
            </a:extLst>
          </p:cNvPr>
          <p:cNvGrpSpPr/>
          <p:nvPr/>
        </p:nvGrpSpPr>
        <p:grpSpPr>
          <a:xfrm>
            <a:off x="965426" y="1709246"/>
            <a:ext cx="3865300" cy="3893119"/>
            <a:chOff x="6929426" y="1679085"/>
            <a:chExt cx="3865300" cy="3893119"/>
          </a:xfrm>
        </p:grpSpPr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FB2CF323-A319-7D81-4798-DA3A9EC7DB93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53563" y="2482227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B9AFF17B-6649-73D9-8296-A01470139D47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87473" y="4050524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A066E3BA-B28B-4F22-E7B8-A7E90868BCD3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0363" y="4042843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33" name="Picture 32">
              <a:extLst>
                <a:ext uri="{FF2B5EF4-FFF2-40B4-BE49-F238E27FC236}">
                  <a16:creationId xmlns:a16="http://schemas.microsoft.com/office/drawing/2014/main" id="{FE7C4915-557E-D999-A2C7-2239BECB4F56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75529" y="168816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98570A19-969A-3D16-A194-6D3D23BAEB7D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1701290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02FDE2BA-1BCB-988E-93D9-5781A0C608EE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29426" y="3252194"/>
              <a:ext cx="731520" cy="731520"/>
            </a:xfrm>
            <a:prstGeom prst="rect">
              <a:avLst/>
            </a:prstGeom>
            <a:ln w="38100">
              <a:solidFill>
                <a:srgbClr val="FF0000"/>
              </a:solidFill>
            </a:ln>
            <a:effectLst>
              <a:softEdge rad="0"/>
            </a:effectLst>
          </p:spPr>
        </p:pic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0DADB5A7-80BB-2700-2564-9BC227D35D2C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2475851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37" name="Picture 36">
              <a:extLst>
                <a:ext uri="{FF2B5EF4-FFF2-40B4-BE49-F238E27FC236}">
                  <a16:creationId xmlns:a16="http://schemas.microsoft.com/office/drawing/2014/main" id="{14C8AF29-B23B-D8E9-22B7-F254F108B6C5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4369" y="4840684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38" name="Picture 37">
              <a:extLst>
                <a:ext uri="{FF2B5EF4-FFF2-40B4-BE49-F238E27FC236}">
                  <a16:creationId xmlns:a16="http://schemas.microsoft.com/office/drawing/2014/main" id="{BD9B9B69-18A1-2894-EF77-24CB88D350FD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2478" y="1679085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39" name="Picture 38">
              <a:extLst>
                <a:ext uri="{FF2B5EF4-FFF2-40B4-BE49-F238E27FC236}">
                  <a16:creationId xmlns:a16="http://schemas.microsoft.com/office/drawing/2014/main" id="{04CFD446-68B8-33A3-B774-49F76CF4F4F4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53563" y="169784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40" name="Picture 39">
              <a:extLst>
                <a:ext uri="{FF2B5EF4-FFF2-40B4-BE49-F238E27FC236}">
                  <a16:creationId xmlns:a16="http://schemas.microsoft.com/office/drawing/2014/main" id="{82A3DE74-77D7-686F-6977-01B220946482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0164" y="247228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41" name="Picture 40">
              <a:extLst>
                <a:ext uri="{FF2B5EF4-FFF2-40B4-BE49-F238E27FC236}">
                  <a16:creationId xmlns:a16="http://schemas.microsoft.com/office/drawing/2014/main" id="{5DD03219-B1E6-677B-4A9B-9AC4AF76E906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2045" y="4833601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42" name="Picture 41">
              <a:extLst>
                <a:ext uri="{FF2B5EF4-FFF2-40B4-BE49-F238E27FC236}">
                  <a16:creationId xmlns:a16="http://schemas.microsoft.com/office/drawing/2014/main" id="{CF742589-4BE6-748D-01F8-6351F5ECC0C0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4720" y="483714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43" name="Picture 42">
              <a:extLst>
                <a:ext uri="{FF2B5EF4-FFF2-40B4-BE49-F238E27FC236}">
                  <a16:creationId xmlns:a16="http://schemas.microsoft.com/office/drawing/2014/main" id="{67E6AE9A-3C7C-3942-8408-540F9C32161D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95426" y="326353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44" name="Picture 43">
              <a:extLst>
                <a:ext uri="{FF2B5EF4-FFF2-40B4-BE49-F238E27FC236}">
                  <a16:creationId xmlns:a16="http://schemas.microsoft.com/office/drawing/2014/main" id="{C7ED8442-4F26-84EA-6F85-C579B5AAB240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95426" y="246820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45" name="Picture 44">
              <a:extLst>
                <a:ext uri="{FF2B5EF4-FFF2-40B4-BE49-F238E27FC236}">
                  <a16:creationId xmlns:a16="http://schemas.microsoft.com/office/drawing/2014/main" id="{6A47E57C-04FB-F75C-EBA8-456D7847A5AE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0901" y="167908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46" name="Picture 45">
              <a:extLst>
                <a:ext uri="{FF2B5EF4-FFF2-40B4-BE49-F238E27FC236}">
                  <a16:creationId xmlns:a16="http://schemas.microsoft.com/office/drawing/2014/main" id="{BA4BDA67-E8C1-A991-BDBA-17115C54B8FC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0363" y="327298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47" name="Picture 46">
              <a:extLst>
                <a:ext uri="{FF2B5EF4-FFF2-40B4-BE49-F238E27FC236}">
                  <a16:creationId xmlns:a16="http://schemas.microsoft.com/office/drawing/2014/main" id="{E929A928-F1D3-2B3A-5251-4A1407A5D7E1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63206" y="3269587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48" name="Picture 47">
              <a:extLst>
                <a:ext uri="{FF2B5EF4-FFF2-40B4-BE49-F238E27FC236}">
                  <a16:creationId xmlns:a16="http://schemas.microsoft.com/office/drawing/2014/main" id="{4C9E51CE-ABE4-EE02-1C2E-453FDAC3812E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4369" y="4050524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49" name="Picture 48">
              <a:extLst>
                <a:ext uri="{FF2B5EF4-FFF2-40B4-BE49-F238E27FC236}">
                  <a16:creationId xmlns:a16="http://schemas.microsoft.com/office/drawing/2014/main" id="{D68D1DE6-667D-4098-85EB-3306CA076731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98785" y="326353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50" name="Picture 49">
              <a:extLst>
                <a:ext uri="{FF2B5EF4-FFF2-40B4-BE49-F238E27FC236}">
                  <a16:creationId xmlns:a16="http://schemas.microsoft.com/office/drawing/2014/main" id="{FB6CB0A3-5441-2D2D-D52C-4B57B5CA5CEC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87473" y="4838914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51" name="Picture 50">
              <a:extLst>
                <a:ext uri="{FF2B5EF4-FFF2-40B4-BE49-F238E27FC236}">
                  <a16:creationId xmlns:a16="http://schemas.microsoft.com/office/drawing/2014/main" id="{B2490551-CA5E-1100-C743-4B3607BD31E1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9366" y="404643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F30BCA92-B893-EE75-66C8-CE7C50B4B801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29426" y="4046439"/>
              <a:ext cx="734469" cy="731520"/>
            </a:xfrm>
            <a:prstGeom prst="rect">
              <a:avLst/>
            </a:prstGeom>
          </p:spPr>
        </p:pic>
        <p:pic>
          <p:nvPicPr>
            <p:cNvPr id="53" name="Picture 52">
              <a:extLst>
                <a:ext uri="{FF2B5EF4-FFF2-40B4-BE49-F238E27FC236}">
                  <a16:creationId xmlns:a16="http://schemas.microsoft.com/office/drawing/2014/main" id="{FD2DD077-CFC1-8855-9839-75E299B0D411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1638" y="4840684"/>
              <a:ext cx="731520" cy="731520"/>
            </a:xfrm>
            <a:prstGeom prst="rect">
              <a:avLst/>
            </a:prstGeom>
          </p:spPr>
        </p:pic>
        <p:pic>
          <p:nvPicPr>
            <p:cNvPr id="54" name="Picture 53">
              <a:extLst>
                <a:ext uri="{FF2B5EF4-FFF2-40B4-BE49-F238E27FC236}">
                  <a16:creationId xmlns:a16="http://schemas.microsoft.com/office/drawing/2014/main" id="{360FB593-921C-9A3C-CB04-47F484F9DE0B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22043" y="2475851"/>
              <a:ext cx="731520" cy="731520"/>
            </a:xfrm>
            <a:prstGeom prst="rect">
              <a:avLst/>
            </a:prstGeom>
          </p:spPr>
        </p:pic>
      </p:grpSp>
      <p:sp>
        <p:nvSpPr>
          <p:cNvPr id="55" name="TextBox 54">
            <a:extLst>
              <a:ext uri="{FF2B5EF4-FFF2-40B4-BE49-F238E27FC236}">
                <a16:creationId xmlns:a16="http://schemas.microsoft.com/office/drawing/2014/main" id="{CB0F26B6-D7AA-CFEF-1FF7-7125C4DDC196}"/>
              </a:ext>
            </a:extLst>
          </p:cNvPr>
          <p:cNvSpPr txBox="1"/>
          <p:nvPr/>
        </p:nvSpPr>
        <p:spPr>
          <a:xfrm>
            <a:off x="1236766" y="3702141"/>
            <a:ext cx="5629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0000"/>
                </a:highlight>
              </a:rPr>
              <a:t>*RP</a:t>
            </a:r>
          </a:p>
        </p:txBody>
      </p:sp>
      <p:pic>
        <p:nvPicPr>
          <p:cNvPr id="56" name="Graphic 55" descr="Arrow Up with solid fill">
            <a:extLst>
              <a:ext uri="{FF2B5EF4-FFF2-40B4-BE49-F238E27FC236}">
                <a16:creationId xmlns:a16="http://schemas.microsoft.com/office/drawing/2014/main" id="{681B67D1-8EBD-85DE-B2D3-F0FA38FC6A0A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 rot="16200000">
            <a:off x="681282" y="3534923"/>
            <a:ext cx="548640" cy="548640"/>
          </a:xfrm>
          <a:prstGeom prst="rect">
            <a:avLst/>
          </a:prstGeom>
        </p:spPr>
      </p:pic>
      <p:cxnSp>
        <p:nvCxnSpPr>
          <p:cNvPr id="3" name="Connector: Elbow 2">
            <a:extLst>
              <a:ext uri="{FF2B5EF4-FFF2-40B4-BE49-F238E27FC236}">
                <a16:creationId xmlns:a16="http://schemas.microsoft.com/office/drawing/2014/main" id="{84854B17-CAE8-246A-7BCF-8994D5799CC3}"/>
              </a:ext>
            </a:extLst>
          </p:cNvPr>
          <p:cNvCxnSpPr>
            <a:stCxn id="28" idx="2"/>
            <a:endCxn id="47" idx="3"/>
          </p:cNvCxnSpPr>
          <p:nvPr/>
        </p:nvCxnSpPr>
        <p:spPr>
          <a:xfrm rot="5400000" flipH="1" flipV="1">
            <a:off x="2511544" y="1694694"/>
            <a:ext cx="348367" cy="4289995"/>
          </a:xfrm>
          <a:prstGeom prst="bentConnector4">
            <a:avLst>
              <a:gd name="adj1" fmla="val -567353"/>
              <a:gd name="adj2" fmla="val 108079"/>
            </a:avLst>
          </a:prstGeom>
          <a:ln>
            <a:solidFill>
              <a:srgbClr val="FF0000"/>
            </a:solidFill>
            <a:prstDash val="lg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D8C05EB8-5FF0-B178-6276-8785F7AB58D9}"/>
              </a:ext>
            </a:extLst>
          </p:cNvPr>
          <p:cNvSpPr txBox="1"/>
          <p:nvPr/>
        </p:nvSpPr>
        <p:spPr>
          <a:xfrm>
            <a:off x="4285971" y="3720576"/>
            <a:ext cx="6284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0000"/>
                </a:highlight>
              </a:rPr>
              <a:t>*PW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48B4224-35D0-EB16-5898-8ABFA7EBFC82}"/>
              </a:ext>
            </a:extLst>
          </p:cNvPr>
          <p:cNvPicPr preferRelativeResize="0">
            <a:picLocks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33957" y="3108171"/>
            <a:ext cx="731520" cy="731520"/>
          </a:xfrm>
          <a:prstGeom prst="rect">
            <a:avLst/>
          </a:prstGeom>
          <a:effectLst>
            <a:softEdge rad="0"/>
          </a:effec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2A278D2-7C90-FCC9-2068-49CF6A54116B}"/>
              </a:ext>
            </a:extLst>
          </p:cNvPr>
          <p:cNvSpPr txBox="1"/>
          <p:nvPr/>
        </p:nvSpPr>
        <p:spPr>
          <a:xfrm>
            <a:off x="1722591" y="5942201"/>
            <a:ext cx="22632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Wrap to opposite side</a:t>
            </a:r>
          </a:p>
        </p:txBody>
      </p:sp>
    </p:spTree>
    <p:extLst>
      <p:ext uri="{BB962C8B-B14F-4D97-AF65-F5344CB8AC3E}">
        <p14:creationId xmlns:p14="http://schemas.microsoft.com/office/powerpoint/2010/main" val="15149301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E7C805-767F-5F17-5538-8527C89D7E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4CBF3731-E163-D569-8DAF-AE48391A1C0F}"/>
              </a:ext>
            </a:extLst>
          </p:cNvPr>
          <p:cNvGrpSpPr/>
          <p:nvPr/>
        </p:nvGrpSpPr>
        <p:grpSpPr>
          <a:xfrm>
            <a:off x="965426" y="1709246"/>
            <a:ext cx="3865300" cy="3893119"/>
            <a:chOff x="6929426" y="1679085"/>
            <a:chExt cx="3865300" cy="3893119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038C384A-B52B-3364-F75F-780CF5AE919E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53563" y="2482227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5B834C04-492E-B9B3-FDAB-F14B5988E037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87473" y="4050524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0094A2A7-5A23-DC36-6AF4-EB3E3562DBF8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0363" y="4042843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CD4D6445-3965-DA26-F147-5649861F2ACC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75529" y="168816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3D186187-F37F-9AE1-F5B5-5C0C985278DA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1701290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DB6E39E0-CF25-A8F8-13FF-B0731DFA5928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29426" y="3252194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1D96A70B-1878-FD17-98EB-88625879DF65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2482227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AFC6967B-D642-41D5-93BE-CBEBF05118BA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4369" y="4840684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75EBEC1B-DE04-6E7D-0F72-30986983D42A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2478" y="1679085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86E9E9C1-6786-B902-1902-67DCFB2D1F22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53563" y="169784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C2057388-3AB5-CB1F-759A-28267D6D93AB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0164" y="247228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55" name="Picture 54">
              <a:extLst>
                <a:ext uri="{FF2B5EF4-FFF2-40B4-BE49-F238E27FC236}">
                  <a16:creationId xmlns:a16="http://schemas.microsoft.com/office/drawing/2014/main" id="{ABF9B1EC-EFE3-2352-B90D-590397E4A4CD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2045" y="4833601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56" name="Picture 55">
              <a:extLst>
                <a:ext uri="{FF2B5EF4-FFF2-40B4-BE49-F238E27FC236}">
                  <a16:creationId xmlns:a16="http://schemas.microsoft.com/office/drawing/2014/main" id="{ED4B1BEF-DB7D-3750-1F27-A6EAF14DA113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4720" y="483714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64" name="Picture 63">
              <a:extLst>
                <a:ext uri="{FF2B5EF4-FFF2-40B4-BE49-F238E27FC236}">
                  <a16:creationId xmlns:a16="http://schemas.microsoft.com/office/drawing/2014/main" id="{D3518DBD-601F-ACF8-FF5E-601E05C55CE9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95426" y="326353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65" name="Picture 64">
              <a:extLst>
                <a:ext uri="{FF2B5EF4-FFF2-40B4-BE49-F238E27FC236}">
                  <a16:creationId xmlns:a16="http://schemas.microsoft.com/office/drawing/2014/main" id="{E4CFCC91-AB11-A171-8500-2C9021F3D427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95426" y="246820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66" name="Picture 65">
              <a:extLst>
                <a:ext uri="{FF2B5EF4-FFF2-40B4-BE49-F238E27FC236}">
                  <a16:creationId xmlns:a16="http://schemas.microsoft.com/office/drawing/2014/main" id="{0146ABD2-7207-FA81-3C55-9BF9269BB380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0901" y="167908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67" name="Picture 66">
              <a:extLst>
                <a:ext uri="{FF2B5EF4-FFF2-40B4-BE49-F238E27FC236}">
                  <a16:creationId xmlns:a16="http://schemas.microsoft.com/office/drawing/2014/main" id="{EAFEA271-EFBC-75D8-29A3-EE720D539F62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0363" y="327298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68" name="Picture 67">
              <a:extLst>
                <a:ext uri="{FF2B5EF4-FFF2-40B4-BE49-F238E27FC236}">
                  <a16:creationId xmlns:a16="http://schemas.microsoft.com/office/drawing/2014/main" id="{BCB06D3D-F576-356C-4152-6B819869DF31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63206" y="3269587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69" name="Picture 68">
              <a:extLst>
                <a:ext uri="{FF2B5EF4-FFF2-40B4-BE49-F238E27FC236}">
                  <a16:creationId xmlns:a16="http://schemas.microsoft.com/office/drawing/2014/main" id="{9D63B34D-C396-E389-3DDA-A7838D99FB1C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4369" y="4050524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0" name="Picture 69">
              <a:extLst>
                <a:ext uri="{FF2B5EF4-FFF2-40B4-BE49-F238E27FC236}">
                  <a16:creationId xmlns:a16="http://schemas.microsoft.com/office/drawing/2014/main" id="{6F22D468-41C4-9333-30F2-DA66B9E1290E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98785" y="326353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1" name="Picture 70">
              <a:extLst>
                <a:ext uri="{FF2B5EF4-FFF2-40B4-BE49-F238E27FC236}">
                  <a16:creationId xmlns:a16="http://schemas.microsoft.com/office/drawing/2014/main" id="{6CB8DB98-DB87-FFBB-C5A2-76E6E19621DF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87473" y="4838914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2" name="Picture 71">
              <a:extLst>
                <a:ext uri="{FF2B5EF4-FFF2-40B4-BE49-F238E27FC236}">
                  <a16:creationId xmlns:a16="http://schemas.microsoft.com/office/drawing/2014/main" id="{E3B258E9-2DEC-2D68-59F8-E1B0FA70A0DF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9366" y="404643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3" name="Picture 72">
              <a:extLst>
                <a:ext uri="{FF2B5EF4-FFF2-40B4-BE49-F238E27FC236}">
                  <a16:creationId xmlns:a16="http://schemas.microsoft.com/office/drawing/2014/main" id="{DA9C57D2-9896-6C5B-30E7-F788A8D58FE0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29426" y="4046439"/>
              <a:ext cx="734469" cy="731520"/>
            </a:xfrm>
            <a:prstGeom prst="rect">
              <a:avLst/>
            </a:prstGeom>
          </p:spPr>
        </p:pic>
        <p:pic>
          <p:nvPicPr>
            <p:cNvPr id="74" name="Picture 73">
              <a:extLst>
                <a:ext uri="{FF2B5EF4-FFF2-40B4-BE49-F238E27FC236}">
                  <a16:creationId xmlns:a16="http://schemas.microsoft.com/office/drawing/2014/main" id="{9F3BC5D8-9DF7-B4AE-D572-01A297B09BA2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1638" y="4840684"/>
              <a:ext cx="731520" cy="731520"/>
            </a:xfrm>
            <a:prstGeom prst="rect">
              <a:avLst/>
            </a:prstGeom>
          </p:spPr>
        </p:pic>
        <p:pic>
          <p:nvPicPr>
            <p:cNvPr id="75" name="Picture 74">
              <a:extLst>
                <a:ext uri="{FF2B5EF4-FFF2-40B4-BE49-F238E27FC236}">
                  <a16:creationId xmlns:a16="http://schemas.microsoft.com/office/drawing/2014/main" id="{FDC10B41-2426-8B7A-78D9-7FBDF35DC7A4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22043" y="2475851"/>
              <a:ext cx="731520" cy="731520"/>
            </a:xfrm>
            <a:prstGeom prst="rect">
              <a:avLst/>
            </a:prstGeom>
          </p:spPr>
        </p:pic>
      </p:grpSp>
      <p:sp>
        <p:nvSpPr>
          <p:cNvPr id="4" name="Subtitle 2">
            <a:extLst>
              <a:ext uri="{FF2B5EF4-FFF2-40B4-BE49-F238E27FC236}">
                <a16:creationId xmlns:a16="http://schemas.microsoft.com/office/drawing/2014/main" id="{D470EF33-1289-CC33-B8BF-8698E8B8FC76}"/>
              </a:ext>
            </a:extLst>
          </p:cNvPr>
          <p:cNvSpPr txBox="1">
            <a:spLocks/>
          </p:cNvSpPr>
          <p:nvPr/>
        </p:nvSpPr>
        <p:spPr>
          <a:xfrm>
            <a:off x="5255421" y="1366443"/>
            <a:ext cx="6562954" cy="33034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sz="25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73AA672E-6567-8D5C-D614-E3AD60A80D80}"/>
              </a:ext>
            </a:extLst>
          </p:cNvPr>
          <p:cNvSpPr txBox="1">
            <a:spLocks/>
          </p:cNvSpPr>
          <p:nvPr/>
        </p:nvSpPr>
        <p:spPr>
          <a:xfrm>
            <a:off x="5534060" y="2366627"/>
            <a:ext cx="6562954" cy="33034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500" b="1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Password Need to Click for Successful Login:</a:t>
            </a:r>
          </a:p>
          <a:p>
            <a:pPr algn="l"/>
            <a:endParaRPr lang="en-US" sz="2500" b="1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3DB90086-D45B-6135-AB0F-252F5436978E}"/>
              </a:ext>
            </a:extLst>
          </p:cNvPr>
          <p:cNvSpPr txBox="1">
            <a:spLocks/>
          </p:cNvSpPr>
          <p:nvPr/>
        </p:nvSpPr>
        <p:spPr>
          <a:xfrm>
            <a:off x="-1" y="65893"/>
            <a:ext cx="2979175" cy="5982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Tutorial 1: Special Case</a:t>
            </a:r>
          </a:p>
          <a:p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Overall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B0F9EB6-1A57-70F3-F817-EEE8196C755E}"/>
              </a:ext>
            </a:extLst>
          </p:cNvPr>
          <p:cNvGrpSpPr/>
          <p:nvPr/>
        </p:nvGrpSpPr>
        <p:grpSpPr>
          <a:xfrm>
            <a:off x="8923198" y="134719"/>
            <a:ext cx="3158388" cy="1058311"/>
            <a:chOff x="8300293" y="499604"/>
            <a:chExt cx="3158388" cy="1058311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2FDA9AC7-D7A4-6DC3-BCAF-F48D33EE12B4}"/>
                </a:ext>
              </a:extLst>
            </p:cNvPr>
            <p:cNvGrpSpPr/>
            <p:nvPr/>
          </p:nvGrpSpPr>
          <p:grpSpPr>
            <a:xfrm>
              <a:off x="8300293" y="499604"/>
              <a:ext cx="3158388" cy="731520"/>
              <a:chOff x="8260964" y="290264"/>
              <a:chExt cx="3158388" cy="731520"/>
            </a:xfrm>
          </p:grpSpPr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F0243E01-75E0-7683-BB86-C9899950FFFC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260964" y="290264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17" name="Picture 16">
                <a:extLst>
                  <a:ext uri="{FF2B5EF4-FFF2-40B4-BE49-F238E27FC236}">
                    <a16:creationId xmlns:a16="http://schemas.microsoft.com/office/drawing/2014/main" id="{AEE65E6A-8038-BEC3-8E21-2F51307A63E1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069920" y="290264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27" name="Picture 26">
                <a:extLst>
                  <a:ext uri="{FF2B5EF4-FFF2-40B4-BE49-F238E27FC236}">
                    <a16:creationId xmlns:a16="http://schemas.microsoft.com/office/drawing/2014/main" id="{FD42DB2B-BB07-5C86-B39E-07D06F35E458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878876" y="290264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28" name="Picture 27">
                <a:extLst>
                  <a:ext uri="{FF2B5EF4-FFF2-40B4-BE49-F238E27FC236}">
                    <a16:creationId xmlns:a16="http://schemas.microsoft.com/office/drawing/2014/main" id="{689836AE-7A58-BEBC-D16F-C652D0DF8355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687832" y="290264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</p:grp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AE106598-9066-A675-AE59-9F574E7B4BB4}"/>
                </a:ext>
              </a:extLst>
            </p:cNvPr>
            <p:cNvSpPr txBox="1"/>
            <p:nvPr/>
          </p:nvSpPr>
          <p:spPr>
            <a:xfrm>
              <a:off x="8372658" y="1219927"/>
              <a:ext cx="659155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500" dirty="0"/>
                <a:t>North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03DE7CA3-1891-A344-166E-FA15996F43C6}"/>
                </a:ext>
              </a:extLst>
            </p:cNvPr>
            <p:cNvSpPr txBox="1"/>
            <p:nvPr/>
          </p:nvSpPr>
          <p:spPr>
            <a:xfrm>
              <a:off x="9137416" y="1219926"/>
              <a:ext cx="675185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500" dirty="0"/>
                <a:t>South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4FC3179E-3768-72E7-CB86-7B551BC8AF62}"/>
                </a:ext>
              </a:extLst>
            </p:cNvPr>
            <p:cNvSpPr txBox="1"/>
            <p:nvPr/>
          </p:nvSpPr>
          <p:spPr>
            <a:xfrm>
              <a:off x="10024556" y="1231124"/>
              <a:ext cx="549446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500" dirty="0"/>
                <a:t>East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60BC204E-9D02-1A1F-D2AB-AE6CD3084115}"/>
                </a:ext>
              </a:extLst>
            </p:cNvPr>
            <p:cNvSpPr txBox="1"/>
            <p:nvPr/>
          </p:nvSpPr>
          <p:spPr>
            <a:xfrm>
              <a:off x="10785957" y="1234750"/>
              <a:ext cx="606705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500" dirty="0"/>
                <a:t>West</a:t>
              </a:r>
            </a:p>
          </p:txBody>
        </p:sp>
      </p:grpSp>
      <p:sp>
        <p:nvSpPr>
          <p:cNvPr id="57" name="TextBox 56">
            <a:extLst>
              <a:ext uri="{FF2B5EF4-FFF2-40B4-BE49-F238E27FC236}">
                <a16:creationId xmlns:a16="http://schemas.microsoft.com/office/drawing/2014/main" id="{9CDCDA79-AA4D-2B1F-E2A8-81601A16DCD8}"/>
              </a:ext>
            </a:extLst>
          </p:cNvPr>
          <p:cNvSpPr txBox="1"/>
          <p:nvPr/>
        </p:nvSpPr>
        <p:spPr>
          <a:xfrm>
            <a:off x="4157138" y="3711352"/>
            <a:ext cx="7518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0000"/>
                </a:highlight>
              </a:rPr>
              <a:t>*PW4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68AF116-CC83-7911-BB67-85E61FF46A49}"/>
              </a:ext>
            </a:extLst>
          </p:cNvPr>
          <p:cNvSpPr txBox="1"/>
          <p:nvPr/>
        </p:nvSpPr>
        <p:spPr>
          <a:xfrm>
            <a:off x="1811302" y="5283361"/>
            <a:ext cx="7518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0000"/>
                </a:highlight>
              </a:rPr>
              <a:t>*PW1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C48E23F4-CFAE-830F-74BF-B44298AE0BC8}"/>
              </a:ext>
            </a:extLst>
          </p:cNvPr>
          <p:cNvSpPr txBox="1"/>
          <p:nvPr/>
        </p:nvSpPr>
        <p:spPr>
          <a:xfrm>
            <a:off x="4157138" y="2143056"/>
            <a:ext cx="7518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0000"/>
                </a:highlight>
              </a:rPr>
              <a:t>*PW2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1E74D155-8AE3-97FB-CB65-CDE832322FA1}"/>
              </a:ext>
            </a:extLst>
          </p:cNvPr>
          <p:cNvSpPr txBox="1"/>
          <p:nvPr/>
        </p:nvSpPr>
        <p:spPr>
          <a:xfrm>
            <a:off x="1048510" y="2920378"/>
            <a:ext cx="7518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0000"/>
                </a:highlight>
              </a:rPr>
              <a:t>*PW3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5B0C419-BBFD-3896-0C8E-3376A495318D}"/>
              </a:ext>
            </a:extLst>
          </p:cNvPr>
          <p:cNvPicPr preferRelativeResize="0">
            <a:picLocks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9252" y="3195150"/>
            <a:ext cx="731520" cy="731520"/>
          </a:xfrm>
          <a:prstGeom prst="rect">
            <a:avLst/>
          </a:prstGeom>
          <a:effectLst>
            <a:softEdge rad="0"/>
          </a:effectLst>
        </p:spPr>
      </p:pic>
      <p:pic>
        <p:nvPicPr>
          <p:cNvPr id="76" name="Picture 75">
            <a:extLst>
              <a:ext uri="{FF2B5EF4-FFF2-40B4-BE49-F238E27FC236}">
                <a16:creationId xmlns:a16="http://schemas.microsoft.com/office/drawing/2014/main" id="{0236EF39-20FD-A710-01CD-182CD185486E}"/>
              </a:ext>
            </a:extLst>
          </p:cNvPr>
          <p:cNvPicPr preferRelativeResize="0">
            <a:picLocks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1181" y="3195150"/>
            <a:ext cx="731520" cy="731520"/>
          </a:xfrm>
          <a:prstGeom prst="rect">
            <a:avLst/>
          </a:prstGeom>
          <a:effectLst>
            <a:softEdge rad="0"/>
          </a:effectLst>
        </p:spPr>
      </p:pic>
      <p:pic>
        <p:nvPicPr>
          <p:cNvPr id="77" name="Picture 76">
            <a:extLst>
              <a:ext uri="{FF2B5EF4-FFF2-40B4-BE49-F238E27FC236}">
                <a16:creationId xmlns:a16="http://schemas.microsoft.com/office/drawing/2014/main" id="{BA7B73D7-A94B-5741-3AD0-6DAC947DC85B}"/>
              </a:ext>
            </a:extLst>
          </p:cNvPr>
          <p:cNvPicPr preferRelativeResize="0">
            <a:picLocks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7798" y="3195150"/>
            <a:ext cx="731520" cy="731520"/>
          </a:xfrm>
          <a:prstGeom prst="rect">
            <a:avLst/>
          </a:prstGeom>
          <a:effectLst>
            <a:softEdge rad="0"/>
          </a:effectLst>
        </p:spPr>
      </p:pic>
      <p:pic>
        <p:nvPicPr>
          <p:cNvPr id="78" name="Picture 77">
            <a:extLst>
              <a:ext uri="{FF2B5EF4-FFF2-40B4-BE49-F238E27FC236}">
                <a16:creationId xmlns:a16="http://schemas.microsoft.com/office/drawing/2014/main" id="{FFD78FE4-0F2A-2B25-C6DF-653A2614C2BB}"/>
              </a:ext>
            </a:extLst>
          </p:cNvPr>
          <p:cNvPicPr preferRelativeResize="0">
            <a:picLocks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4415" y="3195150"/>
            <a:ext cx="731520" cy="731520"/>
          </a:xfrm>
          <a:prstGeom prst="rect">
            <a:avLst/>
          </a:prstGeom>
          <a:effectLst>
            <a:softEdge rad="0"/>
          </a:effectLst>
        </p:spPr>
      </p:pic>
    </p:spTree>
    <p:extLst>
      <p:ext uri="{BB962C8B-B14F-4D97-AF65-F5344CB8AC3E}">
        <p14:creationId xmlns:p14="http://schemas.microsoft.com/office/powerpoint/2010/main" val="40645864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967</TotalTime>
  <Words>921</Words>
  <Application>Microsoft Office PowerPoint</Application>
  <PresentationFormat>Widescreen</PresentationFormat>
  <Paragraphs>241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TONG JIA SENG</dc:creator>
  <cp:lastModifiedBy>TONG JIA SENG</cp:lastModifiedBy>
  <cp:revision>32</cp:revision>
  <dcterms:created xsi:type="dcterms:W3CDTF">2026-02-03T01:35:10Z</dcterms:created>
  <dcterms:modified xsi:type="dcterms:W3CDTF">2026-03-29T11:24:50Z</dcterms:modified>
</cp:coreProperties>
</file>