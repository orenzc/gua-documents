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96" r:id="rId2"/>
    <p:sldId id="298" r:id="rId3"/>
    <p:sldId id="378" r:id="rId4"/>
    <p:sldId id="379" r:id="rId5"/>
    <p:sldId id="342" r:id="rId6"/>
    <p:sldId id="344" r:id="rId7"/>
    <p:sldId id="380" r:id="rId8"/>
    <p:sldId id="341" r:id="rId9"/>
    <p:sldId id="381" r:id="rId10"/>
    <p:sldId id="346" r:id="rId11"/>
    <p:sldId id="382" r:id="rId12"/>
    <p:sldId id="348" r:id="rId13"/>
    <p:sldId id="383" r:id="rId14"/>
    <p:sldId id="350" r:id="rId15"/>
    <p:sldId id="384" r:id="rId16"/>
    <p:sldId id="354" r:id="rId17"/>
    <p:sldId id="385" r:id="rId18"/>
    <p:sldId id="352" r:id="rId19"/>
    <p:sldId id="386" r:id="rId20"/>
    <p:sldId id="355" r:id="rId21"/>
    <p:sldId id="387" r:id="rId22"/>
    <p:sldId id="364" r:id="rId23"/>
    <p:sldId id="336" r:id="rId24"/>
    <p:sldId id="388" r:id="rId25"/>
    <p:sldId id="358" r:id="rId26"/>
    <p:sldId id="327" r:id="rId27"/>
    <p:sldId id="366" r:id="rId28"/>
    <p:sldId id="367" r:id="rId29"/>
    <p:sldId id="368" r:id="rId30"/>
    <p:sldId id="369" r:id="rId31"/>
    <p:sldId id="370" r:id="rId32"/>
    <p:sldId id="374" r:id="rId33"/>
    <p:sldId id="375" r:id="rId34"/>
    <p:sldId id="377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653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38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DCC364-5510-4373-859B-34602B90A3E2}" type="datetimeFigureOut">
              <a:rPr lang="en-US" smtClean="0"/>
              <a:t>2026-03-29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71B7D4-72D1-40EE-A487-C8B3D6084C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3762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1B7D4-72D1-40EE-A487-C8B3D6084C2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905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65607-CA42-9B28-36FF-4701DA7080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F8DCC3-761E-0C24-9D83-32490790E5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F8B83C-4988-0005-295F-645ACE451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2026-03-29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626B5-EA18-0F5C-2CBA-ADD6F5D68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3D6705-43E4-8CA4-8256-CD8898C5B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252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CDCCC-5EB7-22CA-7C00-77B8F8B7F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4E1EC-24BA-EFD1-5562-CAA97DEE4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D023B0-7266-D111-55D2-A61A425C3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2026-03-29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D40A9-28B4-6DD7-A7FB-4C141FB68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D9621-C522-692C-F7DF-63B83BB20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301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5BB72-6B05-0614-7C89-85D123A8B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54A8F0-3E4C-D529-8A39-309C317461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F7244-4114-073D-1387-FF2BD199E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2026-03-29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79BBA-8DCE-A072-9EC4-B55425123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EDCD2-4284-A60D-1DB9-D8E5A07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0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EEF3-C454-CCF0-DB07-1564E55D3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1DEAB9-B841-E83B-69F1-DDE35D7355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111E9-41F3-CAD4-852F-D0D8843219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32F0B3-2FA5-3577-F902-E0CD82C66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2026-03-29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75F7EA-3ACB-1058-6F43-ED1311B95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A73C26-777E-EFE7-AB14-7404D4BCE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063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E0D85-20BC-7BAE-6030-CABAD4A3A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B3B59-7D7A-0300-4994-6CA9B0971E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90342B-E6A5-3262-DECC-40562C9B9A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DBE5A3-F851-DFDA-100E-74385D9E0A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D1561D-93D8-7D65-8F0C-65A3EAC6C5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2D3E73-1E8A-6704-2C6C-6DAA8F8E9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2026-03-29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B6B75A-E510-948B-F229-13B761F45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E250C5-2A6E-BF5C-BCB5-7723B5D7B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006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ADC3C-6402-C5F6-2C9C-19BECDCCC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B3A9D6-F77C-F80B-1C4F-C652FC6D9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2026-03-29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5F4608-A5C7-2B38-D7B3-486875411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3249CD-50BE-17BE-406C-2E5368CEC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035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E70214-D9DD-60C4-BD41-94A26EDCE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2026-03-29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D7C030-5D63-EA0E-2012-A0B7CA121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5027A-25CD-EEFD-9C93-4D3147333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643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0651E-1B03-11BD-E17F-223690CB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F14EB-6275-A8DF-2868-055A80E24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D8926-2585-E67B-B72E-C05920547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8AA7EE-033F-A7D1-6C95-28EF0852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2026-03-29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E9B371-097E-A948-D9FE-D1F334A48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A7C15C-4FD4-CCDB-CFD4-BEAA4B29C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142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F781C-279D-A918-5FAD-6A18E4C8A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B87DDA-8BF8-17C1-EE84-DC7C6CEBEC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411BBA-5E93-30AB-2E82-6C85DEAA5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696547-A323-81E2-A78B-D04C74D4F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2026-03-29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1042F6-5B9C-4C25-5F42-58A23A7E6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08827-E174-3790-0CBC-86E9EC4D3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372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14456-B52C-4529-C6D4-C716A284D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AAC5A-66A3-922E-60DD-3670F37C47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F419E-1DCC-7783-53DC-341EA43AF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2026-03-29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38A681-9ACC-B869-1417-286016DFD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DD151-CF43-09EF-CA88-BA873C50B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52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A31909-9DDC-3D28-C995-5D6ABF33B3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934DD8-D9D3-9473-E52A-BCDBA9DCE0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F700D5-DA28-EF7D-2615-6A949576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2026-03-29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E2E0BE-C0A9-724A-FA7D-0577F1DE3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5DF59-79E4-64B6-05C8-D3588D6EB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641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54C635-A040-806E-66F7-3C957F8E7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FDBAB6-F8B8-AC67-4C7F-54E395FF56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317F3-B141-2268-99BE-730FDE2EDF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78FFEE-96DD-411E-9212-115A8E86985E}" type="datetimeFigureOut">
              <a:rPr lang="en-US" smtClean="0"/>
              <a:t>2026-03-29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4D1BC-B693-119E-9D67-823628031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06E1A-AF5B-3066-4AF5-DEC394C47C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227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png"/><Relationship Id="rId21" Type="http://schemas.openxmlformats.org/officeDocument/2006/relationships/image" Target="../media/image20.jp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2" Type="http://schemas.openxmlformats.org/officeDocument/2006/relationships/image" Target="../media/image1.pn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jp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3.jpg"/><Relationship Id="rId21" Type="http://schemas.openxmlformats.org/officeDocument/2006/relationships/image" Target="../media/image23.jpg"/><Relationship Id="rId7" Type="http://schemas.openxmlformats.org/officeDocument/2006/relationships/image" Target="../media/image7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5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4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Relationship Id="rId27" Type="http://schemas.openxmlformats.org/officeDocument/2006/relationships/image" Target="../media/image9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26" Type="http://schemas.openxmlformats.org/officeDocument/2006/relationships/image" Target="../media/image9.jpg"/><Relationship Id="rId3" Type="http://schemas.openxmlformats.org/officeDocument/2006/relationships/image" Target="../media/image4.jpg"/><Relationship Id="rId21" Type="http://schemas.openxmlformats.org/officeDocument/2006/relationships/image" Target="../media/image24.jpg"/><Relationship Id="rId7" Type="http://schemas.openxmlformats.org/officeDocument/2006/relationships/image" Target="../media/image8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5" Type="http://schemas.openxmlformats.org/officeDocument/2006/relationships/image" Target="../media/image11.jpg"/><Relationship Id="rId2" Type="http://schemas.openxmlformats.org/officeDocument/2006/relationships/image" Target="../media/image3.jpg"/><Relationship Id="rId16" Type="http://schemas.openxmlformats.org/officeDocument/2006/relationships/image" Target="../media/image19.jpg"/><Relationship Id="rId20" Type="http://schemas.openxmlformats.org/officeDocument/2006/relationships/image" Target="../media/image2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g"/><Relationship Id="rId11" Type="http://schemas.openxmlformats.org/officeDocument/2006/relationships/image" Target="../media/image14.jpg"/><Relationship Id="rId24" Type="http://schemas.openxmlformats.org/officeDocument/2006/relationships/image" Target="../media/image27.jpg"/><Relationship Id="rId5" Type="http://schemas.openxmlformats.org/officeDocument/2006/relationships/image" Target="../media/image6.jpg"/><Relationship Id="rId15" Type="http://schemas.openxmlformats.org/officeDocument/2006/relationships/image" Target="../media/image18.jpg"/><Relationship Id="rId23" Type="http://schemas.openxmlformats.org/officeDocument/2006/relationships/image" Target="../media/image26.jpg"/><Relationship Id="rId10" Type="http://schemas.openxmlformats.org/officeDocument/2006/relationships/image" Target="../media/image13.jpg"/><Relationship Id="rId19" Type="http://schemas.openxmlformats.org/officeDocument/2006/relationships/image" Target="../media/image22.jpg"/><Relationship Id="rId4" Type="http://schemas.openxmlformats.org/officeDocument/2006/relationships/image" Target="../media/image5.jpg"/><Relationship Id="rId9" Type="http://schemas.openxmlformats.org/officeDocument/2006/relationships/image" Target="../media/image12.jpg"/><Relationship Id="rId14" Type="http://schemas.openxmlformats.org/officeDocument/2006/relationships/image" Target="../media/image17.jpg"/><Relationship Id="rId22" Type="http://schemas.openxmlformats.org/officeDocument/2006/relationships/image" Target="../media/image25.jp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4.jpg"/><Relationship Id="rId21" Type="http://schemas.openxmlformats.org/officeDocument/2006/relationships/image" Target="../media/image23.jpg"/><Relationship Id="rId7" Type="http://schemas.openxmlformats.org/officeDocument/2006/relationships/image" Target="../media/image8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3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6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5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26" Type="http://schemas.openxmlformats.org/officeDocument/2006/relationships/image" Target="../media/image9.jpg"/><Relationship Id="rId3" Type="http://schemas.openxmlformats.org/officeDocument/2006/relationships/image" Target="../media/image4.jpg"/><Relationship Id="rId21" Type="http://schemas.openxmlformats.org/officeDocument/2006/relationships/image" Target="../media/image24.jpg"/><Relationship Id="rId7" Type="http://schemas.openxmlformats.org/officeDocument/2006/relationships/image" Target="../media/image8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5" Type="http://schemas.openxmlformats.org/officeDocument/2006/relationships/image" Target="../media/image11.jpg"/><Relationship Id="rId2" Type="http://schemas.openxmlformats.org/officeDocument/2006/relationships/image" Target="../media/image3.jpg"/><Relationship Id="rId16" Type="http://schemas.openxmlformats.org/officeDocument/2006/relationships/image" Target="../media/image19.jpg"/><Relationship Id="rId20" Type="http://schemas.openxmlformats.org/officeDocument/2006/relationships/image" Target="../media/image2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g"/><Relationship Id="rId11" Type="http://schemas.openxmlformats.org/officeDocument/2006/relationships/image" Target="../media/image14.jpg"/><Relationship Id="rId24" Type="http://schemas.openxmlformats.org/officeDocument/2006/relationships/image" Target="../media/image27.jpg"/><Relationship Id="rId5" Type="http://schemas.openxmlformats.org/officeDocument/2006/relationships/image" Target="../media/image6.jpg"/><Relationship Id="rId15" Type="http://schemas.openxmlformats.org/officeDocument/2006/relationships/image" Target="../media/image18.jpg"/><Relationship Id="rId23" Type="http://schemas.openxmlformats.org/officeDocument/2006/relationships/image" Target="../media/image26.jpg"/><Relationship Id="rId10" Type="http://schemas.openxmlformats.org/officeDocument/2006/relationships/image" Target="../media/image13.jpg"/><Relationship Id="rId19" Type="http://schemas.openxmlformats.org/officeDocument/2006/relationships/image" Target="../media/image22.jpg"/><Relationship Id="rId4" Type="http://schemas.openxmlformats.org/officeDocument/2006/relationships/image" Target="../media/image5.jpg"/><Relationship Id="rId9" Type="http://schemas.openxmlformats.org/officeDocument/2006/relationships/image" Target="../media/image12.jpg"/><Relationship Id="rId14" Type="http://schemas.openxmlformats.org/officeDocument/2006/relationships/image" Target="../media/image17.jpg"/><Relationship Id="rId22" Type="http://schemas.openxmlformats.org/officeDocument/2006/relationships/image" Target="../media/image25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13" Type="http://schemas.openxmlformats.org/officeDocument/2006/relationships/image" Target="../media/image14.jpg"/><Relationship Id="rId18" Type="http://schemas.openxmlformats.org/officeDocument/2006/relationships/image" Target="../media/image19.jpg"/><Relationship Id="rId26" Type="http://schemas.openxmlformats.org/officeDocument/2006/relationships/image" Target="../media/image27.jpg"/><Relationship Id="rId3" Type="http://schemas.openxmlformats.org/officeDocument/2006/relationships/image" Target="../media/image9.jpg"/><Relationship Id="rId21" Type="http://schemas.openxmlformats.org/officeDocument/2006/relationships/image" Target="../media/image22.jpg"/><Relationship Id="rId7" Type="http://schemas.openxmlformats.org/officeDocument/2006/relationships/image" Target="../media/image6.jpg"/><Relationship Id="rId12" Type="http://schemas.openxmlformats.org/officeDocument/2006/relationships/image" Target="../media/image13.jpg"/><Relationship Id="rId17" Type="http://schemas.openxmlformats.org/officeDocument/2006/relationships/image" Target="../media/image18.jpg"/><Relationship Id="rId25" Type="http://schemas.openxmlformats.org/officeDocument/2006/relationships/image" Target="../media/image26.jpg"/><Relationship Id="rId2" Type="http://schemas.openxmlformats.org/officeDocument/2006/relationships/image" Target="../media/image11.jpg"/><Relationship Id="rId16" Type="http://schemas.openxmlformats.org/officeDocument/2006/relationships/image" Target="../media/image17.jpg"/><Relationship Id="rId20" Type="http://schemas.openxmlformats.org/officeDocument/2006/relationships/image" Target="../media/image2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2.jpg"/><Relationship Id="rId24" Type="http://schemas.openxmlformats.org/officeDocument/2006/relationships/image" Target="../media/image25.jpg"/><Relationship Id="rId5" Type="http://schemas.openxmlformats.org/officeDocument/2006/relationships/image" Target="../media/image4.jpg"/><Relationship Id="rId15" Type="http://schemas.openxmlformats.org/officeDocument/2006/relationships/image" Target="../media/image16.jpg"/><Relationship Id="rId23" Type="http://schemas.openxmlformats.org/officeDocument/2006/relationships/image" Target="../media/image24.jpg"/><Relationship Id="rId10" Type="http://schemas.openxmlformats.org/officeDocument/2006/relationships/image" Target="../media/image10.jpg"/><Relationship Id="rId19" Type="http://schemas.openxmlformats.org/officeDocument/2006/relationships/image" Target="../media/image20.jp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5.jpg"/><Relationship Id="rId22" Type="http://schemas.openxmlformats.org/officeDocument/2006/relationships/image" Target="../media/image23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13" Type="http://schemas.openxmlformats.org/officeDocument/2006/relationships/image" Target="../media/image14.jpg"/><Relationship Id="rId18" Type="http://schemas.openxmlformats.org/officeDocument/2006/relationships/image" Target="../media/image19.jpg"/><Relationship Id="rId26" Type="http://schemas.openxmlformats.org/officeDocument/2006/relationships/image" Target="../media/image27.jpg"/><Relationship Id="rId3" Type="http://schemas.openxmlformats.org/officeDocument/2006/relationships/image" Target="../media/image9.jpg"/><Relationship Id="rId21" Type="http://schemas.openxmlformats.org/officeDocument/2006/relationships/image" Target="../media/image22.jpg"/><Relationship Id="rId7" Type="http://schemas.openxmlformats.org/officeDocument/2006/relationships/image" Target="../media/image6.jpg"/><Relationship Id="rId12" Type="http://schemas.openxmlformats.org/officeDocument/2006/relationships/image" Target="../media/image13.jpg"/><Relationship Id="rId17" Type="http://schemas.openxmlformats.org/officeDocument/2006/relationships/image" Target="../media/image18.jpg"/><Relationship Id="rId25" Type="http://schemas.openxmlformats.org/officeDocument/2006/relationships/image" Target="../media/image26.jpg"/><Relationship Id="rId2" Type="http://schemas.openxmlformats.org/officeDocument/2006/relationships/image" Target="../media/image11.jpg"/><Relationship Id="rId16" Type="http://schemas.openxmlformats.org/officeDocument/2006/relationships/image" Target="../media/image17.jpg"/><Relationship Id="rId20" Type="http://schemas.openxmlformats.org/officeDocument/2006/relationships/image" Target="../media/image2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2.jpg"/><Relationship Id="rId24" Type="http://schemas.openxmlformats.org/officeDocument/2006/relationships/image" Target="../media/image25.jpg"/><Relationship Id="rId5" Type="http://schemas.openxmlformats.org/officeDocument/2006/relationships/image" Target="../media/image4.jpg"/><Relationship Id="rId15" Type="http://schemas.openxmlformats.org/officeDocument/2006/relationships/image" Target="../media/image16.jpg"/><Relationship Id="rId23" Type="http://schemas.openxmlformats.org/officeDocument/2006/relationships/image" Target="../media/image24.jpg"/><Relationship Id="rId10" Type="http://schemas.openxmlformats.org/officeDocument/2006/relationships/image" Target="../media/image10.jpg"/><Relationship Id="rId19" Type="http://schemas.openxmlformats.org/officeDocument/2006/relationships/image" Target="../media/image20.jp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5.jpg"/><Relationship Id="rId22" Type="http://schemas.openxmlformats.org/officeDocument/2006/relationships/image" Target="../media/image23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3.jpg"/><Relationship Id="rId21" Type="http://schemas.openxmlformats.org/officeDocument/2006/relationships/image" Target="../media/image23.jpg"/><Relationship Id="rId7" Type="http://schemas.openxmlformats.org/officeDocument/2006/relationships/image" Target="../media/image7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9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5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4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3.jpg"/><Relationship Id="rId21" Type="http://schemas.openxmlformats.org/officeDocument/2006/relationships/image" Target="../media/image23.jpg"/><Relationship Id="rId7" Type="http://schemas.openxmlformats.org/officeDocument/2006/relationships/image" Target="../media/image7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9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5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4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3.jpg"/><Relationship Id="rId21" Type="http://schemas.openxmlformats.org/officeDocument/2006/relationships/image" Target="../media/image23.jpg"/><Relationship Id="rId7" Type="http://schemas.openxmlformats.org/officeDocument/2006/relationships/image" Target="../media/image7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9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5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4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3.jpg"/><Relationship Id="rId21" Type="http://schemas.openxmlformats.org/officeDocument/2006/relationships/image" Target="../media/image23.jpg"/><Relationship Id="rId7" Type="http://schemas.openxmlformats.org/officeDocument/2006/relationships/image" Target="../media/image7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9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5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4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3.jpg"/><Relationship Id="rId21" Type="http://schemas.openxmlformats.org/officeDocument/2006/relationships/image" Target="../media/image23.jpg"/><Relationship Id="rId7" Type="http://schemas.openxmlformats.org/officeDocument/2006/relationships/image" Target="../media/image7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9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5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4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3.jpg"/><Relationship Id="rId21" Type="http://schemas.openxmlformats.org/officeDocument/2006/relationships/image" Target="../media/image23.jpg"/><Relationship Id="rId7" Type="http://schemas.openxmlformats.org/officeDocument/2006/relationships/image" Target="../media/image7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9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5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4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3.jpg"/><Relationship Id="rId21" Type="http://schemas.openxmlformats.org/officeDocument/2006/relationships/image" Target="../media/image23.jpg"/><Relationship Id="rId7" Type="http://schemas.openxmlformats.org/officeDocument/2006/relationships/image" Target="../media/image7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9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5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4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3.jpg"/><Relationship Id="rId21" Type="http://schemas.openxmlformats.org/officeDocument/2006/relationships/image" Target="../media/image23.jpg"/><Relationship Id="rId7" Type="http://schemas.openxmlformats.org/officeDocument/2006/relationships/image" Target="../media/image7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9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5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4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3.jpg"/><Relationship Id="rId21" Type="http://schemas.openxmlformats.org/officeDocument/2006/relationships/image" Target="../media/image23.jpg"/><Relationship Id="rId7" Type="http://schemas.openxmlformats.org/officeDocument/2006/relationships/image" Target="../media/image7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9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5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4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3.jpg"/><Relationship Id="rId21" Type="http://schemas.openxmlformats.org/officeDocument/2006/relationships/image" Target="../media/image23.jpg"/><Relationship Id="rId7" Type="http://schemas.openxmlformats.org/officeDocument/2006/relationships/image" Target="../media/image7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9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5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4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3.jpg"/><Relationship Id="rId21" Type="http://schemas.openxmlformats.org/officeDocument/2006/relationships/image" Target="../media/image23.jpg"/><Relationship Id="rId7" Type="http://schemas.openxmlformats.org/officeDocument/2006/relationships/image" Target="../media/image7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9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5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4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3.jpg"/><Relationship Id="rId21" Type="http://schemas.openxmlformats.org/officeDocument/2006/relationships/image" Target="../media/image23.jpg"/><Relationship Id="rId7" Type="http://schemas.openxmlformats.org/officeDocument/2006/relationships/image" Target="../media/image7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9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5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4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3.jpg"/><Relationship Id="rId21" Type="http://schemas.openxmlformats.org/officeDocument/2006/relationships/image" Target="../media/image23.jpg"/><Relationship Id="rId7" Type="http://schemas.openxmlformats.org/officeDocument/2006/relationships/image" Target="../media/image7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9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5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4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3.jpg"/><Relationship Id="rId21" Type="http://schemas.openxmlformats.org/officeDocument/2006/relationships/image" Target="../media/image23.jpg"/><Relationship Id="rId7" Type="http://schemas.openxmlformats.org/officeDocument/2006/relationships/image" Target="../media/image7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9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5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4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26" Type="http://schemas.openxmlformats.org/officeDocument/2006/relationships/image" Target="../media/image9.jpg"/><Relationship Id="rId3" Type="http://schemas.openxmlformats.org/officeDocument/2006/relationships/image" Target="../media/image4.jpg"/><Relationship Id="rId21" Type="http://schemas.openxmlformats.org/officeDocument/2006/relationships/image" Target="../media/image24.jpg"/><Relationship Id="rId7" Type="http://schemas.openxmlformats.org/officeDocument/2006/relationships/image" Target="../media/image8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5" Type="http://schemas.openxmlformats.org/officeDocument/2006/relationships/image" Target="../media/image11.jpg"/><Relationship Id="rId2" Type="http://schemas.openxmlformats.org/officeDocument/2006/relationships/image" Target="../media/image3.jpg"/><Relationship Id="rId16" Type="http://schemas.openxmlformats.org/officeDocument/2006/relationships/image" Target="../media/image19.jpg"/><Relationship Id="rId20" Type="http://schemas.openxmlformats.org/officeDocument/2006/relationships/image" Target="../media/image2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g"/><Relationship Id="rId11" Type="http://schemas.openxmlformats.org/officeDocument/2006/relationships/image" Target="../media/image14.jpg"/><Relationship Id="rId24" Type="http://schemas.openxmlformats.org/officeDocument/2006/relationships/image" Target="../media/image27.jpg"/><Relationship Id="rId5" Type="http://schemas.openxmlformats.org/officeDocument/2006/relationships/image" Target="../media/image6.jpg"/><Relationship Id="rId15" Type="http://schemas.openxmlformats.org/officeDocument/2006/relationships/image" Target="../media/image18.jpg"/><Relationship Id="rId23" Type="http://schemas.openxmlformats.org/officeDocument/2006/relationships/image" Target="../media/image26.jpg"/><Relationship Id="rId10" Type="http://schemas.openxmlformats.org/officeDocument/2006/relationships/image" Target="../media/image13.jpg"/><Relationship Id="rId19" Type="http://schemas.openxmlformats.org/officeDocument/2006/relationships/image" Target="../media/image22.jpg"/><Relationship Id="rId4" Type="http://schemas.openxmlformats.org/officeDocument/2006/relationships/image" Target="../media/image5.jpg"/><Relationship Id="rId9" Type="http://schemas.openxmlformats.org/officeDocument/2006/relationships/image" Target="../media/image12.jpg"/><Relationship Id="rId14" Type="http://schemas.openxmlformats.org/officeDocument/2006/relationships/image" Target="../media/image17.jpg"/><Relationship Id="rId22" Type="http://schemas.openxmlformats.org/officeDocument/2006/relationships/image" Target="../media/image25.jp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4.jpg"/><Relationship Id="rId21" Type="http://schemas.openxmlformats.org/officeDocument/2006/relationships/image" Target="../media/image23.jpg"/><Relationship Id="rId7" Type="http://schemas.openxmlformats.org/officeDocument/2006/relationships/image" Target="../media/image8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3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6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5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g"/><Relationship Id="rId13" Type="http://schemas.openxmlformats.org/officeDocument/2006/relationships/image" Target="../media/image15.jpg"/><Relationship Id="rId18" Type="http://schemas.openxmlformats.org/officeDocument/2006/relationships/image" Target="../media/image20.jpg"/><Relationship Id="rId26" Type="http://schemas.openxmlformats.org/officeDocument/2006/relationships/image" Target="../media/image11.jpg"/><Relationship Id="rId3" Type="http://schemas.openxmlformats.org/officeDocument/2006/relationships/image" Target="../media/image4.jpg"/><Relationship Id="rId21" Type="http://schemas.openxmlformats.org/officeDocument/2006/relationships/image" Target="../media/image23.jpg"/><Relationship Id="rId7" Type="http://schemas.openxmlformats.org/officeDocument/2006/relationships/image" Target="../media/image8.jpg"/><Relationship Id="rId12" Type="http://schemas.openxmlformats.org/officeDocument/2006/relationships/image" Target="../media/image14.jpg"/><Relationship Id="rId17" Type="http://schemas.openxmlformats.org/officeDocument/2006/relationships/image" Target="../media/image19.jpg"/><Relationship Id="rId25" Type="http://schemas.openxmlformats.org/officeDocument/2006/relationships/image" Target="../media/image27.jpg"/><Relationship Id="rId2" Type="http://schemas.openxmlformats.org/officeDocument/2006/relationships/image" Target="../media/image3.jpg"/><Relationship Id="rId16" Type="http://schemas.openxmlformats.org/officeDocument/2006/relationships/image" Target="../media/image18.jpg"/><Relationship Id="rId20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g"/><Relationship Id="rId11" Type="http://schemas.openxmlformats.org/officeDocument/2006/relationships/image" Target="../media/image13.jpg"/><Relationship Id="rId24" Type="http://schemas.openxmlformats.org/officeDocument/2006/relationships/image" Target="../media/image26.jpg"/><Relationship Id="rId5" Type="http://schemas.openxmlformats.org/officeDocument/2006/relationships/image" Target="../media/image6.jpg"/><Relationship Id="rId15" Type="http://schemas.openxmlformats.org/officeDocument/2006/relationships/image" Target="../media/image17.jpg"/><Relationship Id="rId23" Type="http://schemas.openxmlformats.org/officeDocument/2006/relationships/image" Target="../media/image25.jpg"/><Relationship Id="rId10" Type="http://schemas.openxmlformats.org/officeDocument/2006/relationships/image" Target="../media/image12.jpg"/><Relationship Id="rId19" Type="http://schemas.openxmlformats.org/officeDocument/2006/relationships/image" Target="../media/image21.jpg"/><Relationship Id="rId4" Type="http://schemas.openxmlformats.org/officeDocument/2006/relationships/image" Target="../media/image5.jpg"/><Relationship Id="rId9" Type="http://schemas.openxmlformats.org/officeDocument/2006/relationships/image" Target="../media/image10.jpg"/><Relationship Id="rId14" Type="http://schemas.openxmlformats.org/officeDocument/2006/relationships/image" Target="../media/image16.jpg"/><Relationship Id="rId22" Type="http://schemas.openxmlformats.org/officeDocument/2006/relationships/image" Target="../media/image24.jp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g"/><Relationship Id="rId13" Type="http://schemas.openxmlformats.org/officeDocument/2006/relationships/image" Target="../media/image14.jpg"/><Relationship Id="rId18" Type="http://schemas.openxmlformats.org/officeDocument/2006/relationships/image" Target="../media/image19.jpg"/><Relationship Id="rId26" Type="http://schemas.openxmlformats.org/officeDocument/2006/relationships/image" Target="../media/image27.jpg"/><Relationship Id="rId3" Type="http://schemas.openxmlformats.org/officeDocument/2006/relationships/image" Target="../media/image4.jpg"/><Relationship Id="rId21" Type="http://schemas.openxmlformats.org/officeDocument/2006/relationships/image" Target="../media/image22.jpg"/><Relationship Id="rId7" Type="http://schemas.openxmlformats.org/officeDocument/2006/relationships/image" Target="../media/image8.jpg"/><Relationship Id="rId12" Type="http://schemas.openxmlformats.org/officeDocument/2006/relationships/image" Target="../media/image13.jpg"/><Relationship Id="rId17" Type="http://schemas.openxmlformats.org/officeDocument/2006/relationships/image" Target="../media/image18.jpg"/><Relationship Id="rId25" Type="http://schemas.openxmlformats.org/officeDocument/2006/relationships/image" Target="../media/image26.jpg"/><Relationship Id="rId2" Type="http://schemas.openxmlformats.org/officeDocument/2006/relationships/image" Target="../media/image3.jpg"/><Relationship Id="rId16" Type="http://schemas.openxmlformats.org/officeDocument/2006/relationships/image" Target="../media/image17.jpg"/><Relationship Id="rId20" Type="http://schemas.openxmlformats.org/officeDocument/2006/relationships/image" Target="../media/image2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g"/><Relationship Id="rId11" Type="http://schemas.openxmlformats.org/officeDocument/2006/relationships/image" Target="../media/image12.jpg"/><Relationship Id="rId24" Type="http://schemas.openxmlformats.org/officeDocument/2006/relationships/image" Target="../media/image25.jpg"/><Relationship Id="rId5" Type="http://schemas.openxmlformats.org/officeDocument/2006/relationships/image" Target="../media/image6.jpg"/><Relationship Id="rId15" Type="http://schemas.openxmlformats.org/officeDocument/2006/relationships/image" Target="../media/image16.jpg"/><Relationship Id="rId23" Type="http://schemas.openxmlformats.org/officeDocument/2006/relationships/image" Target="../media/image24.jpg"/><Relationship Id="rId10" Type="http://schemas.openxmlformats.org/officeDocument/2006/relationships/image" Target="../media/image11.jpg"/><Relationship Id="rId19" Type="http://schemas.openxmlformats.org/officeDocument/2006/relationships/image" Target="../media/image20.jpg"/><Relationship Id="rId4" Type="http://schemas.openxmlformats.org/officeDocument/2006/relationships/image" Target="../media/image5.jpg"/><Relationship Id="rId9" Type="http://schemas.openxmlformats.org/officeDocument/2006/relationships/image" Target="../media/image10.jpg"/><Relationship Id="rId14" Type="http://schemas.openxmlformats.org/officeDocument/2006/relationships/image" Target="../media/image15.jpg"/><Relationship Id="rId22" Type="http://schemas.openxmlformats.org/officeDocument/2006/relationships/image" Target="../media/image23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jpg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g"/><Relationship Id="rId13" Type="http://schemas.openxmlformats.org/officeDocument/2006/relationships/image" Target="../media/image14.jpg"/><Relationship Id="rId18" Type="http://schemas.openxmlformats.org/officeDocument/2006/relationships/image" Target="../media/image19.jpg"/><Relationship Id="rId26" Type="http://schemas.openxmlformats.org/officeDocument/2006/relationships/image" Target="../media/image27.jpg"/><Relationship Id="rId3" Type="http://schemas.openxmlformats.org/officeDocument/2006/relationships/image" Target="../media/image10.jpg"/><Relationship Id="rId21" Type="http://schemas.openxmlformats.org/officeDocument/2006/relationships/image" Target="../media/image22.jpg"/><Relationship Id="rId7" Type="http://schemas.openxmlformats.org/officeDocument/2006/relationships/image" Target="../media/image4.jpg"/><Relationship Id="rId12" Type="http://schemas.openxmlformats.org/officeDocument/2006/relationships/image" Target="../media/image13.jpg"/><Relationship Id="rId17" Type="http://schemas.openxmlformats.org/officeDocument/2006/relationships/image" Target="../media/image18.jpg"/><Relationship Id="rId25" Type="http://schemas.openxmlformats.org/officeDocument/2006/relationships/image" Target="../media/image26.jpg"/><Relationship Id="rId2" Type="http://schemas.openxmlformats.org/officeDocument/2006/relationships/image" Target="../media/image11.jpg"/><Relationship Id="rId16" Type="http://schemas.openxmlformats.org/officeDocument/2006/relationships/image" Target="../media/image17.jpg"/><Relationship Id="rId20" Type="http://schemas.openxmlformats.org/officeDocument/2006/relationships/image" Target="../media/image2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11" Type="http://schemas.openxmlformats.org/officeDocument/2006/relationships/image" Target="../media/image12.jpg"/><Relationship Id="rId24" Type="http://schemas.openxmlformats.org/officeDocument/2006/relationships/image" Target="../media/image25.jpg"/><Relationship Id="rId5" Type="http://schemas.openxmlformats.org/officeDocument/2006/relationships/image" Target="../media/image9.jpg"/><Relationship Id="rId15" Type="http://schemas.openxmlformats.org/officeDocument/2006/relationships/image" Target="../media/image16.jpg"/><Relationship Id="rId23" Type="http://schemas.openxmlformats.org/officeDocument/2006/relationships/image" Target="../media/image24.jpg"/><Relationship Id="rId10" Type="http://schemas.openxmlformats.org/officeDocument/2006/relationships/image" Target="../media/image7.jpg"/><Relationship Id="rId19" Type="http://schemas.openxmlformats.org/officeDocument/2006/relationships/image" Target="../media/image20.jpg"/><Relationship Id="rId4" Type="http://schemas.openxmlformats.org/officeDocument/2006/relationships/image" Target="../media/image8.jpg"/><Relationship Id="rId9" Type="http://schemas.openxmlformats.org/officeDocument/2006/relationships/image" Target="../media/image6.jpg"/><Relationship Id="rId14" Type="http://schemas.openxmlformats.org/officeDocument/2006/relationships/image" Target="../media/image15.jpg"/><Relationship Id="rId22" Type="http://schemas.openxmlformats.org/officeDocument/2006/relationships/image" Target="../media/image23.jp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g"/><Relationship Id="rId13" Type="http://schemas.openxmlformats.org/officeDocument/2006/relationships/image" Target="../media/image14.jpg"/><Relationship Id="rId18" Type="http://schemas.openxmlformats.org/officeDocument/2006/relationships/image" Target="../media/image19.jpg"/><Relationship Id="rId26" Type="http://schemas.openxmlformats.org/officeDocument/2006/relationships/image" Target="../media/image27.jpg"/><Relationship Id="rId3" Type="http://schemas.openxmlformats.org/officeDocument/2006/relationships/image" Target="../media/image10.jpg"/><Relationship Id="rId21" Type="http://schemas.openxmlformats.org/officeDocument/2006/relationships/image" Target="../media/image22.jpg"/><Relationship Id="rId7" Type="http://schemas.openxmlformats.org/officeDocument/2006/relationships/image" Target="../media/image4.jpg"/><Relationship Id="rId12" Type="http://schemas.openxmlformats.org/officeDocument/2006/relationships/image" Target="../media/image13.jpg"/><Relationship Id="rId17" Type="http://schemas.openxmlformats.org/officeDocument/2006/relationships/image" Target="../media/image18.jpg"/><Relationship Id="rId25" Type="http://schemas.openxmlformats.org/officeDocument/2006/relationships/image" Target="../media/image26.jpg"/><Relationship Id="rId2" Type="http://schemas.openxmlformats.org/officeDocument/2006/relationships/image" Target="../media/image11.jpg"/><Relationship Id="rId16" Type="http://schemas.openxmlformats.org/officeDocument/2006/relationships/image" Target="../media/image17.jpg"/><Relationship Id="rId20" Type="http://schemas.openxmlformats.org/officeDocument/2006/relationships/image" Target="../media/image2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11" Type="http://schemas.openxmlformats.org/officeDocument/2006/relationships/image" Target="../media/image12.jpg"/><Relationship Id="rId24" Type="http://schemas.openxmlformats.org/officeDocument/2006/relationships/image" Target="../media/image25.jpg"/><Relationship Id="rId5" Type="http://schemas.openxmlformats.org/officeDocument/2006/relationships/image" Target="../media/image9.jpg"/><Relationship Id="rId15" Type="http://schemas.openxmlformats.org/officeDocument/2006/relationships/image" Target="../media/image16.jpg"/><Relationship Id="rId23" Type="http://schemas.openxmlformats.org/officeDocument/2006/relationships/image" Target="../media/image24.jpg"/><Relationship Id="rId10" Type="http://schemas.openxmlformats.org/officeDocument/2006/relationships/image" Target="../media/image7.jpg"/><Relationship Id="rId19" Type="http://schemas.openxmlformats.org/officeDocument/2006/relationships/image" Target="../media/image20.jpg"/><Relationship Id="rId4" Type="http://schemas.openxmlformats.org/officeDocument/2006/relationships/image" Target="../media/image8.jpg"/><Relationship Id="rId9" Type="http://schemas.openxmlformats.org/officeDocument/2006/relationships/image" Target="../media/image6.jpg"/><Relationship Id="rId14" Type="http://schemas.openxmlformats.org/officeDocument/2006/relationships/image" Target="../media/image15.jpg"/><Relationship Id="rId22" Type="http://schemas.openxmlformats.org/officeDocument/2006/relationships/image" Target="../media/image23.jp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g"/><Relationship Id="rId13" Type="http://schemas.openxmlformats.org/officeDocument/2006/relationships/image" Target="../media/image14.jpg"/><Relationship Id="rId18" Type="http://schemas.openxmlformats.org/officeDocument/2006/relationships/image" Target="../media/image19.jpg"/><Relationship Id="rId26" Type="http://schemas.openxmlformats.org/officeDocument/2006/relationships/image" Target="../media/image27.jpg"/><Relationship Id="rId3" Type="http://schemas.openxmlformats.org/officeDocument/2006/relationships/image" Target="../media/image10.jpg"/><Relationship Id="rId21" Type="http://schemas.openxmlformats.org/officeDocument/2006/relationships/image" Target="../media/image22.jpg"/><Relationship Id="rId7" Type="http://schemas.openxmlformats.org/officeDocument/2006/relationships/image" Target="../media/image4.jpg"/><Relationship Id="rId12" Type="http://schemas.openxmlformats.org/officeDocument/2006/relationships/image" Target="../media/image13.jpg"/><Relationship Id="rId17" Type="http://schemas.openxmlformats.org/officeDocument/2006/relationships/image" Target="../media/image18.jpg"/><Relationship Id="rId25" Type="http://schemas.openxmlformats.org/officeDocument/2006/relationships/image" Target="../media/image26.jpg"/><Relationship Id="rId2" Type="http://schemas.openxmlformats.org/officeDocument/2006/relationships/image" Target="../media/image11.jpg"/><Relationship Id="rId16" Type="http://schemas.openxmlformats.org/officeDocument/2006/relationships/image" Target="../media/image17.jpg"/><Relationship Id="rId20" Type="http://schemas.openxmlformats.org/officeDocument/2006/relationships/image" Target="../media/image2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11" Type="http://schemas.openxmlformats.org/officeDocument/2006/relationships/image" Target="../media/image12.jpg"/><Relationship Id="rId24" Type="http://schemas.openxmlformats.org/officeDocument/2006/relationships/image" Target="../media/image25.jpg"/><Relationship Id="rId5" Type="http://schemas.openxmlformats.org/officeDocument/2006/relationships/image" Target="../media/image9.jpg"/><Relationship Id="rId15" Type="http://schemas.openxmlformats.org/officeDocument/2006/relationships/image" Target="../media/image16.jpg"/><Relationship Id="rId23" Type="http://schemas.openxmlformats.org/officeDocument/2006/relationships/image" Target="../media/image24.jpg"/><Relationship Id="rId10" Type="http://schemas.openxmlformats.org/officeDocument/2006/relationships/image" Target="../media/image7.jpg"/><Relationship Id="rId19" Type="http://schemas.openxmlformats.org/officeDocument/2006/relationships/image" Target="../media/image20.jpg"/><Relationship Id="rId4" Type="http://schemas.openxmlformats.org/officeDocument/2006/relationships/image" Target="../media/image8.jpg"/><Relationship Id="rId9" Type="http://schemas.openxmlformats.org/officeDocument/2006/relationships/image" Target="../media/image6.jpg"/><Relationship Id="rId14" Type="http://schemas.openxmlformats.org/officeDocument/2006/relationships/image" Target="../media/image15.jpg"/><Relationship Id="rId22" Type="http://schemas.openxmlformats.org/officeDocument/2006/relationships/image" Target="../media/image23.jp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g"/><Relationship Id="rId13" Type="http://schemas.openxmlformats.org/officeDocument/2006/relationships/image" Target="../media/image14.jpg"/><Relationship Id="rId18" Type="http://schemas.openxmlformats.org/officeDocument/2006/relationships/image" Target="../media/image19.jpg"/><Relationship Id="rId26" Type="http://schemas.openxmlformats.org/officeDocument/2006/relationships/image" Target="../media/image27.jpg"/><Relationship Id="rId3" Type="http://schemas.openxmlformats.org/officeDocument/2006/relationships/image" Target="../media/image10.jpg"/><Relationship Id="rId21" Type="http://schemas.openxmlformats.org/officeDocument/2006/relationships/image" Target="../media/image22.jpg"/><Relationship Id="rId7" Type="http://schemas.openxmlformats.org/officeDocument/2006/relationships/image" Target="../media/image4.jpg"/><Relationship Id="rId12" Type="http://schemas.openxmlformats.org/officeDocument/2006/relationships/image" Target="../media/image13.jpg"/><Relationship Id="rId17" Type="http://schemas.openxmlformats.org/officeDocument/2006/relationships/image" Target="../media/image18.jpg"/><Relationship Id="rId25" Type="http://schemas.openxmlformats.org/officeDocument/2006/relationships/image" Target="../media/image26.jpg"/><Relationship Id="rId2" Type="http://schemas.openxmlformats.org/officeDocument/2006/relationships/image" Target="../media/image11.jpg"/><Relationship Id="rId16" Type="http://schemas.openxmlformats.org/officeDocument/2006/relationships/image" Target="../media/image17.jpg"/><Relationship Id="rId20" Type="http://schemas.openxmlformats.org/officeDocument/2006/relationships/image" Target="../media/image2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11" Type="http://schemas.openxmlformats.org/officeDocument/2006/relationships/image" Target="../media/image12.jpg"/><Relationship Id="rId24" Type="http://schemas.openxmlformats.org/officeDocument/2006/relationships/image" Target="../media/image25.jpg"/><Relationship Id="rId5" Type="http://schemas.openxmlformats.org/officeDocument/2006/relationships/image" Target="../media/image9.jpg"/><Relationship Id="rId15" Type="http://schemas.openxmlformats.org/officeDocument/2006/relationships/image" Target="../media/image16.jpg"/><Relationship Id="rId23" Type="http://schemas.openxmlformats.org/officeDocument/2006/relationships/image" Target="../media/image24.jpg"/><Relationship Id="rId10" Type="http://schemas.openxmlformats.org/officeDocument/2006/relationships/image" Target="../media/image7.jpg"/><Relationship Id="rId19" Type="http://schemas.openxmlformats.org/officeDocument/2006/relationships/image" Target="../media/image20.jpg"/><Relationship Id="rId4" Type="http://schemas.openxmlformats.org/officeDocument/2006/relationships/image" Target="../media/image8.jpg"/><Relationship Id="rId9" Type="http://schemas.openxmlformats.org/officeDocument/2006/relationships/image" Target="../media/image6.jpg"/><Relationship Id="rId14" Type="http://schemas.openxmlformats.org/officeDocument/2006/relationships/image" Target="../media/image15.jpg"/><Relationship Id="rId22" Type="http://schemas.openxmlformats.org/officeDocument/2006/relationships/image" Target="../media/image23.jp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26" Type="http://schemas.openxmlformats.org/officeDocument/2006/relationships/image" Target="../media/image9.jpg"/><Relationship Id="rId3" Type="http://schemas.openxmlformats.org/officeDocument/2006/relationships/image" Target="../media/image4.jpg"/><Relationship Id="rId21" Type="http://schemas.openxmlformats.org/officeDocument/2006/relationships/image" Target="../media/image24.jpg"/><Relationship Id="rId7" Type="http://schemas.openxmlformats.org/officeDocument/2006/relationships/image" Target="../media/image8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5" Type="http://schemas.openxmlformats.org/officeDocument/2006/relationships/image" Target="../media/image11.jpg"/><Relationship Id="rId2" Type="http://schemas.openxmlformats.org/officeDocument/2006/relationships/image" Target="../media/image3.jpg"/><Relationship Id="rId16" Type="http://schemas.openxmlformats.org/officeDocument/2006/relationships/image" Target="../media/image19.jpg"/><Relationship Id="rId20" Type="http://schemas.openxmlformats.org/officeDocument/2006/relationships/image" Target="../media/image2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g"/><Relationship Id="rId11" Type="http://schemas.openxmlformats.org/officeDocument/2006/relationships/image" Target="../media/image14.jpg"/><Relationship Id="rId24" Type="http://schemas.openxmlformats.org/officeDocument/2006/relationships/image" Target="../media/image27.jpg"/><Relationship Id="rId5" Type="http://schemas.openxmlformats.org/officeDocument/2006/relationships/image" Target="../media/image6.jpg"/><Relationship Id="rId15" Type="http://schemas.openxmlformats.org/officeDocument/2006/relationships/image" Target="../media/image18.jpg"/><Relationship Id="rId23" Type="http://schemas.openxmlformats.org/officeDocument/2006/relationships/image" Target="../media/image26.jpg"/><Relationship Id="rId10" Type="http://schemas.openxmlformats.org/officeDocument/2006/relationships/image" Target="../media/image13.jpg"/><Relationship Id="rId19" Type="http://schemas.openxmlformats.org/officeDocument/2006/relationships/image" Target="../media/image22.jpg"/><Relationship Id="rId4" Type="http://schemas.openxmlformats.org/officeDocument/2006/relationships/image" Target="../media/image5.jpg"/><Relationship Id="rId9" Type="http://schemas.openxmlformats.org/officeDocument/2006/relationships/image" Target="../media/image12.jpg"/><Relationship Id="rId14" Type="http://schemas.openxmlformats.org/officeDocument/2006/relationships/image" Target="../media/image17.jpg"/><Relationship Id="rId22" Type="http://schemas.openxmlformats.org/officeDocument/2006/relationships/image" Target="../media/image25.jp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26" Type="http://schemas.openxmlformats.org/officeDocument/2006/relationships/image" Target="../media/image9.jpg"/><Relationship Id="rId3" Type="http://schemas.openxmlformats.org/officeDocument/2006/relationships/image" Target="../media/image4.jpg"/><Relationship Id="rId21" Type="http://schemas.openxmlformats.org/officeDocument/2006/relationships/image" Target="../media/image24.jpg"/><Relationship Id="rId7" Type="http://schemas.openxmlformats.org/officeDocument/2006/relationships/image" Target="../media/image8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5" Type="http://schemas.openxmlformats.org/officeDocument/2006/relationships/image" Target="../media/image11.jpg"/><Relationship Id="rId2" Type="http://schemas.openxmlformats.org/officeDocument/2006/relationships/image" Target="../media/image3.jpg"/><Relationship Id="rId16" Type="http://schemas.openxmlformats.org/officeDocument/2006/relationships/image" Target="../media/image19.jpg"/><Relationship Id="rId20" Type="http://schemas.openxmlformats.org/officeDocument/2006/relationships/image" Target="../media/image2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g"/><Relationship Id="rId11" Type="http://schemas.openxmlformats.org/officeDocument/2006/relationships/image" Target="../media/image14.jpg"/><Relationship Id="rId24" Type="http://schemas.openxmlformats.org/officeDocument/2006/relationships/image" Target="../media/image27.jpg"/><Relationship Id="rId5" Type="http://schemas.openxmlformats.org/officeDocument/2006/relationships/image" Target="../media/image6.jpg"/><Relationship Id="rId15" Type="http://schemas.openxmlformats.org/officeDocument/2006/relationships/image" Target="../media/image18.jpg"/><Relationship Id="rId23" Type="http://schemas.openxmlformats.org/officeDocument/2006/relationships/image" Target="../media/image26.jpg"/><Relationship Id="rId10" Type="http://schemas.openxmlformats.org/officeDocument/2006/relationships/image" Target="../media/image13.jpg"/><Relationship Id="rId19" Type="http://schemas.openxmlformats.org/officeDocument/2006/relationships/image" Target="../media/image22.jpg"/><Relationship Id="rId4" Type="http://schemas.openxmlformats.org/officeDocument/2006/relationships/image" Target="../media/image5.jpg"/><Relationship Id="rId9" Type="http://schemas.openxmlformats.org/officeDocument/2006/relationships/image" Target="../media/image12.jpg"/><Relationship Id="rId14" Type="http://schemas.openxmlformats.org/officeDocument/2006/relationships/image" Target="../media/image17.jpg"/><Relationship Id="rId22" Type="http://schemas.openxmlformats.org/officeDocument/2006/relationships/image" Target="../media/image25.jp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26" Type="http://schemas.openxmlformats.org/officeDocument/2006/relationships/image" Target="../media/image9.jpg"/><Relationship Id="rId3" Type="http://schemas.openxmlformats.org/officeDocument/2006/relationships/image" Target="../media/image4.jpg"/><Relationship Id="rId21" Type="http://schemas.openxmlformats.org/officeDocument/2006/relationships/image" Target="../media/image24.jpg"/><Relationship Id="rId7" Type="http://schemas.openxmlformats.org/officeDocument/2006/relationships/image" Target="../media/image8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5" Type="http://schemas.openxmlformats.org/officeDocument/2006/relationships/image" Target="../media/image11.jpg"/><Relationship Id="rId2" Type="http://schemas.openxmlformats.org/officeDocument/2006/relationships/image" Target="../media/image3.jpg"/><Relationship Id="rId16" Type="http://schemas.openxmlformats.org/officeDocument/2006/relationships/image" Target="../media/image19.jpg"/><Relationship Id="rId20" Type="http://schemas.openxmlformats.org/officeDocument/2006/relationships/image" Target="../media/image2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g"/><Relationship Id="rId11" Type="http://schemas.openxmlformats.org/officeDocument/2006/relationships/image" Target="../media/image14.jpg"/><Relationship Id="rId24" Type="http://schemas.openxmlformats.org/officeDocument/2006/relationships/image" Target="../media/image27.jpg"/><Relationship Id="rId5" Type="http://schemas.openxmlformats.org/officeDocument/2006/relationships/image" Target="../media/image6.jpg"/><Relationship Id="rId15" Type="http://schemas.openxmlformats.org/officeDocument/2006/relationships/image" Target="../media/image18.jpg"/><Relationship Id="rId23" Type="http://schemas.openxmlformats.org/officeDocument/2006/relationships/image" Target="../media/image26.jpg"/><Relationship Id="rId10" Type="http://schemas.openxmlformats.org/officeDocument/2006/relationships/image" Target="../media/image13.jpg"/><Relationship Id="rId19" Type="http://schemas.openxmlformats.org/officeDocument/2006/relationships/image" Target="../media/image22.jpg"/><Relationship Id="rId4" Type="http://schemas.openxmlformats.org/officeDocument/2006/relationships/image" Target="../media/image5.jpg"/><Relationship Id="rId9" Type="http://schemas.openxmlformats.org/officeDocument/2006/relationships/image" Target="../media/image12.jpg"/><Relationship Id="rId14" Type="http://schemas.openxmlformats.org/officeDocument/2006/relationships/image" Target="../media/image17.jpg"/><Relationship Id="rId22" Type="http://schemas.openxmlformats.org/officeDocument/2006/relationships/image" Target="../media/image25.jp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g"/><Relationship Id="rId13" Type="http://schemas.openxmlformats.org/officeDocument/2006/relationships/image" Target="../media/image16.jpg"/><Relationship Id="rId18" Type="http://schemas.openxmlformats.org/officeDocument/2006/relationships/image" Target="../media/image21.jpg"/><Relationship Id="rId26" Type="http://schemas.openxmlformats.org/officeDocument/2006/relationships/image" Target="../media/image9.jpg"/><Relationship Id="rId3" Type="http://schemas.openxmlformats.org/officeDocument/2006/relationships/image" Target="../media/image4.jpg"/><Relationship Id="rId21" Type="http://schemas.openxmlformats.org/officeDocument/2006/relationships/image" Target="../media/image24.jpg"/><Relationship Id="rId7" Type="http://schemas.openxmlformats.org/officeDocument/2006/relationships/image" Target="../media/image8.jpg"/><Relationship Id="rId12" Type="http://schemas.openxmlformats.org/officeDocument/2006/relationships/image" Target="../media/image15.jpg"/><Relationship Id="rId17" Type="http://schemas.openxmlformats.org/officeDocument/2006/relationships/image" Target="../media/image20.jpg"/><Relationship Id="rId25" Type="http://schemas.openxmlformats.org/officeDocument/2006/relationships/image" Target="../media/image11.jpg"/><Relationship Id="rId2" Type="http://schemas.openxmlformats.org/officeDocument/2006/relationships/image" Target="../media/image3.jpg"/><Relationship Id="rId16" Type="http://schemas.openxmlformats.org/officeDocument/2006/relationships/image" Target="../media/image19.jpg"/><Relationship Id="rId20" Type="http://schemas.openxmlformats.org/officeDocument/2006/relationships/image" Target="../media/image2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g"/><Relationship Id="rId11" Type="http://schemas.openxmlformats.org/officeDocument/2006/relationships/image" Target="../media/image14.jpg"/><Relationship Id="rId24" Type="http://schemas.openxmlformats.org/officeDocument/2006/relationships/image" Target="../media/image27.jpg"/><Relationship Id="rId5" Type="http://schemas.openxmlformats.org/officeDocument/2006/relationships/image" Target="../media/image6.jpg"/><Relationship Id="rId15" Type="http://schemas.openxmlformats.org/officeDocument/2006/relationships/image" Target="../media/image18.jpg"/><Relationship Id="rId23" Type="http://schemas.openxmlformats.org/officeDocument/2006/relationships/image" Target="../media/image26.jpg"/><Relationship Id="rId10" Type="http://schemas.openxmlformats.org/officeDocument/2006/relationships/image" Target="../media/image13.jpg"/><Relationship Id="rId19" Type="http://schemas.openxmlformats.org/officeDocument/2006/relationships/image" Target="../media/image22.jpg"/><Relationship Id="rId4" Type="http://schemas.openxmlformats.org/officeDocument/2006/relationships/image" Target="../media/image5.jpg"/><Relationship Id="rId9" Type="http://schemas.openxmlformats.org/officeDocument/2006/relationships/image" Target="../media/image12.jpg"/><Relationship Id="rId14" Type="http://schemas.openxmlformats.org/officeDocument/2006/relationships/image" Target="../media/image17.jpg"/><Relationship Id="rId22" Type="http://schemas.openxmlformats.org/officeDocument/2006/relationships/image" Target="../media/image2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45718-5660-F4AA-2F36-7A83CE550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0356EFE-BE25-684B-EA29-6CF41F3120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84" y="2487561"/>
            <a:ext cx="3517191" cy="3340499"/>
          </a:xfrm>
          <a:prstGeom prst="rect">
            <a:avLst/>
          </a:prstGeom>
        </p:spPr>
      </p:pic>
      <p:sp>
        <p:nvSpPr>
          <p:cNvPr id="2" name="Subtitle 2">
            <a:extLst>
              <a:ext uri="{FF2B5EF4-FFF2-40B4-BE49-F238E27FC236}">
                <a16:creationId xmlns:a16="http://schemas.microsoft.com/office/drawing/2014/main" id="{AE804847-54A3-ABEA-62AA-6433D7E87123}"/>
              </a:ext>
            </a:extLst>
          </p:cNvPr>
          <p:cNvSpPr txBox="1">
            <a:spLocks/>
          </p:cNvSpPr>
          <p:nvPr/>
        </p:nvSpPr>
        <p:spPr>
          <a:xfrm>
            <a:off x="6009449" y="3526685"/>
            <a:ext cx="5277983" cy="14457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You need to use the </a:t>
            </a:r>
            <a:r>
              <a:rPr lang="en-US" sz="30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Registered Password </a:t>
            </a:r>
            <a:r>
              <a:rPr lang="en-US" sz="3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and</a:t>
            </a:r>
            <a:r>
              <a:rPr lang="en-US" sz="30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Registered Direction Indicator</a:t>
            </a:r>
            <a:r>
              <a:rPr lang="en-US" sz="3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to find the actual password to login</a:t>
            </a:r>
            <a:br>
              <a:rPr lang="en-US" sz="3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</a:br>
            <a:endParaRPr lang="en-US" sz="3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746DB588-E0DC-9647-64FE-AC8B9A49DD70}"/>
              </a:ext>
            </a:extLst>
          </p:cNvPr>
          <p:cNvSpPr txBox="1">
            <a:spLocks/>
          </p:cNvSpPr>
          <p:nvPr/>
        </p:nvSpPr>
        <p:spPr>
          <a:xfrm>
            <a:off x="6963178" y="1605047"/>
            <a:ext cx="4228946" cy="6375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Registered Password 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9CCF9567-9A6B-5324-E87F-E1CEC352C9FA}"/>
              </a:ext>
            </a:extLst>
          </p:cNvPr>
          <p:cNvSpPr txBox="1">
            <a:spLocks/>
          </p:cNvSpPr>
          <p:nvPr/>
        </p:nvSpPr>
        <p:spPr>
          <a:xfrm>
            <a:off x="6963178" y="2247091"/>
            <a:ext cx="4228946" cy="6375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Registered Direction Indicator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3A1A0F-0E39-9FFE-5882-425D0C6FC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284" y="2639961"/>
            <a:ext cx="3517191" cy="3340499"/>
          </a:xfrm>
          <a:prstGeom prst="rect">
            <a:avLst/>
          </a:prstGeom>
        </p:spPr>
      </p:pic>
      <p:grpSp>
        <p:nvGrpSpPr>
          <p:cNvPr id="98" name="Group 97">
            <a:extLst>
              <a:ext uri="{FF2B5EF4-FFF2-40B4-BE49-F238E27FC236}">
                <a16:creationId xmlns:a16="http://schemas.microsoft.com/office/drawing/2014/main" id="{ACD5E6EB-41FB-7E8F-EB83-04635A9E90DB}"/>
              </a:ext>
            </a:extLst>
          </p:cNvPr>
          <p:cNvGrpSpPr/>
          <p:nvPr/>
        </p:nvGrpSpPr>
        <p:grpSpPr>
          <a:xfrm>
            <a:off x="1380356" y="468373"/>
            <a:ext cx="3612055" cy="5921253"/>
            <a:chOff x="1380356" y="468373"/>
            <a:chExt cx="3612055" cy="592125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2129FFC-0E74-2C25-551A-1ADF19E3A7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80356" y="468373"/>
              <a:ext cx="3589331" cy="5921253"/>
            </a:xfrm>
            <a:prstGeom prst="rect">
              <a:avLst/>
            </a:prstGeom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DB94E927-5935-42B5-CAA2-24126A51A2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01517" y="2848897"/>
              <a:ext cx="3390894" cy="3055363"/>
            </a:xfrm>
            <a:prstGeom prst="rect">
              <a:avLst/>
            </a:prstGeom>
          </p:spPr>
        </p:pic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5A692E81-7C19-EB42-A944-320B77C7EA37}"/>
                </a:ext>
              </a:extLst>
            </p:cNvPr>
            <p:cNvGrpSpPr/>
            <p:nvPr/>
          </p:nvGrpSpPr>
          <p:grpSpPr>
            <a:xfrm>
              <a:off x="1793213" y="2925203"/>
              <a:ext cx="2818618" cy="2648759"/>
              <a:chOff x="6929429" y="1679085"/>
              <a:chExt cx="3859865" cy="3893119"/>
            </a:xfrm>
          </p:grpSpPr>
          <p:pic>
            <p:nvPicPr>
              <p:cNvPr id="68" name="Picture 67">
                <a:extLst>
                  <a:ext uri="{FF2B5EF4-FFF2-40B4-BE49-F238E27FC236}">
                    <a16:creationId xmlns:a16="http://schemas.microsoft.com/office/drawing/2014/main" id="{F9BA7BF7-34B9-605C-E33A-9C05689445A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53565" y="2482227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69" name="Picture 68">
                <a:extLst>
                  <a:ext uri="{FF2B5EF4-FFF2-40B4-BE49-F238E27FC236}">
                    <a16:creationId xmlns:a16="http://schemas.microsoft.com/office/drawing/2014/main" id="{0AEDE3A4-DCD7-85E3-47CA-DB8A029118A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71" y="4833601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0" name="Picture 69">
                <a:extLst>
                  <a:ext uri="{FF2B5EF4-FFF2-40B4-BE49-F238E27FC236}">
                    <a16:creationId xmlns:a16="http://schemas.microsoft.com/office/drawing/2014/main" id="{F03DC94A-19BB-B57E-F45E-2597EAAE5831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0365" y="4042843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71" name="Picture 70">
                <a:extLst>
                  <a:ext uri="{FF2B5EF4-FFF2-40B4-BE49-F238E27FC236}">
                    <a16:creationId xmlns:a16="http://schemas.microsoft.com/office/drawing/2014/main" id="{0CBB56F6-CF82-782D-5340-7A72299862F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5530" y="168816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2" name="Picture 71">
                <a:extLst>
                  <a:ext uri="{FF2B5EF4-FFF2-40B4-BE49-F238E27FC236}">
                    <a16:creationId xmlns:a16="http://schemas.microsoft.com/office/drawing/2014/main" id="{F1665BBF-5C3C-50AB-6837-748BE920CC17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71" y="170129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4F15A9B1-1968-7958-A2AF-EE0FF5A0C1BC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0640" y="326660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453FA5B0-F88D-9867-0F1A-9DE184F20BB1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29429" y="326189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5" name="Picture 74">
                <a:extLst>
                  <a:ext uri="{FF2B5EF4-FFF2-40B4-BE49-F238E27FC236}">
                    <a16:creationId xmlns:a16="http://schemas.microsoft.com/office/drawing/2014/main" id="{A2BFD57B-21C4-D42E-E33E-A62E96F44518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6361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6" name="Picture 75">
                <a:extLst>
                  <a:ext uri="{FF2B5EF4-FFF2-40B4-BE49-F238E27FC236}">
                    <a16:creationId xmlns:a16="http://schemas.microsoft.com/office/drawing/2014/main" id="{A9CA973E-9B0E-9D58-807E-A7FDA2870F0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0077" y="32566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2053259F-E4D2-C8F0-CE6A-9E22267B5F5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53567" y="169784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FEE8CB04-EDD2-3D7A-632B-D384954B8361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167" y="247228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2A8FC9A1-08A0-EA98-3F59-FA1C5F4B82A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2049" y="4833601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E3F78F25-58D2-7DC2-156B-6496C696524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4723" y="4837142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1" name="Picture 80">
                <a:extLst>
                  <a:ext uri="{FF2B5EF4-FFF2-40B4-BE49-F238E27FC236}">
                    <a16:creationId xmlns:a16="http://schemas.microsoft.com/office/drawing/2014/main" id="{4DCF81E9-7164-65BD-ED03-C8B2F9A1E14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90783" y="168131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FD62A772-1656-34BA-F0E9-C7E9A26AFF0A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95429" y="2468202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3" name="Picture 82">
                <a:extLst>
                  <a:ext uri="{FF2B5EF4-FFF2-40B4-BE49-F238E27FC236}">
                    <a16:creationId xmlns:a16="http://schemas.microsoft.com/office/drawing/2014/main" id="{128FE826-B2E3-DB66-8C22-2DA917099DBD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903" y="167908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DD6DF4D8-DC91-078E-821C-6BFC0E53BB9B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74" y="2484367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EA5C6B9-D67D-77F4-A33F-0349A12229C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74" y="3267446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6" name="Picture 85">
                <a:extLst>
                  <a:ext uri="{FF2B5EF4-FFF2-40B4-BE49-F238E27FC236}">
                    <a16:creationId xmlns:a16="http://schemas.microsoft.com/office/drawing/2014/main" id="{F2C8CB36-05ED-2B85-1D11-83AA56DE562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73" y="405052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EE938F39-44B0-D4B1-4DE6-680752D81E4B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98789" y="32635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8" name="Picture 87">
                <a:extLst>
                  <a:ext uri="{FF2B5EF4-FFF2-40B4-BE49-F238E27FC236}">
                    <a16:creationId xmlns:a16="http://schemas.microsoft.com/office/drawing/2014/main" id="{5F923AA3-9C6C-DC7A-D168-6850EE15908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7476" y="483891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4781D930-406E-43B9-D0D0-DC8E9E83831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9368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90" name="Picture 89">
                <a:extLst>
                  <a:ext uri="{FF2B5EF4-FFF2-40B4-BE49-F238E27FC236}">
                    <a16:creationId xmlns:a16="http://schemas.microsoft.com/office/drawing/2014/main" id="{2A25A927-50B2-E8F0-CD68-268AB9EBA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29430" y="4046439"/>
                <a:ext cx="734469" cy="731520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3A6C2926-4F0D-2137-1CB0-59F9DC326D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1640" y="4840684"/>
                <a:ext cx="731520" cy="731520"/>
              </a:xfrm>
              <a:prstGeom prst="rect">
                <a:avLst/>
              </a:prstGeom>
            </p:spPr>
          </p:pic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F1B274D9-2918-9BF8-D1B6-67BBBEDFD9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22043" y="2475851"/>
                <a:ext cx="731520" cy="731520"/>
              </a:xfrm>
              <a:prstGeom prst="rect">
                <a:avLst/>
              </a:prstGeom>
            </p:spPr>
          </p:pic>
        </p:grpSp>
      </p:grp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BAEAEB8-582C-CF64-3021-948542218948}"/>
              </a:ext>
            </a:extLst>
          </p:cNvPr>
          <p:cNvCxnSpPr>
            <a:cxnSpLocks/>
          </p:cNvCxnSpPr>
          <p:nvPr/>
        </p:nvCxnSpPr>
        <p:spPr>
          <a:xfrm flipV="1">
            <a:off x="3677265" y="2401984"/>
            <a:ext cx="3285913" cy="119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794B81F-85D6-19A2-4701-D213497C2F28}"/>
              </a:ext>
            </a:extLst>
          </p:cNvPr>
          <p:cNvCxnSpPr>
            <a:cxnSpLocks/>
          </p:cNvCxnSpPr>
          <p:nvPr/>
        </p:nvCxnSpPr>
        <p:spPr>
          <a:xfrm>
            <a:off x="4414684" y="1627573"/>
            <a:ext cx="2462461" cy="190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573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234-5CFF-4F12-8697-BB42787B7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0605C289-B0F9-9A91-A371-7F2B93FD8A29}"/>
              </a:ext>
            </a:extLst>
          </p:cNvPr>
          <p:cNvSpPr txBox="1">
            <a:spLocks/>
          </p:cNvSpPr>
          <p:nvPr/>
        </p:nvSpPr>
        <p:spPr>
          <a:xfrm>
            <a:off x="5249663" y="1497576"/>
            <a:ext cx="6338916" cy="45400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1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 will use :</a:t>
            </a:r>
            <a:endParaRPr lang="en-US" sz="210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1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*PW </a:t>
            </a:r>
            <a:r>
              <a:rPr lang="en-US" sz="21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 represent Actual Password to Click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1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*RP </a:t>
            </a:r>
            <a:r>
              <a:rPr lang="en-US" sz="21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 represent </a:t>
            </a:r>
            <a:r>
              <a:rPr lang="en-US" sz="21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Registered Password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100" b="1" dirty="0">
                <a:ln w="0"/>
                <a:solidFill>
                  <a:srgbClr val="00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*DI </a:t>
            </a:r>
            <a:r>
              <a:rPr lang="en-US" sz="21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</a:t>
            </a:r>
            <a:r>
              <a:rPr lang="en-US" sz="21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sz="21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represent </a:t>
            </a:r>
            <a:r>
              <a:rPr lang="en-US" sz="2100" dirty="0">
                <a:ln w="0"/>
                <a:solidFill>
                  <a:srgbClr val="00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Registered Direction Indicator</a:t>
            </a:r>
          </a:p>
          <a:p>
            <a:pPr algn="l"/>
            <a:endParaRPr lang="en-US" sz="210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l"/>
            <a:r>
              <a:rPr lang="en-US" sz="21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Tutorial 3 using: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1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 Directions Rules – North, South, East, West, Northeast, Northwest, Southeast, Southwest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1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Will have </a:t>
            </a:r>
            <a:r>
              <a:rPr lang="en-US" sz="21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Normal Case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1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Will have </a:t>
            </a:r>
            <a:r>
              <a:rPr lang="en-US" sz="21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 Special Case (Registered Password </a:t>
            </a:r>
            <a:r>
              <a:rPr lang="en-US" sz="21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is same as</a:t>
            </a:r>
            <a:r>
              <a:rPr lang="en-US" sz="21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Registered Direction Indicator)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CBAB3C-F085-6223-AA52-C8ECF1C37D50}"/>
              </a:ext>
            </a:extLst>
          </p:cNvPr>
          <p:cNvSpPr txBox="1">
            <a:spLocks/>
          </p:cNvSpPr>
          <p:nvPr/>
        </p:nvSpPr>
        <p:spPr>
          <a:xfrm>
            <a:off x="-202920" y="65893"/>
            <a:ext cx="2051060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F8E3E76-639C-FF29-F75D-DF1790AEBF08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965426" y="1709246"/>
            <a:chExt cx="3859863" cy="3893119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6E83529-0EDD-C319-FD92-99CD63035E66}"/>
                </a:ext>
              </a:extLst>
            </p:cNvPr>
            <p:cNvGrpSpPr/>
            <p:nvPr/>
          </p:nvGrpSpPr>
          <p:grpSpPr>
            <a:xfrm>
              <a:off x="965426" y="1709246"/>
              <a:ext cx="3859863" cy="3893119"/>
              <a:chOff x="6929426" y="1679085"/>
              <a:chExt cx="3859863" cy="3893119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CEFAA968-AAF1-4BDF-8B4A-FFFE4756094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2928" y="484068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39BD7C93-2A6C-AB21-7DDF-14C2B2D29C8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69" y="4833601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99C4EECC-0E31-60D6-439A-60F45872EAD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164" y="3272365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74442223-E586-D6C5-5E55-731FB5C3ED6E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5529" y="168816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5E93A680-B39B-ED72-BE0D-BBE0F8DB41A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170129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2A22A2A8-538E-180A-4016-E59EE0E582D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9366" y="3283440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3EE46952-91E9-8F0B-90D3-5C91EFF53F7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6357" y="4046439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7CC2E680-4FB9-7D5F-922E-CE8673A3AD70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53563" y="169784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ABC0B0F3-18EB-4D6C-CCC5-6F002AA5C2E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164" y="247228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68C32866-B8C8-6046-E720-669F1D99808A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60555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0D9EA964-E641-63FB-9431-DB8868F71B8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4720" y="483714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C84EB57B-ED40-5919-7B85-7BB29B15FD4E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90779" y="168131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1A690262-4978-4089-F24F-A6F6D04316F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95426" y="246820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7B67C636-2E96-1F7D-9025-43B647E3859E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901" y="167908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2E741423-79DC-E1C2-322B-849D3ACA0E7D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2484368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12404AB3-587A-7208-1100-2630A6729F7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3267446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E1020498-51B1-860F-7BC3-9616F5938757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69" y="405052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39A6D64C-97B9-1DB9-937E-15B1EA9E287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98785" y="32635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9ED810F7-1F60-87E1-5408-8CF1C526BF0B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7473" y="483891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60D1B29B-AD1D-6BB2-C06C-8A8AD116786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9366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0E8D4A65-F477-CFDB-6BC9-9A3903B833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29426" y="4046439"/>
                <a:ext cx="734469" cy="731520"/>
              </a:xfrm>
              <a:prstGeom prst="rect">
                <a:avLst/>
              </a:prstGeom>
            </p:spPr>
          </p:pic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CA921B55-C42F-AA88-8361-E4ED69AA3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1638" y="4840684"/>
                <a:ext cx="731520" cy="731520"/>
              </a:xfrm>
              <a:prstGeom prst="rect">
                <a:avLst/>
              </a:prstGeom>
            </p:spPr>
          </p:pic>
          <p:pic>
            <p:nvPicPr>
              <p:cNvPr id="55" name="Picture 54">
                <a:extLst>
                  <a:ext uri="{FF2B5EF4-FFF2-40B4-BE49-F238E27FC236}">
                    <a16:creationId xmlns:a16="http://schemas.microsoft.com/office/drawing/2014/main" id="{42692D8F-97FA-D96E-53A9-87C90B00AE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22043" y="2475851"/>
                <a:ext cx="731520" cy="731520"/>
              </a:xfrm>
              <a:prstGeom prst="rect">
                <a:avLst/>
              </a:prstGeom>
            </p:spPr>
          </p:pic>
          <p:pic>
            <p:nvPicPr>
              <p:cNvPr id="57" name="Picture 56">
                <a:extLst>
                  <a:ext uri="{FF2B5EF4-FFF2-40B4-BE49-F238E27FC236}">
                    <a16:creationId xmlns:a16="http://schemas.microsoft.com/office/drawing/2014/main" id="{794F85FC-CA8F-4F90-B4AE-723AF5A5454B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2928" y="3280299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4C3D29B-845E-35AA-7CFD-D6DCB2704C6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08928" y="2512388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C15D97F-431E-C118-78E2-5A55C003C32A}"/>
              </a:ext>
            </a:extLst>
          </p:cNvPr>
          <p:cNvGrpSpPr/>
          <p:nvPr/>
        </p:nvGrpSpPr>
        <p:grpSpPr>
          <a:xfrm>
            <a:off x="965426" y="1706417"/>
            <a:ext cx="3965137" cy="3913271"/>
            <a:chOff x="965426" y="1706417"/>
            <a:chExt cx="3965137" cy="3913271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661E83DF-5C67-922D-BC08-7EF5DF81AD9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4204" y="3309092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0CCF597-2C7B-02B6-2FFF-8B248341C062}"/>
                </a:ext>
              </a:extLst>
            </p:cNvPr>
            <p:cNvGrpSpPr/>
            <p:nvPr/>
          </p:nvGrpSpPr>
          <p:grpSpPr>
            <a:xfrm>
              <a:off x="965426" y="1706417"/>
              <a:ext cx="3859863" cy="3913271"/>
              <a:chOff x="6929426" y="1676256"/>
              <a:chExt cx="3859863" cy="3913271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0C5C527F-A9A8-56BA-AA28-F158F1AD4D8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53563" y="2482227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CE7DA6ED-4958-EF3C-D59A-4AB1B8A2945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69" y="4833601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B0BC8034-7C4A-A451-FC94-492B95ADA88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164" y="3272365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1FD06391-D8B1-98B8-5ED4-27172359BB98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5529" y="168816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E204E380-90A8-3E91-7E3F-0464CEC72A07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170129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3EC9EB9E-5A5A-EB00-C603-DD8FF903261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9366" y="3283440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6BC55D27-D7B0-B4F4-F9D3-D019F989B65A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6357" y="4046439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041855BA-0D4C-554E-76AB-0FDF483C4317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53563" y="169784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47970833-25A9-BDF6-7426-4D7470C1613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164" y="247228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9" name="Picture 38">
                <a:extLst>
                  <a:ext uri="{FF2B5EF4-FFF2-40B4-BE49-F238E27FC236}">
                    <a16:creationId xmlns:a16="http://schemas.microsoft.com/office/drawing/2014/main" id="{A9226DAA-60D3-3B7F-3725-B5BB0BB2FEB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60555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2514CF8B-9BD6-045D-C2C1-22B24B9C369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3215" y="1676256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41" name="Picture 40">
                <a:extLst>
                  <a:ext uri="{FF2B5EF4-FFF2-40B4-BE49-F238E27FC236}">
                    <a16:creationId xmlns:a16="http://schemas.microsoft.com/office/drawing/2014/main" id="{CD3E079F-0D85-DA78-8DF6-8F27BBBA6A68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50917" y="4858007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C9687E26-19E0-F865-DC40-A4295F1EC58D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95426" y="246820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43" name="Picture 42">
                <a:extLst>
                  <a:ext uri="{FF2B5EF4-FFF2-40B4-BE49-F238E27FC236}">
                    <a16:creationId xmlns:a16="http://schemas.microsoft.com/office/drawing/2014/main" id="{33CC5DBB-1E4F-5CC1-8FDA-043939D2875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901" y="1679085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B495A730-4675-F4F9-E5BC-EDABDCE92628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15086" y="4833601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10DDBC9-0BF0-AD3C-1218-F8421EEF5CF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3267446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46" name="Picture 45">
                <a:extLst>
                  <a:ext uri="{FF2B5EF4-FFF2-40B4-BE49-F238E27FC236}">
                    <a16:creationId xmlns:a16="http://schemas.microsoft.com/office/drawing/2014/main" id="{5B5CCF77-480E-4D2C-2E08-51EEDAC458ED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69" y="405052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47" name="Picture 46">
                <a:extLst>
                  <a:ext uri="{FF2B5EF4-FFF2-40B4-BE49-F238E27FC236}">
                    <a16:creationId xmlns:a16="http://schemas.microsoft.com/office/drawing/2014/main" id="{FCEE9CA7-1544-0902-AA5B-263FFD86A0E0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98785" y="32635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479E4835-1887-506B-BE1A-F3AD82521F8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7473" y="4838914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53" name="Picture 52">
                <a:extLst>
                  <a:ext uri="{FF2B5EF4-FFF2-40B4-BE49-F238E27FC236}">
                    <a16:creationId xmlns:a16="http://schemas.microsoft.com/office/drawing/2014/main" id="{5AB138DE-A142-7F42-FF04-41D8BBED1641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9366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BF2D18AB-E58D-B922-7671-337247F869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29426" y="4046439"/>
                <a:ext cx="734469" cy="731520"/>
              </a:xfrm>
              <a:prstGeom prst="rect">
                <a:avLst/>
              </a:prstGeom>
            </p:spPr>
          </p:pic>
          <p:pic>
            <p:nvPicPr>
              <p:cNvPr id="58" name="Picture 57">
                <a:extLst>
                  <a:ext uri="{FF2B5EF4-FFF2-40B4-BE49-F238E27FC236}">
                    <a16:creationId xmlns:a16="http://schemas.microsoft.com/office/drawing/2014/main" id="{5A15F611-490F-0EF7-08E0-4E1FC56436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1638" y="4840684"/>
                <a:ext cx="731520" cy="731520"/>
              </a:xfrm>
              <a:prstGeom prst="rect">
                <a:avLst/>
              </a:prstGeom>
            </p:spPr>
          </p:pic>
          <p:pic>
            <p:nvPicPr>
              <p:cNvPr id="59" name="Picture 58">
                <a:extLst>
                  <a:ext uri="{FF2B5EF4-FFF2-40B4-BE49-F238E27FC236}">
                    <a16:creationId xmlns:a16="http://schemas.microsoft.com/office/drawing/2014/main" id="{32EAF4BA-C538-373C-9FD6-E3530C4C1B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22043" y="2475851"/>
                <a:ext cx="731520" cy="731520"/>
              </a:xfrm>
              <a:prstGeom prst="rect">
                <a:avLst/>
              </a:prstGeom>
            </p:spPr>
          </p:pic>
          <p:pic>
            <p:nvPicPr>
              <p:cNvPr id="60" name="Picture 59">
                <a:extLst>
                  <a:ext uri="{FF2B5EF4-FFF2-40B4-BE49-F238E27FC236}">
                    <a16:creationId xmlns:a16="http://schemas.microsoft.com/office/drawing/2014/main" id="{439F45B7-02E5-508A-2420-41E68BB3A479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2475851"/>
                <a:ext cx="731520" cy="731520"/>
              </a:xfrm>
              <a:prstGeom prst="rect">
                <a:avLst/>
              </a:prstGeom>
              <a:ln w="38100">
                <a:solidFill>
                  <a:srgbClr val="FF0000"/>
                </a:solidFill>
              </a:ln>
              <a:effectLst>
                <a:softEdge rad="0"/>
              </a:effectLst>
            </p:spPr>
          </p:pic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FEFE7E5-E467-F68A-EBFE-C5FFA35781D6}"/>
                </a:ext>
              </a:extLst>
            </p:cNvPr>
            <p:cNvSpPr txBox="1"/>
            <p:nvPr/>
          </p:nvSpPr>
          <p:spPr>
            <a:xfrm>
              <a:off x="4367588" y="2911241"/>
              <a:ext cx="5629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highlight>
                    <a:srgbClr val="FF0000"/>
                  </a:highlight>
                </a:rPr>
                <a:t>*RP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3550EC5-4936-F997-8E7D-71BBD2245FFD}"/>
                </a:ext>
              </a:extLst>
            </p:cNvPr>
            <p:cNvSpPr txBox="1"/>
            <p:nvPr/>
          </p:nvSpPr>
          <p:spPr>
            <a:xfrm>
              <a:off x="3668923" y="3719590"/>
              <a:ext cx="5084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highlight>
                    <a:srgbClr val="00FF00"/>
                  </a:highlight>
                </a:rPr>
                <a:t>*DI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5AB9B2E-499F-91B6-72ED-23553DD6BB1E}"/>
                </a:ext>
              </a:extLst>
            </p:cNvPr>
            <p:cNvSpPr txBox="1"/>
            <p:nvPr/>
          </p:nvSpPr>
          <p:spPr>
            <a:xfrm>
              <a:off x="3535142" y="3279896"/>
              <a:ext cx="6284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highlight>
                    <a:srgbClr val="000000"/>
                  </a:highlight>
                </a:rPr>
                <a:t>*PW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13486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9A2D0-CEC0-0E2D-F07F-1BD1C0824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DEBA253D-D83F-AFBC-0B2C-B05551E45E09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5010A416-14B2-378E-6AB2-8C1802BD8911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4149214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 Example</a:t>
            </a:r>
          </a:p>
        </p:txBody>
      </p: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27C0A225-1430-E470-764F-69CABD203006}"/>
              </a:ext>
            </a:extLst>
          </p:cNvPr>
          <p:cNvGrpSpPr/>
          <p:nvPr/>
        </p:nvGrpSpPr>
        <p:grpSpPr>
          <a:xfrm>
            <a:off x="1558337" y="1167350"/>
            <a:ext cx="9075325" cy="5009148"/>
            <a:chOff x="485062" y="803556"/>
            <a:chExt cx="9075325" cy="500914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675118E-AC75-08DE-2101-34E695F275C1}"/>
                </a:ext>
              </a:extLst>
            </p:cNvPr>
            <p:cNvGrpSpPr/>
            <p:nvPr/>
          </p:nvGrpSpPr>
          <p:grpSpPr>
            <a:xfrm>
              <a:off x="485062" y="803556"/>
              <a:ext cx="2161279" cy="2313905"/>
              <a:chOff x="965426" y="1709246"/>
              <a:chExt cx="3859863" cy="3893119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DD85A3A5-8CD6-9C19-D174-907405EAA294}"/>
                  </a:ext>
                </a:extLst>
              </p:cNvPr>
              <p:cNvGrpSpPr/>
              <p:nvPr/>
            </p:nvGrpSpPr>
            <p:grpSpPr>
              <a:xfrm>
                <a:off x="965426" y="1709246"/>
                <a:ext cx="3859863" cy="3893119"/>
                <a:chOff x="6929426" y="1679085"/>
                <a:chExt cx="3859863" cy="389311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38AD75D7-A486-1119-AE61-D9582952B28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2928" y="4840684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ECB1F237-78ED-FE54-D6F5-F150FFDCB91D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4369" y="4833601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6" name="Picture 15">
                  <a:extLst>
                    <a:ext uri="{FF2B5EF4-FFF2-40B4-BE49-F238E27FC236}">
                      <a16:creationId xmlns:a16="http://schemas.microsoft.com/office/drawing/2014/main" id="{906C0AFF-0DE6-F229-81BE-4B200835C50B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3272365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21FCAF94-76E7-B495-F3C9-3300E15EFB70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75529" y="168816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32" name="Picture 131">
                  <a:extLst>
                    <a:ext uri="{FF2B5EF4-FFF2-40B4-BE49-F238E27FC236}">
                      <a16:creationId xmlns:a16="http://schemas.microsoft.com/office/drawing/2014/main" id="{FBB62285-3D68-2222-872E-8092A60DFCB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1701290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33" name="Picture 132">
                  <a:extLst>
                    <a:ext uri="{FF2B5EF4-FFF2-40B4-BE49-F238E27FC236}">
                      <a16:creationId xmlns:a16="http://schemas.microsoft.com/office/drawing/2014/main" id="{4134D3D5-3C8C-F6C7-D4B5-C3DF8BDB8C39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3283440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134" name="Picture 133">
                  <a:extLst>
                    <a:ext uri="{FF2B5EF4-FFF2-40B4-BE49-F238E27FC236}">
                      <a16:creationId xmlns:a16="http://schemas.microsoft.com/office/drawing/2014/main" id="{64CE2388-FE5E-6F1A-658A-D79CFD9281A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6357" y="4046439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135" name="Picture 134">
                  <a:extLst>
                    <a:ext uri="{FF2B5EF4-FFF2-40B4-BE49-F238E27FC236}">
                      <a16:creationId xmlns:a16="http://schemas.microsoft.com/office/drawing/2014/main" id="{BCD50CFB-4B4B-7F90-9BCA-BF779A31450A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3563" y="169784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36" name="Picture 135">
                  <a:extLst>
                    <a:ext uri="{FF2B5EF4-FFF2-40B4-BE49-F238E27FC236}">
                      <a16:creationId xmlns:a16="http://schemas.microsoft.com/office/drawing/2014/main" id="{72CD054D-C15E-D58E-B5D8-A23841A96CC9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247228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37" name="Picture 136">
                  <a:extLst>
                    <a:ext uri="{FF2B5EF4-FFF2-40B4-BE49-F238E27FC236}">
                      <a16:creationId xmlns:a16="http://schemas.microsoft.com/office/drawing/2014/main" id="{5A163798-8B20-34F5-593B-B966D4EDE4B4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60555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38" name="Picture 137">
                  <a:extLst>
                    <a:ext uri="{FF2B5EF4-FFF2-40B4-BE49-F238E27FC236}">
                      <a16:creationId xmlns:a16="http://schemas.microsoft.com/office/drawing/2014/main" id="{0426E183-C8C2-B08F-53B9-8B2C1964A151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4720" y="483714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39" name="Picture 138">
                  <a:extLst>
                    <a:ext uri="{FF2B5EF4-FFF2-40B4-BE49-F238E27FC236}">
                      <a16:creationId xmlns:a16="http://schemas.microsoft.com/office/drawing/2014/main" id="{5692AADD-B8A6-0B5E-D5F5-0B3DF17ADC0D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90779" y="168131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40" name="Picture 139">
                  <a:extLst>
                    <a:ext uri="{FF2B5EF4-FFF2-40B4-BE49-F238E27FC236}">
                      <a16:creationId xmlns:a16="http://schemas.microsoft.com/office/drawing/2014/main" id="{9EBAC082-43A4-B553-5704-CFA44D1AFC3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95426" y="246820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41" name="Picture 140">
                  <a:extLst>
                    <a:ext uri="{FF2B5EF4-FFF2-40B4-BE49-F238E27FC236}">
                      <a16:creationId xmlns:a16="http://schemas.microsoft.com/office/drawing/2014/main" id="{A2717BFB-5B26-329B-D754-3FD5A4EBF244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901" y="167908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42" name="Picture 141">
                  <a:extLst>
                    <a:ext uri="{FF2B5EF4-FFF2-40B4-BE49-F238E27FC236}">
                      <a16:creationId xmlns:a16="http://schemas.microsoft.com/office/drawing/2014/main" id="{907418EC-068F-BBA1-C2AE-D1C6A5F63601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2484368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43" name="Picture 142">
                  <a:extLst>
                    <a:ext uri="{FF2B5EF4-FFF2-40B4-BE49-F238E27FC236}">
                      <a16:creationId xmlns:a16="http://schemas.microsoft.com/office/drawing/2014/main" id="{00E06841-38BF-751A-DF44-9EF51C9FBC69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3267446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44" name="Picture 143">
                  <a:extLst>
                    <a:ext uri="{FF2B5EF4-FFF2-40B4-BE49-F238E27FC236}">
                      <a16:creationId xmlns:a16="http://schemas.microsoft.com/office/drawing/2014/main" id="{F566E327-5DAE-AE03-3A6C-0265826BE702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4369" y="4050524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45" name="Picture 144">
                  <a:extLst>
                    <a:ext uri="{FF2B5EF4-FFF2-40B4-BE49-F238E27FC236}">
                      <a16:creationId xmlns:a16="http://schemas.microsoft.com/office/drawing/2014/main" id="{3CE81F5E-3866-16FE-2337-BFBEBB40AB3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98785" y="32635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46" name="Picture 145">
                  <a:extLst>
                    <a:ext uri="{FF2B5EF4-FFF2-40B4-BE49-F238E27FC236}">
                      <a16:creationId xmlns:a16="http://schemas.microsoft.com/office/drawing/2014/main" id="{6421A1EF-61D4-A81E-7236-115BB0CC4CE9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7473" y="4838914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47" name="Picture 146">
                  <a:extLst>
                    <a:ext uri="{FF2B5EF4-FFF2-40B4-BE49-F238E27FC236}">
                      <a16:creationId xmlns:a16="http://schemas.microsoft.com/office/drawing/2014/main" id="{0B3DC7FB-04EA-9B99-C6B1-0838778AF3F0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A0EB0E84-A422-1574-9BCF-C1763B3AEB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29426" y="4046439"/>
                  <a:ext cx="734469" cy="731520"/>
                </a:xfrm>
                <a:prstGeom prst="rect">
                  <a:avLst/>
                </a:prstGeom>
              </p:spPr>
            </p:pic>
            <p:pic>
              <p:nvPicPr>
                <p:cNvPr id="149" name="Picture 148">
                  <a:extLst>
                    <a:ext uri="{FF2B5EF4-FFF2-40B4-BE49-F238E27FC236}">
                      <a16:creationId xmlns:a16="http://schemas.microsoft.com/office/drawing/2014/main" id="{E9E4D03A-7E2A-D683-5428-8A678512F0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1638" y="4840684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150" name="Picture 149">
                  <a:extLst>
                    <a:ext uri="{FF2B5EF4-FFF2-40B4-BE49-F238E27FC236}">
                      <a16:creationId xmlns:a16="http://schemas.microsoft.com/office/drawing/2014/main" id="{03B1369A-02B0-2756-620F-CFF416DE8B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522043" y="2475851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151" name="Picture 150">
                  <a:extLst>
                    <a:ext uri="{FF2B5EF4-FFF2-40B4-BE49-F238E27FC236}">
                      <a16:creationId xmlns:a16="http://schemas.microsoft.com/office/drawing/2014/main" id="{FEC540F2-EDB2-80ED-BE1D-52AAA3F691E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2928" y="3280299"/>
                  <a:ext cx="731520" cy="731520"/>
                </a:xfrm>
                <a:prstGeom prst="rect">
                  <a:avLst/>
                </a:prstGeom>
                <a:ln w="38100">
                  <a:solidFill>
                    <a:srgbClr val="FF0000"/>
                  </a:solidFill>
                </a:ln>
                <a:effectLst>
                  <a:softEdge rad="0"/>
                </a:effectLst>
              </p:spPr>
            </p:pic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40A725-B20F-2D97-1DC3-499B43F0454C}"/>
                  </a:ext>
                </a:extLst>
              </p:cNvPr>
              <p:cNvSpPr txBox="1"/>
              <p:nvPr/>
            </p:nvSpPr>
            <p:spPr>
              <a:xfrm>
                <a:off x="3575373" y="3736705"/>
                <a:ext cx="515883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FF0000"/>
                    </a:highlight>
                  </a:rPr>
                  <a:t>*RP</a:t>
                </a:r>
              </a:p>
            </p:txBody>
          </p:sp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4C17B5A1-543D-FC02-5F9B-A73DC7D4DCC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308928" y="2512388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71BDA4E-25D1-89E1-F4E8-0A0A5C703A5A}"/>
                  </a:ext>
                </a:extLst>
              </p:cNvPr>
              <p:cNvSpPr txBox="1"/>
              <p:nvPr/>
            </p:nvSpPr>
            <p:spPr>
              <a:xfrm>
                <a:off x="3217739" y="2459373"/>
                <a:ext cx="550237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*PW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211BEB-B17F-37E4-8CF9-60471CE1FAAE}"/>
                  </a:ext>
                </a:extLst>
              </p:cNvPr>
              <p:cNvSpPr txBox="1"/>
              <p:nvPr/>
            </p:nvSpPr>
            <p:spPr>
              <a:xfrm>
                <a:off x="3641450" y="2956867"/>
                <a:ext cx="487255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FF00"/>
                    </a:highlight>
                  </a:rPr>
                  <a:t>*DI</a:t>
                </a:r>
              </a:p>
            </p:txBody>
          </p:sp>
        </p:grp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5A9BC712-9ECE-8BB2-A16B-A58633125CB8}"/>
                </a:ext>
              </a:extLst>
            </p:cNvPr>
            <p:cNvGrpSpPr/>
            <p:nvPr/>
          </p:nvGrpSpPr>
          <p:grpSpPr>
            <a:xfrm>
              <a:off x="2744103" y="810449"/>
              <a:ext cx="2161279" cy="2313904"/>
              <a:chOff x="965426" y="1709246"/>
              <a:chExt cx="3859863" cy="3893119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B233DCC5-60B8-751A-97B3-BB1E8AD93BC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96555" y="486376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485564C0-6772-EE8A-8241-ADA90229E412}"/>
                  </a:ext>
                </a:extLst>
              </p:cNvPr>
              <p:cNvGrpSpPr/>
              <p:nvPr/>
            </p:nvGrpSpPr>
            <p:grpSpPr>
              <a:xfrm>
                <a:off x="965426" y="1709246"/>
                <a:ext cx="3859863" cy="3893119"/>
                <a:chOff x="6929426" y="1679085"/>
                <a:chExt cx="3859863" cy="3893119"/>
              </a:xfrm>
            </p:grpSpPr>
            <p:pic>
              <p:nvPicPr>
                <p:cNvPr id="158" name="Picture 157">
                  <a:extLst>
                    <a:ext uri="{FF2B5EF4-FFF2-40B4-BE49-F238E27FC236}">
                      <a16:creationId xmlns:a16="http://schemas.microsoft.com/office/drawing/2014/main" id="{3367AE34-24F6-68A4-8052-44DBF5F9EDD5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3563" y="2482227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59" name="Picture 158">
                  <a:extLst>
                    <a:ext uri="{FF2B5EF4-FFF2-40B4-BE49-F238E27FC236}">
                      <a16:creationId xmlns:a16="http://schemas.microsoft.com/office/drawing/2014/main" id="{AFA8E1EC-9085-8DEA-3BE7-B661618D3084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4369" y="4833601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60" name="Picture 159">
                  <a:extLst>
                    <a:ext uri="{FF2B5EF4-FFF2-40B4-BE49-F238E27FC236}">
                      <a16:creationId xmlns:a16="http://schemas.microsoft.com/office/drawing/2014/main" id="{1C667251-40B8-8A90-A709-EB2BE4221C09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3272365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161" name="Picture 160">
                  <a:extLst>
                    <a:ext uri="{FF2B5EF4-FFF2-40B4-BE49-F238E27FC236}">
                      <a16:creationId xmlns:a16="http://schemas.microsoft.com/office/drawing/2014/main" id="{DE478819-0310-BB3B-1D7E-140E96BE6F4E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75529" y="168816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66" name="Picture 165">
                  <a:extLst>
                    <a:ext uri="{FF2B5EF4-FFF2-40B4-BE49-F238E27FC236}">
                      <a16:creationId xmlns:a16="http://schemas.microsoft.com/office/drawing/2014/main" id="{0243AB3E-3EE5-09FB-6F1B-9B71F0E108E0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1701290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67" name="Picture 166">
                  <a:extLst>
                    <a:ext uri="{FF2B5EF4-FFF2-40B4-BE49-F238E27FC236}">
                      <a16:creationId xmlns:a16="http://schemas.microsoft.com/office/drawing/2014/main" id="{84C59568-6F3E-4BCF-3C30-6A5BC5BE33FA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3283440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168" name="Picture 167">
                  <a:extLst>
                    <a:ext uri="{FF2B5EF4-FFF2-40B4-BE49-F238E27FC236}">
                      <a16:creationId xmlns:a16="http://schemas.microsoft.com/office/drawing/2014/main" id="{E2D5B44C-4A82-353B-F6E7-E5C93A1D287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6357" y="4046439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169" name="Picture 168">
                  <a:extLst>
                    <a:ext uri="{FF2B5EF4-FFF2-40B4-BE49-F238E27FC236}">
                      <a16:creationId xmlns:a16="http://schemas.microsoft.com/office/drawing/2014/main" id="{1D57BA40-240D-1E28-606A-7B695FD0A29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3563" y="169784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70" name="Picture 169">
                  <a:extLst>
                    <a:ext uri="{FF2B5EF4-FFF2-40B4-BE49-F238E27FC236}">
                      <a16:creationId xmlns:a16="http://schemas.microsoft.com/office/drawing/2014/main" id="{574A0457-7E8C-AFAD-45D2-FB370B9B8874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247228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71" name="Picture 170">
                  <a:extLst>
                    <a:ext uri="{FF2B5EF4-FFF2-40B4-BE49-F238E27FC236}">
                      <a16:creationId xmlns:a16="http://schemas.microsoft.com/office/drawing/2014/main" id="{D725B4FC-BD59-A60D-F5DE-985B4338729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60555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72" name="Picture 171">
                  <a:extLst>
                    <a:ext uri="{FF2B5EF4-FFF2-40B4-BE49-F238E27FC236}">
                      <a16:creationId xmlns:a16="http://schemas.microsoft.com/office/drawing/2014/main" id="{B1B8BC60-501A-8F43-142F-91CBFCAD23C4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4720" y="483714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73" name="Picture 172">
                  <a:extLst>
                    <a:ext uri="{FF2B5EF4-FFF2-40B4-BE49-F238E27FC236}">
                      <a16:creationId xmlns:a16="http://schemas.microsoft.com/office/drawing/2014/main" id="{C0D0B65A-B609-8CBA-E01E-DEB1F76AC4C4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90779" y="168131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74" name="Picture 173">
                  <a:extLst>
                    <a:ext uri="{FF2B5EF4-FFF2-40B4-BE49-F238E27FC236}">
                      <a16:creationId xmlns:a16="http://schemas.microsoft.com/office/drawing/2014/main" id="{63C6D30A-C305-48D0-5182-3B0644C2AAA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95426" y="246820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75" name="Picture 174">
                  <a:extLst>
                    <a:ext uri="{FF2B5EF4-FFF2-40B4-BE49-F238E27FC236}">
                      <a16:creationId xmlns:a16="http://schemas.microsoft.com/office/drawing/2014/main" id="{69C1279E-ACA8-215D-5ED6-CCB0B7DEEC0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901" y="167908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76" name="Picture 175">
                  <a:extLst>
                    <a:ext uri="{FF2B5EF4-FFF2-40B4-BE49-F238E27FC236}">
                      <a16:creationId xmlns:a16="http://schemas.microsoft.com/office/drawing/2014/main" id="{D3BC8243-6748-AA7F-476A-E0748F34880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2484368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77" name="Picture 176">
                  <a:extLst>
                    <a:ext uri="{FF2B5EF4-FFF2-40B4-BE49-F238E27FC236}">
                      <a16:creationId xmlns:a16="http://schemas.microsoft.com/office/drawing/2014/main" id="{BF3F1D16-17DB-6882-83A3-F8D275236368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3267446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78" name="Picture 177">
                  <a:extLst>
                    <a:ext uri="{FF2B5EF4-FFF2-40B4-BE49-F238E27FC236}">
                      <a16:creationId xmlns:a16="http://schemas.microsoft.com/office/drawing/2014/main" id="{91CC37B2-07CF-26B2-4B6A-514BEC4A7F4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4369" y="4050524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79" name="Picture 178">
                  <a:extLst>
                    <a:ext uri="{FF2B5EF4-FFF2-40B4-BE49-F238E27FC236}">
                      <a16:creationId xmlns:a16="http://schemas.microsoft.com/office/drawing/2014/main" id="{C1446BB2-95BA-8BA9-5F0B-F3F5A58E4DF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98785" y="32635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80" name="Picture 179">
                  <a:extLst>
                    <a:ext uri="{FF2B5EF4-FFF2-40B4-BE49-F238E27FC236}">
                      <a16:creationId xmlns:a16="http://schemas.microsoft.com/office/drawing/2014/main" id="{B21CC939-458A-9976-9256-7473456011B0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7473" y="4838914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81" name="Picture 180">
                  <a:extLst>
                    <a:ext uri="{FF2B5EF4-FFF2-40B4-BE49-F238E27FC236}">
                      <a16:creationId xmlns:a16="http://schemas.microsoft.com/office/drawing/2014/main" id="{C9906074-5D6C-CD04-3A9F-F1C62F96F1A1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82" name="Picture 181">
                  <a:extLst>
                    <a:ext uri="{FF2B5EF4-FFF2-40B4-BE49-F238E27FC236}">
                      <a16:creationId xmlns:a16="http://schemas.microsoft.com/office/drawing/2014/main" id="{76C05615-B691-6D59-C8A9-BE1ACE70894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29426" y="4046439"/>
                  <a:ext cx="734469" cy="731520"/>
                </a:xfrm>
                <a:prstGeom prst="rect">
                  <a:avLst/>
                </a:prstGeom>
              </p:spPr>
            </p:pic>
            <p:pic>
              <p:nvPicPr>
                <p:cNvPr id="183" name="Picture 182">
                  <a:extLst>
                    <a:ext uri="{FF2B5EF4-FFF2-40B4-BE49-F238E27FC236}">
                      <a16:creationId xmlns:a16="http://schemas.microsoft.com/office/drawing/2014/main" id="{2BDACDD4-9819-AB90-E716-B93F76D2280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1638" y="4840684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184" name="Picture 183">
                  <a:extLst>
                    <a:ext uri="{FF2B5EF4-FFF2-40B4-BE49-F238E27FC236}">
                      <a16:creationId xmlns:a16="http://schemas.microsoft.com/office/drawing/2014/main" id="{F1FCD4B5-D54D-D70C-01C0-4A34AB6C85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522043" y="2475851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185" name="Picture 184">
                  <a:extLst>
                    <a:ext uri="{FF2B5EF4-FFF2-40B4-BE49-F238E27FC236}">
                      <a16:creationId xmlns:a16="http://schemas.microsoft.com/office/drawing/2014/main" id="{CA2632A0-A764-779A-0B35-36D86456F7E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2928" y="3280299"/>
                  <a:ext cx="731520" cy="731520"/>
                </a:xfrm>
                <a:prstGeom prst="rect">
                  <a:avLst/>
                </a:prstGeom>
                <a:ln w="38100">
                  <a:solidFill>
                    <a:srgbClr val="FF0000"/>
                  </a:solidFill>
                </a:ln>
                <a:effectLst>
                  <a:softEdge rad="0"/>
                </a:effectLst>
              </p:spPr>
            </p:pic>
          </p:grp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B0EE1AE6-4A9A-BFCA-E280-E6FB6D095793}"/>
                  </a:ext>
                </a:extLst>
              </p:cNvPr>
              <p:cNvSpPr txBox="1"/>
              <p:nvPr/>
            </p:nvSpPr>
            <p:spPr>
              <a:xfrm>
                <a:off x="3575373" y="3736706"/>
                <a:ext cx="515883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FF0000"/>
                    </a:highlight>
                  </a:rPr>
                  <a:t>*RP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78D25CA1-B32F-A371-D2D6-6E005B31363C}"/>
                  </a:ext>
                </a:extLst>
              </p:cNvPr>
              <p:cNvSpPr txBox="1"/>
              <p:nvPr/>
            </p:nvSpPr>
            <p:spPr>
              <a:xfrm>
                <a:off x="3641275" y="5274260"/>
                <a:ext cx="487255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FF00"/>
                    </a:highlight>
                  </a:rPr>
                  <a:t>*DI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B8630A60-BE6A-6198-7ABD-CE5CD02A286C}"/>
                  </a:ext>
                </a:extLst>
              </p:cNvPr>
              <p:cNvSpPr txBox="1"/>
              <p:nvPr/>
            </p:nvSpPr>
            <p:spPr>
              <a:xfrm>
                <a:off x="3499427" y="4501513"/>
                <a:ext cx="550237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0000"/>
                    </a:highlight>
                  </a:rPr>
                  <a:t>*PW</a:t>
                </a:r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440EEE9E-EE4D-043F-B058-5D27103D3E43}"/>
                </a:ext>
              </a:extLst>
            </p:cNvPr>
            <p:cNvGrpSpPr/>
            <p:nvPr/>
          </p:nvGrpSpPr>
          <p:grpSpPr>
            <a:xfrm>
              <a:off x="5040343" y="814658"/>
              <a:ext cx="2161279" cy="2313905"/>
              <a:chOff x="965426" y="1709246"/>
              <a:chExt cx="3859863" cy="3893119"/>
            </a:xfrm>
          </p:grpSpPr>
          <p:pic>
            <p:nvPicPr>
              <p:cNvPr id="187" name="Picture 186">
                <a:extLst>
                  <a:ext uri="{FF2B5EF4-FFF2-40B4-BE49-F238E27FC236}">
                    <a16:creationId xmlns:a16="http://schemas.microsoft.com/office/drawing/2014/main" id="{5F3C0D7D-21C9-7300-641A-1B095162C21A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96555" y="486376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61508AF5-0053-3781-CBCF-4114E901F000}"/>
                  </a:ext>
                </a:extLst>
              </p:cNvPr>
              <p:cNvGrpSpPr/>
              <p:nvPr/>
            </p:nvGrpSpPr>
            <p:grpSpPr>
              <a:xfrm>
                <a:off x="965426" y="1709246"/>
                <a:ext cx="3859863" cy="3893119"/>
                <a:chOff x="6929426" y="1679085"/>
                <a:chExt cx="3859863" cy="3893119"/>
              </a:xfrm>
            </p:grpSpPr>
            <p:pic>
              <p:nvPicPr>
                <p:cNvPr id="192" name="Picture 191">
                  <a:extLst>
                    <a:ext uri="{FF2B5EF4-FFF2-40B4-BE49-F238E27FC236}">
                      <a16:creationId xmlns:a16="http://schemas.microsoft.com/office/drawing/2014/main" id="{20719B39-481F-023E-6EE4-184B0282F5E7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3563" y="2482227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93" name="Picture 192">
                  <a:extLst>
                    <a:ext uri="{FF2B5EF4-FFF2-40B4-BE49-F238E27FC236}">
                      <a16:creationId xmlns:a16="http://schemas.microsoft.com/office/drawing/2014/main" id="{67F9BAE3-B283-25A8-A177-B26D96821395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4369" y="4833601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94" name="Picture 193">
                  <a:extLst>
                    <a:ext uri="{FF2B5EF4-FFF2-40B4-BE49-F238E27FC236}">
                      <a16:creationId xmlns:a16="http://schemas.microsoft.com/office/drawing/2014/main" id="{70A7D8E2-33BC-2648-FCAF-8218AE595776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3272365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195" name="Picture 194">
                  <a:extLst>
                    <a:ext uri="{FF2B5EF4-FFF2-40B4-BE49-F238E27FC236}">
                      <a16:creationId xmlns:a16="http://schemas.microsoft.com/office/drawing/2014/main" id="{B0497740-EB17-0920-CAED-E724983C771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75529" y="168816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96" name="Picture 195">
                  <a:extLst>
                    <a:ext uri="{FF2B5EF4-FFF2-40B4-BE49-F238E27FC236}">
                      <a16:creationId xmlns:a16="http://schemas.microsoft.com/office/drawing/2014/main" id="{E4B4891B-A1DB-D451-0ACD-A70CC201E554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1701290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197" name="Picture 196">
                  <a:extLst>
                    <a:ext uri="{FF2B5EF4-FFF2-40B4-BE49-F238E27FC236}">
                      <a16:creationId xmlns:a16="http://schemas.microsoft.com/office/drawing/2014/main" id="{BF31EF8D-A50A-126F-276D-8A0B0031D148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3283440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198" name="Picture 197">
                  <a:extLst>
                    <a:ext uri="{FF2B5EF4-FFF2-40B4-BE49-F238E27FC236}">
                      <a16:creationId xmlns:a16="http://schemas.microsoft.com/office/drawing/2014/main" id="{6CAC6FDE-D60A-644D-F833-2D0FF7EA3809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6357" y="4046439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199" name="Picture 198">
                  <a:extLst>
                    <a:ext uri="{FF2B5EF4-FFF2-40B4-BE49-F238E27FC236}">
                      <a16:creationId xmlns:a16="http://schemas.microsoft.com/office/drawing/2014/main" id="{6D0E0E2A-9DC6-2EE4-2F31-2F84E68C7814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3563" y="169784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00" name="Picture 199">
                  <a:extLst>
                    <a:ext uri="{FF2B5EF4-FFF2-40B4-BE49-F238E27FC236}">
                      <a16:creationId xmlns:a16="http://schemas.microsoft.com/office/drawing/2014/main" id="{AAD79DCA-3024-F0F9-7B85-8F32DC1054AB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247228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01" name="Picture 200">
                  <a:extLst>
                    <a:ext uri="{FF2B5EF4-FFF2-40B4-BE49-F238E27FC236}">
                      <a16:creationId xmlns:a16="http://schemas.microsoft.com/office/drawing/2014/main" id="{BA08199E-7CEB-B486-F206-6D4EF4DA030A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60555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02" name="Picture 201">
                  <a:extLst>
                    <a:ext uri="{FF2B5EF4-FFF2-40B4-BE49-F238E27FC236}">
                      <a16:creationId xmlns:a16="http://schemas.microsoft.com/office/drawing/2014/main" id="{C4176296-8D9C-9A65-7765-F884559556D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60555" y="3283440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03" name="Picture 202">
                  <a:extLst>
                    <a:ext uri="{FF2B5EF4-FFF2-40B4-BE49-F238E27FC236}">
                      <a16:creationId xmlns:a16="http://schemas.microsoft.com/office/drawing/2014/main" id="{FEFB4266-D4A7-2CE3-CAE5-FDB5C1FB6FB6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90779" y="168131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04" name="Picture 203">
                  <a:extLst>
                    <a:ext uri="{FF2B5EF4-FFF2-40B4-BE49-F238E27FC236}">
                      <a16:creationId xmlns:a16="http://schemas.microsoft.com/office/drawing/2014/main" id="{A7B09BE8-CB99-0982-1E75-551D37E72074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95426" y="246820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05" name="Picture 204">
                  <a:extLst>
                    <a:ext uri="{FF2B5EF4-FFF2-40B4-BE49-F238E27FC236}">
                      <a16:creationId xmlns:a16="http://schemas.microsoft.com/office/drawing/2014/main" id="{B016F33C-FC44-8637-7493-000BCDE4C5A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901" y="167908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06" name="Picture 205">
                  <a:extLst>
                    <a:ext uri="{FF2B5EF4-FFF2-40B4-BE49-F238E27FC236}">
                      <a16:creationId xmlns:a16="http://schemas.microsoft.com/office/drawing/2014/main" id="{6C262DEE-B885-0F0C-CC06-340DC5FB8CB8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2484368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07" name="Picture 206">
                  <a:extLst>
                    <a:ext uri="{FF2B5EF4-FFF2-40B4-BE49-F238E27FC236}">
                      <a16:creationId xmlns:a16="http://schemas.microsoft.com/office/drawing/2014/main" id="{32419CD8-5AAD-A69A-0458-14A1C4B36E20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3267446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08" name="Picture 207">
                  <a:extLst>
                    <a:ext uri="{FF2B5EF4-FFF2-40B4-BE49-F238E27FC236}">
                      <a16:creationId xmlns:a16="http://schemas.microsoft.com/office/drawing/2014/main" id="{8DAB701A-5BE6-8D8E-5090-97BD48984C0E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4369" y="4050524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09" name="Picture 208">
                  <a:extLst>
                    <a:ext uri="{FF2B5EF4-FFF2-40B4-BE49-F238E27FC236}">
                      <a16:creationId xmlns:a16="http://schemas.microsoft.com/office/drawing/2014/main" id="{91D7722B-3CEE-B510-9F22-283C2C29190D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98785" y="32635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10" name="Picture 209">
                  <a:extLst>
                    <a:ext uri="{FF2B5EF4-FFF2-40B4-BE49-F238E27FC236}">
                      <a16:creationId xmlns:a16="http://schemas.microsoft.com/office/drawing/2014/main" id="{9AEC9D6F-94F8-DFF6-6DC7-CD94E87EE5C5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7473" y="4838914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11" name="Picture 210">
                  <a:extLst>
                    <a:ext uri="{FF2B5EF4-FFF2-40B4-BE49-F238E27FC236}">
                      <a16:creationId xmlns:a16="http://schemas.microsoft.com/office/drawing/2014/main" id="{C3936980-ABE0-92E5-E61D-90012D436A30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12" name="Picture 211">
                  <a:extLst>
                    <a:ext uri="{FF2B5EF4-FFF2-40B4-BE49-F238E27FC236}">
                      <a16:creationId xmlns:a16="http://schemas.microsoft.com/office/drawing/2014/main" id="{FEABD1A8-473C-8615-71A0-24614965B1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29426" y="4046439"/>
                  <a:ext cx="734469" cy="731520"/>
                </a:xfrm>
                <a:prstGeom prst="rect">
                  <a:avLst/>
                </a:prstGeom>
              </p:spPr>
            </p:pic>
            <p:pic>
              <p:nvPicPr>
                <p:cNvPr id="213" name="Picture 212">
                  <a:extLst>
                    <a:ext uri="{FF2B5EF4-FFF2-40B4-BE49-F238E27FC236}">
                      <a16:creationId xmlns:a16="http://schemas.microsoft.com/office/drawing/2014/main" id="{77D7FDB1-13BE-9EBB-9806-40AA3AB353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1638" y="4840684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214" name="Picture 213">
                  <a:extLst>
                    <a:ext uri="{FF2B5EF4-FFF2-40B4-BE49-F238E27FC236}">
                      <a16:creationId xmlns:a16="http://schemas.microsoft.com/office/drawing/2014/main" id="{BC1977C3-64AA-3631-8718-866DF26C97C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522043" y="2475851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215" name="Picture 214">
                  <a:extLst>
                    <a:ext uri="{FF2B5EF4-FFF2-40B4-BE49-F238E27FC236}">
                      <a16:creationId xmlns:a16="http://schemas.microsoft.com/office/drawing/2014/main" id="{24C91748-E0A2-E1D9-B4B8-02467BF27ED0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24806" y="4840684"/>
                  <a:ext cx="731520" cy="731520"/>
                </a:xfrm>
                <a:prstGeom prst="rect">
                  <a:avLst/>
                </a:prstGeom>
                <a:ln w="38100">
                  <a:solidFill>
                    <a:srgbClr val="FF0000"/>
                  </a:solidFill>
                </a:ln>
                <a:effectLst>
                  <a:softEdge rad="0"/>
                </a:effectLst>
              </p:spPr>
            </p:pic>
          </p:grp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91D910DC-33FC-8E65-67FC-D5F80286E5CC}"/>
                  </a:ext>
                </a:extLst>
              </p:cNvPr>
              <p:cNvSpPr txBox="1"/>
              <p:nvPr/>
            </p:nvSpPr>
            <p:spPr>
              <a:xfrm>
                <a:off x="2060735" y="5298321"/>
                <a:ext cx="515883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FF0000"/>
                    </a:highlight>
                  </a:rPr>
                  <a:t>*RP</a:t>
                </a: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E34671F4-D051-1493-7554-705662740F18}"/>
                  </a:ext>
                </a:extLst>
              </p:cNvPr>
              <p:cNvSpPr txBox="1"/>
              <p:nvPr/>
            </p:nvSpPr>
            <p:spPr>
              <a:xfrm>
                <a:off x="3641275" y="5274260"/>
                <a:ext cx="487255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FF00"/>
                    </a:highlight>
                  </a:rPr>
                  <a:t>*DI</a:t>
                </a: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26AF0498-D7C9-D8F9-AF2A-D9C5588FF497}"/>
                  </a:ext>
                </a:extLst>
              </p:cNvPr>
              <p:cNvSpPr txBox="1"/>
              <p:nvPr/>
            </p:nvSpPr>
            <p:spPr>
              <a:xfrm>
                <a:off x="2722294" y="5299404"/>
                <a:ext cx="550237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0000"/>
                    </a:highlight>
                  </a:rPr>
                  <a:t>*PW</a:t>
                </a:r>
              </a:p>
            </p:txBody>
          </p:sp>
        </p:grpSp>
        <p:grpSp>
          <p:nvGrpSpPr>
            <p:cNvPr id="216" name="Group 215">
              <a:extLst>
                <a:ext uri="{FF2B5EF4-FFF2-40B4-BE49-F238E27FC236}">
                  <a16:creationId xmlns:a16="http://schemas.microsoft.com/office/drawing/2014/main" id="{525A7A70-F2FF-496E-1445-D984679701AD}"/>
                </a:ext>
              </a:extLst>
            </p:cNvPr>
            <p:cNvGrpSpPr/>
            <p:nvPr/>
          </p:nvGrpSpPr>
          <p:grpSpPr>
            <a:xfrm>
              <a:off x="7356648" y="812879"/>
              <a:ext cx="2185786" cy="2325882"/>
              <a:chOff x="965426" y="1706417"/>
              <a:chExt cx="3903630" cy="3913271"/>
            </a:xfrm>
          </p:grpSpPr>
          <p:pic>
            <p:nvPicPr>
              <p:cNvPr id="217" name="Picture 216">
                <a:extLst>
                  <a:ext uri="{FF2B5EF4-FFF2-40B4-BE49-F238E27FC236}">
                    <a16:creationId xmlns:a16="http://schemas.microsoft.com/office/drawing/2014/main" id="{BC8BADA7-A3C8-4A06-3E00-21381F4840DD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45366" y="4888168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  <p:grpSp>
            <p:nvGrpSpPr>
              <p:cNvPr id="218" name="Group 217">
                <a:extLst>
                  <a:ext uri="{FF2B5EF4-FFF2-40B4-BE49-F238E27FC236}">
                    <a16:creationId xmlns:a16="http://schemas.microsoft.com/office/drawing/2014/main" id="{613E683D-9497-56C6-6F40-C569D6F63FA4}"/>
                  </a:ext>
                </a:extLst>
              </p:cNvPr>
              <p:cNvGrpSpPr/>
              <p:nvPr/>
            </p:nvGrpSpPr>
            <p:grpSpPr>
              <a:xfrm>
                <a:off x="965426" y="1706417"/>
                <a:ext cx="3859863" cy="3913271"/>
                <a:chOff x="6929426" y="1676256"/>
                <a:chExt cx="3859863" cy="3913271"/>
              </a:xfrm>
            </p:grpSpPr>
            <p:pic>
              <p:nvPicPr>
                <p:cNvPr id="222" name="Picture 221">
                  <a:extLst>
                    <a:ext uri="{FF2B5EF4-FFF2-40B4-BE49-F238E27FC236}">
                      <a16:creationId xmlns:a16="http://schemas.microsoft.com/office/drawing/2014/main" id="{CDB3AD60-E875-ACE2-0F92-F66E475F1BA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3563" y="2482227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23" name="Picture 222">
                  <a:extLst>
                    <a:ext uri="{FF2B5EF4-FFF2-40B4-BE49-F238E27FC236}">
                      <a16:creationId xmlns:a16="http://schemas.microsoft.com/office/drawing/2014/main" id="{44F39745-1B7F-4FD0-739F-E5C9730B5F76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60555" y="3263539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24" name="Picture 223">
                  <a:extLst>
                    <a:ext uri="{FF2B5EF4-FFF2-40B4-BE49-F238E27FC236}">
                      <a16:creationId xmlns:a16="http://schemas.microsoft.com/office/drawing/2014/main" id="{5C116122-FF72-93A3-B46E-2E79FBD2138D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3272365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25" name="Picture 224">
                  <a:extLst>
                    <a:ext uri="{FF2B5EF4-FFF2-40B4-BE49-F238E27FC236}">
                      <a16:creationId xmlns:a16="http://schemas.microsoft.com/office/drawing/2014/main" id="{30714653-2669-0210-AD18-3FA933BA9085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75529" y="168816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26" name="Picture 225">
                  <a:extLst>
                    <a:ext uri="{FF2B5EF4-FFF2-40B4-BE49-F238E27FC236}">
                      <a16:creationId xmlns:a16="http://schemas.microsoft.com/office/drawing/2014/main" id="{E6973163-CF00-5E75-18D1-28F530066F5B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1701290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27" name="Picture 226">
                  <a:extLst>
                    <a:ext uri="{FF2B5EF4-FFF2-40B4-BE49-F238E27FC236}">
                      <a16:creationId xmlns:a16="http://schemas.microsoft.com/office/drawing/2014/main" id="{22980CD1-0209-B165-6E91-4EE2C36F20D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3283440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28" name="Picture 227">
                  <a:extLst>
                    <a:ext uri="{FF2B5EF4-FFF2-40B4-BE49-F238E27FC236}">
                      <a16:creationId xmlns:a16="http://schemas.microsoft.com/office/drawing/2014/main" id="{2D047ABB-6AF7-FB30-93AF-9697412F6DAD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6357" y="4046439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29" name="Picture 228">
                  <a:extLst>
                    <a:ext uri="{FF2B5EF4-FFF2-40B4-BE49-F238E27FC236}">
                      <a16:creationId xmlns:a16="http://schemas.microsoft.com/office/drawing/2014/main" id="{CD781809-4ED8-05A3-6930-3869398812A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3563" y="169784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30" name="Picture 229">
                  <a:extLst>
                    <a:ext uri="{FF2B5EF4-FFF2-40B4-BE49-F238E27FC236}">
                      <a16:creationId xmlns:a16="http://schemas.microsoft.com/office/drawing/2014/main" id="{8899B705-74CC-3C59-F97A-38CCEA1E2E0D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247228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31" name="Picture 230">
                  <a:extLst>
                    <a:ext uri="{FF2B5EF4-FFF2-40B4-BE49-F238E27FC236}">
                      <a16:creationId xmlns:a16="http://schemas.microsoft.com/office/drawing/2014/main" id="{AB322C67-0C78-4943-AA52-CCBC387BE79D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60555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32" name="Picture 231">
                  <a:extLst>
                    <a:ext uri="{FF2B5EF4-FFF2-40B4-BE49-F238E27FC236}">
                      <a16:creationId xmlns:a16="http://schemas.microsoft.com/office/drawing/2014/main" id="{C3F3C0F1-316D-6DED-2155-7F2CF409E5A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3215" y="1676256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33" name="Picture 232">
                  <a:extLst>
                    <a:ext uri="{FF2B5EF4-FFF2-40B4-BE49-F238E27FC236}">
                      <a16:creationId xmlns:a16="http://schemas.microsoft.com/office/drawing/2014/main" id="{553A035E-3BA3-4B51-75E8-7700F1A6EBF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0917" y="4858007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34" name="Picture 233">
                  <a:extLst>
                    <a:ext uri="{FF2B5EF4-FFF2-40B4-BE49-F238E27FC236}">
                      <a16:creationId xmlns:a16="http://schemas.microsoft.com/office/drawing/2014/main" id="{290C7415-3D00-DF96-0702-C790193B09AE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95426" y="246820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35" name="Picture 234">
                  <a:extLst>
                    <a:ext uri="{FF2B5EF4-FFF2-40B4-BE49-F238E27FC236}">
                      <a16:creationId xmlns:a16="http://schemas.microsoft.com/office/drawing/2014/main" id="{6B5ECD75-4FCF-3691-0402-D7C279E61BA1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901" y="167908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36" name="Picture 235">
                  <a:extLst>
                    <a:ext uri="{FF2B5EF4-FFF2-40B4-BE49-F238E27FC236}">
                      <a16:creationId xmlns:a16="http://schemas.microsoft.com/office/drawing/2014/main" id="{B3977D0D-6853-1CA6-0D0C-0EE70F80AD67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2484367"/>
                  <a:ext cx="731520" cy="731519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37" name="Picture 236">
                  <a:extLst>
                    <a:ext uri="{FF2B5EF4-FFF2-40B4-BE49-F238E27FC236}">
                      <a16:creationId xmlns:a16="http://schemas.microsoft.com/office/drawing/2014/main" id="{8B3A4A2F-2D39-1894-37E4-084B6FDA656B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3267446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38" name="Picture 237">
                  <a:extLst>
                    <a:ext uri="{FF2B5EF4-FFF2-40B4-BE49-F238E27FC236}">
                      <a16:creationId xmlns:a16="http://schemas.microsoft.com/office/drawing/2014/main" id="{FA17A529-7438-02CF-ADC5-58940383D225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4369" y="4050524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39" name="Picture 238">
                  <a:extLst>
                    <a:ext uri="{FF2B5EF4-FFF2-40B4-BE49-F238E27FC236}">
                      <a16:creationId xmlns:a16="http://schemas.microsoft.com/office/drawing/2014/main" id="{E8C92DA3-8F44-B772-2E01-5C67812A18AB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98785" y="32635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40" name="Picture 239">
                  <a:extLst>
                    <a:ext uri="{FF2B5EF4-FFF2-40B4-BE49-F238E27FC236}">
                      <a16:creationId xmlns:a16="http://schemas.microsoft.com/office/drawing/2014/main" id="{8498166C-6576-C426-8075-CCB49C787170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7473" y="4838914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41" name="Picture 240">
                  <a:extLst>
                    <a:ext uri="{FF2B5EF4-FFF2-40B4-BE49-F238E27FC236}">
                      <a16:creationId xmlns:a16="http://schemas.microsoft.com/office/drawing/2014/main" id="{7CB46A61-F859-8F93-355F-24CD32B5E021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42" name="Picture 241">
                  <a:extLst>
                    <a:ext uri="{FF2B5EF4-FFF2-40B4-BE49-F238E27FC236}">
                      <a16:creationId xmlns:a16="http://schemas.microsoft.com/office/drawing/2014/main" id="{3902B4E1-3E67-82CF-3060-89EA60AD6F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29426" y="4046439"/>
                  <a:ext cx="734469" cy="731520"/>
                </a:xfrm>
                <a:prstGeom prst="rect">
                  <a:avLst/>
                </a:prstGeom>
              </p:spPr>
            </p:pic>
            <p:pic>
              <p:nvPicPr>
                <p:cNvPr id="243" name="Picture 242">
                  <a:extLst>
                    <a:ext uri="{FF2B5EF4-FFF2-40B4-BE49-F238E27FC236}">
                      <a16:creationId xmlns:a16="http://schemas.microsoft.com/office/drawing/2014/main" id="{F22066BA-2FE4-7BF8-EBD4-506412E8FDB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1638" y="4840684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244" name="Picture 243">
                  <a:extLst>
                    <a:ext uri="{FF2B5EF4-FFF2-40B4-BE49-F238E27FC236}">
                      <a16:creationId xmlns:a16="http://schemas.microsoft.com/office/drawing/2014/main" id="{08CE1355-5125-E7C8-0FEC-E36B59E633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522043" y="2475851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245" name="Picture 244">
                  <a:extLst>
                    <a:ext uri="{FF2B5EF4-FFF2-40B4-BE49-F238E27FC236}">
                      <a16:creationId xmlns:a16="http://schemas.microsoft.com/office/drawing/2014/main" id="{AEAE4052-FDA9-E211-E5DD-4D4D1D5BDD5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4369" y="4858007"/>
                  <a:ext cx="731520" cy="731520"/>
                </a:xfrm>
                <a:prstGeom prst="rect">
                  <a:avLst/>
                </a:prstGeom>
                <a:ln w="38100">
                  <a:solidFill>
                    <a:srgbClr val="FF0000"/>
                  </a:solidFill>
                </a:ln>
                <a:effectLst>
                  <a:softEdge rad="0"/>
                </a:effectLst>
              </p:spPr>
            </p:pic>
          </p:grp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B1096F56-E22C-6D42-EE53-8AAC508B2EBB}"/>
                  </a:ext>
                </a:extLst>
              </p:cNvPr>
              <p:cNvSpPr txBox="1"/>
              <p:nvPr/>
            </p:nvSpPr>
            <p:spPr>
              <a:xfrm>
                <a:off x="4353173" y="5298666"/>
                <a:ext cx="515883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FF0000"/>
                    </a:highlight>
                  </a:rPr>
                  <a:t>*RP</a:t>
                </a:r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387E2715-05A2-411C-D776-1CFC9895CA68}"/>
                  </a:ext>
                </a:extLst>
              </p:cNvPr>
              <p:cNvSpPr txBox="1"/>
              <p:nvPr/>
            </p:nvSpPr>
            <p:spPr>
              <a:xfrm>
                <a:off x="2090085" y="5298666"/>
                <a:ext cx="487255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FF00"/>
                    </a:highlight>
                  </a:rPr>
                  <a:t>*DI</a:t>
                </a:r>
              </a:p>
            </p:txBody>
          </p:sp>
          <p:sp>
            <p:nvSpPr>
              <p:cNvPr id="221" name="TextBox 220">
                <a:extLst>
                  <a:ext uri="{FF2B5EF4-FFF2-40B4-BE49-F238E27FC236}">
                    <a16:creationId xmlns:a16="http://schemas.microsoft.com/office/drawing/2014/main" id="{28151268-8D56-51F3-0F7E-47F61ED9C9BD}"/>
                  </a:ext>
                </a:extLst>
              </p:cNvPr>
              <p:cNvSpPr txBox="1"/>
              <p:nvPr/>
            </p:nvSpPr>
            <p:spPr>
              <a:xfrm>
                <a:off x="3484005" y="5298666"/>
                <a:ext cx="550237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0000"/>
                    </a:highlight>
                  </a:rPr>
                  <a:t>*PW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80A2DB24-5BBE-7C09-00EE-034272119FC7}"/>
                </a:ext>
              </a:extLst>
            </p:cNvPr>
            <p:cNvGrpSpPr/>
            <p:nvPr/>
          </p:nvGrpSpPr>
          <p:grpSpPr>
            <a:xfrm>
              <a:off x="491767" y="3486822"/>
              <a:ext cx="2161279" cy="2325882"/>
              <a:chOff x="965426" y="1706417"/>
              <a:chExt cx="3859863" cy="3913271"/>
            </a:xfrm>
          </p:grpSpPr>
          <p:pic>
            <p:nvPicPr>
              <p:cNvPr id="247" name="Picture 246">
                <a:extLst>
                  <a:ext uri="{FF2B5EF4-FFF2-40B4-BE49-F238E27FC236}">
                    <a16:creationId xmlns:a16="http://schemas.microsoft.com/office/drawing/2014/main" id="{75ECF180-FFFA-AC9A-B494-7F88AE062A9B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324204" y="330909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  <p:grpSp>
            <p:nvGrpSpPr>
              <p:cNvPr id="248" name="Group 247">
                <a:extLst>
                  <a:ext uri="{FF2B5EF4-FFF2-40B4-BE49-F238E27FC236}">
                    <a16:creationId xmlns:a16="http://schemas.microsoft.com/office/drawing/2014/main" id="{48C0580B-7492-05DE-E534-382DA82AEFAF}"/>
                  </a:ext>
                </a:extLst>
              </p:cNvPr>
              <p:cNvGrpSpPr/>
              <p:nvPr/>
            </p:nvGrpSpPr>
            <p:grpSpPr>
              <a:xfrm>
                <a:off x="965426" y="1706417"/>
                <a:ext cx="3859863" cy="3913271"/>
                <a:chOff x="6929426" y="1676256"/>
                <a:chExt cx="3859863" cy="3913271"/>
              </a:xfrm>
            </p:grpSpPr>
            <p:pic>
              <p:nvPicPr>
                <p:cNvPr id="252" name="Picture 251">
                  <a:extLst>
                    <a:ext uri="{FF2B5EF4-FFF2-40B4-BE49-F238E27FC236}">
                      <a16:creationId xmlns:a16="http://schemas.microsoft.com/office/drawing/2014/main" id="{9C96FB9F-3DD5-B849-AFA2-CC01952FC47E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3563" y="2482227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53" name="Picture 252">
                  <a:extLst>
                    <a:ext uri="{FF2B5EF4-FFF2-40B4-BE49-F238E27FC236}">
                      <a16:creationId xmlns:a16="http://schemas.microsoft.com/office/drawing/2014/main" id="{2F02AE34-306D-CA11-0325-AB26C1366F78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4369" y="4833601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54" name="Picture 253">
                  <a:extLst>
                    <a:ext uri="{FF2B5EF4-FFF2-40B4-BE49-F238E27FC236}">
                      <a16:creationId xmlns:a16="http://schemas.microsoft.com/office/drawing/2014/main" id="{FBBB688A-53BB-C671-7917-4FCE492DB811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3272365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55" name="Picture 254">
                  <a:extLst>
                    <a:ext uri="{FF2B5EF4-FFF2-40B4-BE49-F238E27FC236}">
                      <a16:creationId xmlns:a16="http://schemas.microsoft.com/office/drawing/2014/main" id="{F1978D52-8190-57E0-2CA9-3A8ADC4FF525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75529" y="168816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56" name="Picture 255">
                  <a:extLst>
                    <a:ext uri="{FF2B5EF4-FFF2-40B4-BE49-F238E27FC236}">
                      <a16:creationId xmlns:a16="http://schemas.microsoft.com/office/drawing/2014/main" id="{56716955-42E8-D82C-0474-88F644FE2CAE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1701290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57" name="Picture 256">
                  <a:extLst>
                    <a:ext uri="{FF2B5EF4-FFF2-40B4-BE49-F238E27FC236}">
                      <a16:creationId xmlns:a16="http://schemas.microsoft.com/office/drawing/2014/main" id="{FD450FAF-ECD1-3F59-DC33-28C8A038C02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3283440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58" name="Picture 257">
                  <a:extLst>
                    <a:ext uri="{FF2B5EF4-FFF2-40B4-BE49-F238E27FC236}">
                      <a16:creationId xmlns:a16="http://schemas.microsoft.com/office/drawing/2014/main" id="{371C0433-8F9E-BC20-0C73-0E91342BD1D6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6357" y="4046439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59" name="Picture 258">
                  <a:extLst>
                    <a:ext uri="{FF2B5EF4-FFF2-40B4-BE49-F238E27FC236}">
                      <a16:creationId xmlns:a16="http://schemas.microsoft.com/office/drawing/2014/main" id="{A2B5D1E1-DC09-2526-5EDF-58E4826B9BD7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3563" y="169784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60" name="Picture 259">
                  <a:extLst>
                    <a:ext uri="{FF2B5EF4-FFF2-40B4-BE49-F238E27FC236}">
                      <a16:creationId xmlns:a16="http://schemas.microsoft.com/office/drawing/2014/main" id="{0D17767A-32AE-B8E0-E68B-3B104EBAE76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247228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61" name="Picture 260">
                  <a:extLst>
                    <a:ext uri="{FF2B5EF4-FFF2-40B4-BE49-F238E27FC236}">
                      <a16:creationId xmlns:a16="http://schemas.microsoft.com/office/drawing/2014/main" id="{6435C141-086F-614D-D796-753CAA654495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60555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62" name="Picture 261">
                  <a:extLst>
                    <a:ext uri="{FF2B5EF4-FFF2-40B4-BE49-F238E27FC236}">
                      <a16:creationId xmlns:a16="http://schemas.microsoft.com/office/drawing/2014/main" id="{6091D6D3-2AC6-CBE2-33DE-811F94E280B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3215" y="1676256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63" name="Picture 262">
                  <a:extLst>
                    <a:ext uri="{FF2B5EF4-FFF2-40B4-BE49-F238E27FC236}">
                      <a16:creationId xmlns:a16="http://schemas.microsoft.com/office/drawing/2014/main" id="{684B4352-FEF6-B79B-7351-00E1AB2A2F8D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0917" y="4858007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64" name="Picture 263">
                  <a:extLst>
                    <a:ext uri="{FF2B5EF4-FFF2-40B4-BE49-F238E27FC236}">
                      <a16:creationId xmlns:a16="http://schemas.microsoft.com/office/drawing/2014/main" id="{55E9C25A-57DC-A64A-E937-C591C76496D4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95426" y="246820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65" name="Picture 264">
                  <a:extLst>
                    <a:ext uri="{FF2B5EF4-FFF2-40B4-BE49-F238E27FC236}">
                      <a16:creationId xmlns:a16="http://schemas.microsoft.com/office/drawing/2014/main" id="{8854BD3A-BC3F-F2D7-3E37-8DACE2353F6D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901" y="167908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66" name="Picture 265">
                  <a:extLst>
                    <a:ext uri="{FF2B5EF4-FFF2-40B4-BE49-F238E27FC236}">
                      <a16:creationId xmlns:a16="http://schemas.microsoft.com/office/drawing/2014/main" id="{59AA39D5-0B51-9477-11E2-ED6382CA29FB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2484368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67" name="Picture 266">
                  <a:extLst>
                    <a:ext uri="{FF2B5EF4-FFF2-40B4-BE49-F238E27FC236}">
                      <a16:creationId xmlns:a16="http://schemas.microsoft.com/office/drawing/2014/main" id="{E210A986-F596-3197-867D-E4EFF4A2AF65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3267446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68" name="Picture 267">
                  <a:extLst>
                    <a:ext uri="{FF2B5EF4-FFF2-40B4-BE49-F238E27FC236}">
                      <a16:creationId xmlns:a16="http://schemas.microsoft.com/office/drawing/2014/main" id="{4C4B83BA-BAAB-162D-34A4-8118B0D03C15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4369" y="4050524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69" name="Picture 268">
                  <a:extLst>
                    <a:ext uri="{FF2B5EF4-FFF2-40B4-BE49-F238E27FC236}">
                      <a16:creationId xmlns:a16="http://schemas.microsoft.com/office/drawing/2014/main" id="{B6BC3F59-53A9-7A93-B21C-4CF1FBF80536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98785" y="32635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70" name="Picture 269">
                  <a:extLst>
                    <a:ext uri="{FF2B5EF4-FFF2-40B4-BE49-F238E27FC236}">
                      <a16:creationId xmlns:a16="http://schemas.microsoft.com/office/drawing/2014/main" id="{50F90AE8-F197-E16E-466A-9DE6793D4F81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3564" y="4840684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71" name="Picture 270">
                  <a:extLst>
                    <a:ext uri="{FF2B5EF4-FFF2-40B4-BE49-F238E27FC236}">
                      <a16:creationId xmlns:a16="http://schemas.microsoft.com/office/drawing/2014/main" id="{1393807C-FFD9-0341-85BB-22FF1DA4E9CD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72" name="Picture 271">
                  <a:extLst>
                    <a:ext uri="{FF2B5EF4-FFF2-40B4-BE49-F238E27FC236}">
                      <a16:creationId xmlns:a16="http://schemas.microsoft.com/office/drawing/2014/main" id="{2BA250BC-FB0D-4214-A17F-95DB525E13B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29426" y="4046439"/>
                  <a:ext cx="734469" cy="731520"/>
                </a:xfrm>
                <a:prstGeom prst="rect">
                  <a:avLst/>
                </a:prstGeom>
              </p:spPr>
            </p:pic>
            <p:pic>
              <p:nvPicPr>
                <p:cNvPr id="273" name="Picture 272">
                  <a:extLst>
                    <a:ext uri="{FF2B5EF4-FFF2-40B4-BE49-F238E27FC236}">
                      <a16:creationId xmlns:a16="http://schemas.microsoft.com/office/drawing/2014/main" id="{23B32AF0-0CD8-A739-F839-7D1506E574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1638" y="4840684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274" name="Picture 273">
                  <a:extLst>
                    <a:ext uri="{FF2B5EF4-FFF2-40B4-BE49-F238E27FC236}">
                      <a16:creationId xmlns:a16="http://schemas.microsoft.com/office/drawing/2014/main" id="{8408256F-5303-8E4F-0822-9D607705128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522043" y="2475851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275" name="Picture 274">
                  <a:extLst>
                    <a:ext uri="{FF2B5EF4-FFF2-40B4-BE49-F238E27FC236}">
                      <a16:creationId xmlns:a16="http://schemas.microsoft.com/office/drawing/2014/main" id="{F21A9138-E91C-048B-ECBD-5CFCEAB26975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7101" y="4858007"/>
                  <a:ext cx="731520" cy="731520"/>
                </a:xfrm>
                <a:prstGeom prst="rect">
                  <a:avLst/>
                </a:prstGeom>
                <a:ln w="38100">
                  <a:solidFill>
                    <a:srgbClr val="FF0000"/>
                  </a:solidFill>
                </a:ln>
                <a:effectLst>
                  <a:softEdge rad="0"/>
                </a:effectLst>
              </p:spPr>
            </p:pic>
          </p:grpSp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5533162C-196C-32F2-15A8-8E55392BEA55}"/>
                  </a:ext>
                </a:extLst>
              </p:cNvPr>
              <p:cNvSpPr txBox="1"/>
              <p:nvPr/>
            </p:nvSpPr>
            <p:spPr>
              <a:xfrm>
                <a:off x="2827495" y="5298666"/>
                <a:ext cx="515883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FF0000"/>
                    </a:highlight>
                  </a:rPr>
                  <a:t>*RP</a:t>
                </a:r>
              </a:p>
            </p:txBody>
          </p:sp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FFEDA82C-AA74-7A06-5A7C-7BF1706BC15F}"/>
                  </a:ext>
                </a:extLst>
              </p:cNvPr>
              <p:cNvSpPr txBox="1"/>
              <p:nvPr/>
            </p:nvSpPr>
            <p:spPr>
              <a:xfrm>
                <a:off x="3668923" y="3719590"/>
                <a:ext cx="487255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FF00"/>
                    </a:highlight>
                  </a:rPr>
                  <a:t>*DI</a:t>
                </a:r>
              </a:p>
            </p:txBody>
          </p:sp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C5130810-A90B-CE9D-B2DC-54686D86CD1D}"/>
                  </a:ext>
                </a:extLst>
              </p:cNvPr>
              <p:cNvSpPr txBox="1"/>
              <p:nvPr/>
            </p:nvSpPr>
            <p:spPr>
              <a:xfrm>
                <a:off x="3492724" y="4499420"/>
                <a:ext cx="550237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0000"/>
                    </a:highlight>
                  </a:rPr>
                  <a:t>*PW</a:t>
                </a:r>
              </a:p>
            </p:txBody>
          </p:sp>
        </p:grpSp>
        <p:grpSp>
          <p:nvGrpSpPr>
            <p:cNvPr id="276" name="Group 275">
              <a:extLst>
                <a:ext uri="{FF2B5EF4-FFF2-40B4-BE49-F238E27FC236}">
                  <a16:creationId xmlns:a16="http://schemas.microsoft.com/office/drawing/2014/main" id="{AF451E93-6B29-8250-1E01-09D72DD64C97}"/>
                </a:ext>
              </a:extLst>
            </p:cNvPr>
            <p:cNvGrpSpPr/>
            <p:nvPr/>
          </p:nvGrpSpPr>
          <p:grpSpPr>
            <a:xfrm>
              <a:off x="2759239" y="3486822"/>
              <a:ext cx="2204391" cy="2325882"/>
              <a:chOff x="965426" y="1706417"/>
              <a:chExt cx="3936857" cy="3913271"/>
            </a:xfrm>
          </p:grpSpPr>
          <p:pic>
            <p:nvPicPr>
              <p:cNvPr id="277" name="Picture 276">
                <a:extLst>
                  <a:ext uri="{FF2B5EF4-FFF2-40B4-BE49-F238E27FC236}">
                    <a16:creationId xmlns:a16="http://schemas.microsoft.com/office/drawing/2014/main" id="{19BDAA44-4FE0-78D7-158D-33844C52129B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324204" y="330909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  <p:grpSp>
            <p:nvGrpSpPr>
              <p:cNvPr id="278" name="Group 277">
                <a:extLst>
                  <a:ext uri="{FF2B5EF4-FFF2-40B4-BE49-F238E27FC236}">
                    <a16:creationId xmlns:a16="http://schemas.microsoft.com/office/drawing/2014/main" id="{08C415E7-5433-C687-FF7B-A82C8658B3B7}"/>
                  </a:ext>
                </a:extLst>
              </p:cNvPr>
              <p:cNvGrpSpPr/>
              <p:nvPr/>
            </p:nvGrpSpPr>
            <p:grpSpPr>
              <a:xfrm>
                <a:off x="965426" y="1706417"/>
                <a:ext cx="3867911" cy="3913271"/>
                <a:chOff x="6929426" y="1676256"/>
                <a:chExt cx="3867911" cy="3913271"/>
              </a:xfrm>
            </p:grpSpPr>
            <p:pic>
              <p:nvPicPr>
                <p:cNvPr id="282" name="Picture 281">
                  <a:extLst>
                    <a:ext uri="{FF2B5EF4-FFF2-40B4-BE49-F238E27FC236}">
                      <a16:creationId xmlns:a16="http://schemas.microsoft.com/office/drawing/2014/main" id="{28BA3555-AE71-DEB6-7D0F-554323FE5360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3563" y="2482227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83" name="Picture 282">
                  <a:extLst>
                    <a:ext uri="{FF2B5EF4-FFF2-40B4-BE49-F238E27FC236}">
                      <a16:creationId xmlns:a16="http://schemas.microsoft.com/office/drawing/2014/main" id="{8BA886D0-B6A2-6BD2-F411-C1732D489CD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20810" y="4840684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84" name="Picture 283">
                  <a:extLst>
                    <a:ext uri="{FF2B5EF4-FFF2-40B4-BE49-F238E27FC236}">
                      <a16:creationId xmlns:a16="http://schemas.microsoft.com/office/drawing/2014/main" id="{A519A3E2-8905-C062-34B5-3C8F55CA1532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3272365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85" name="Picture 284">
                  <a:extLst>
                    <a:ext uri="{FF2B5EF4-FFF2-40B4-BE49-F238E27FC236}">
                      <a16:creationId xmlns:a16="http://schemas.microsoft.com/office/drawing/2014/main" id="{FF2426CA-C9BA-D840-C5EB-F0620A79C8A4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75529" y="168816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86" name="Picture 285">
                  <a:extLst>
                    <a:ext uri="{FF2B5EF4-FFF2-40B4-BE49-F238E27FC236}">
                      <a16:creationId xmlns:a16="http://schemas.microsoft.com/office/drawing/2014/main" id="{2337E2ED-9D20-D9A0-021E-F1A31EFD555A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1701290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87" name="Picture 286">
                  <a:extLst>
                    <a:ext uri="{FF2B5EF4-FFF2-40B4-BE49-F238E27FC236}">
                      <a16:creationId xmlns:a16="http://schemas.microsoft.com/office/drawing/2014/main" id="{CC71DDAC-9F88-40F9-BFFF-1ADCF248BE1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3283440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88" name="Picture 287">
                  <a:extLst>
                    <a:ext uri="{FF2B5EF4-FFF2-40B4-BE49-F238E27FC236}">
                      <a16:creationId xmlns:a16="http://schemas.microsoft.com/office/drawing/2014/main" id="{344FE9AD-950C-C131-1939-C25D795394A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6357" y="4046439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89" name="Picture 288">
                  <a:extLst>
                    <a:ext uri="{FF2B5EF4-FFF2-40B4-BE49-F238E27FC236}">
                      <a16:creationId xmlns:a16="http://schemas.microsoft.com/office/drawing/2014/main" id="{B9D416CB-A982-B233-9EDE-336ACFF2EBE4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3563" y="169784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90" name="Picture 289">
                  <a:extLst>
                    <a:ext uri="{FF2B5EF4-FFF2-40B4-BE49-F238E27FC236}">
                      <a16:creationId xmlns:a16="http://schemas.microsoft.com/office/drawing/2014/main" id="{78D05294-2E44-BD4F-2966-380CE35E96B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247228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91" name="Picture 290">
                  <a:extLst>
                    <a:ext uri="{FF2B5EF4-FFF2-40B4-BE49-F238E27FC236}">
                      <a16:creationId xmlns:a16="http://schemas.microsoft.com/office/drawing/2014/main" id="{55B1E686-0774-273C-CC05-BF6B45339FFD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60555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92" name="Picture 291">
                  <a:extLst>
                    <a:ext uri="{FF2B5EF4-FFF2-40B4-BE49-F238E27FC236}">
                      <a16:creationId xmlns:a16="http://schemas.microsoft.com/office/drawing/2014/main" id="{F41150C9-018A-CBD2-5BA8-E78AE37C81F7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3215" y="1676256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293" name="Picture 292">
                  <a:extLst>
                    <a:ext uri="{FF2B5EF4-FFF2-40B4-BE49-F238E27FC236}">
                      <a16:creationId xmlns:a16="http://schemas.microsoft.com/office/drawing/2014/main" id="{5CCA7FEF-6A1B-C9A9-8DCC-864AADF9EF1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0917" y="4858007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94" name="Picture 293">
                  <a:extLst>
                    <a:ext uri="{FF2B5EF4-FFF2-40B4-BE49-F238E27FC236}">
                      <a16:creationId xmlns:a16="http://schemas.microsoft.com/office/drawing/2014/main" id="{C3DD1057-50B9-139C-48A0-8D206469BB7A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95426" y="246820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95" name="Picture 294">
                  <a:extLst>
                    <a:ext uri="{FF2B5EF4-FFF2-40B4-BE49-F238E27FC236}">
                      <a16:creationId xmlns:a16="http://schemas.microsoft.com/office/drawing/2014/main" id="{B4B45705-8386-6483-5DD1-D29EC6B306EA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901" y="167908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96" name="Picture 295">
                  <a:extLst>
                    <a:ext uri="{FF2B5EF4-FFF2-40B4-BE49-F238E27FC236}">
                      <a16:creationId xmlns:a16="http://schemas.microsoft.com/office/drawing/2014/main" id="{72B97CCC-491C-6C8A-4693-82377E138055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2484368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97" name="Picture 296">
                  <a:extLst>
                    <a:ext uri="{FF2B5EF4-FFF2-40B4-BE49-F238E27FC236}">
                      <a16:creationId xmlns:a16="http://schemas.microsoft.com/office/drawing/2014/main" id="{A34779D7-3CE1-1B0B-7906-4BF03408DC60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3267446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98" name="Picture 297">
                  <a:extLst>
                    <a:ext uri="{FF2B5EF4-FFF2-40B4-BE49-F238E27FC236}">
                      <a16:creationId xmlns:a16="http://schemas.microsoft.com/office/drawing/2014/main" id="{488D040C-009E-125C-FE22-4E0464A9BF10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4369" y="4050524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299" name="Picture 298">
                  <a:extLst>
                    <a:ext uri="{FF2B5EF4-FFF2-40B4-BE49-F238E27FC236}">
                      <a16:creationId xmlns:a16="http://schemas.microsoft.com/office/drawing/2014/main" id="{07861D3E-64FA-E244-5338-0EB6F08A91D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98785" y="32635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00" name="Picture 299">
                  <a:extLst>
                    <a:ext uri="{FF2B5EF4-FFF2-40B4-BE49-F238E27FC236}">
                      <a16:creationId xmlns:a16="http://schemas.microsoft.com/office/drawing/2014/main" id="{284C3512-52F9-C96E-3A89-B548DB4477A8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7473" y="4838914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301" name="Picture 300">
                  <a:extLst>
                    <a:ext uri="{FF2B5EF4-FFF2-40B4-BE49-F238E27FC236}">
                      <a16:creationId xmlns:a16="http://schemas.microsoft.com/office/drawing/2014/main" id="{ABD395B2-12EE-4669-2A25-F143810712FA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02" name="Picture 301">
                  <a:extLst>
                    <a:ext uri="{FF2B5EF4-FFF2-40B4-BE49-F238E27FC236}">
                      <a16:creationId xmlns:a16="http://schemas.microsoft.com/office/drawing/2014/main" id="{8EA304C0-879A-68B2-CAD0-8947908C53C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29426" y="4046439"/>
                  <a:ext cx="734469" cy="731520"/>
                </a:xfrm>
                <a:prstGeom prst="rect">
                  <a:avLst/>
                </a:prstGeom>
              </p:spPr>
            </p:pic>
            <p:pic>
              <p:nvPicPr>
                <p:cNvPr id="303" name="Picture 302">
                  <a:extLst>
                    <a:ext uri="{FF2B5EF4-FFF2-40B4-BE49-F238E27FC236}">
                      <a16:creationId xmlns:a16="http://schemas.microsoft.com/office/drawing/2014/main" id="{1C5B4B47-07FF-88D2-7359-BA2AF5E810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1638" y="4840684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304" name="Picture 303">
                  <a:extLst>
                    <a:ext uri="{FF2B5EF4-FFF2-40B4-BE49-F238E27FC236}">
                      <a16:creationId xmlns:a16="http://schemas.microsoft.com/office/drawing/2014/main" id="{A7FB2BA1-18B4-A8B9-E689-B92E1B567B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522043" y="2475851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305" name="Picture 304">
                  <a:extLst>
                    <a:ext uri="{FF2B5EF4-FFF2-40B4-BE49-F238E27FC236}">
                      <a16:creationId xmlns:a16="http://schemas.microsoft.com/office/drawing/2014/main" id="{8ED6596F-B772-8FBB-3610-7EEC14A2F619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65817" y="4833602"/>
                  <a:ext cx="731520" cy="731520"/>
                </a:xfrm>
                <a:prstGeom prst="rect">
                  <a:avLst/>
                </a:prstGeom>
                <a:ln w="38100">
                  <a:solidFill>
                    <a:srgbClr val="FF0000"/>
                  </a:solidFill>
                </a:ln>
                <a:effectLst>
                  <a:softEdge rad="0"/>
                </a:effectLst>
              </p:spPr>
            </p:pic>
          </p:grpSp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BB9DAF8D-EEEA-EB3A-4CBA-B7229CC79A9F}"/>
                  </a:ext>
                </a:extLst>
              </p:cNvPr>
              <p:cNvSpPr txBox="1"/>
              <p:nvPr/>
            </p:nvSpPr>
            <p:spPr>
              <a:xfrm>
                <a:off x="4386400" y="5300740"/>
                <a:ext cx="515883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FF0000"/>
                    </a:highlight>
                  </a:rPr>
                  <a:t>*RP</a:t>
                </a:r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0C36C5B5-D124-7129-0F8A-4E6CEC5F4D10}"/>
                  </a:ext>
                </a:extLst>
              </p:cNvPr>
              <p:cNvSpPr txBox="1"/>
              <p:nvPr/>
            </p:nvSpPr>
            <p:spPr>
              <a:xfrm>
                <a:off x="3668922" y="3719589"/>
                <a:ext cx="487255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FF00"/>
                    </a:highlight>
                  </a:rPr>
                  <a:t>*DI</a:t>
                </a:r>
              </a:p>
            </p:txBody>
          </p:sp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17DFAA6A-6156-909C-2838-96233A81208D}"/>
                  </a:ext>
                </a:extLst>
              </p:cNvPr>
              <p:cNvSpPr txBox="1"/>
              <p:nvPr/>
            </p:nvSpPr>
            <p:spPr>
              <a:xfrm>
                <a:off x="3492724" y="4499419"/>
                <a:ext cx="550237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0000"/>
                    </a:highlight>
                  </a:rPr>
                  <a:t>*PW</a:t>
                </a:r>
              </a:p>
            </p:txBody>
          </p:sp>
        </p:grpSp>
        <p:grpSp>
          <p:nvGrpSpPr>
            <p:cNvPr id="306" name="Group 305">
              <a:extLst>
                <a:ext uri="{FF2B5EF4-FFF2-40B4-BE49-F238E27FC236}">
                  <a16:creationId xmlns:a16="http://schemas.microsoft.com/office/drawing/2014/main" id="{14024B64-509F-2B33-D67B-600CBA2C5F57}"/>
                </a:ext>
              </a:extLst>
            </p:cNvPr>
            <p:cNvGrpSpPr/>
            <p:nvPr/>
          </p:nvGrpSpPr>
          <p:grpSpPr>
            <a:xfrm>
              <a:off x="5051010" y="3486822"/>
              <a:ext cx="2161279" cy="2325882"/>
              <a:chOff x="965426" y="1706417"/>
              <a:chExt cx="3859863" cy="3913271"/>
            </a:xfrm>
          </p:grpSpPr>
          <p:pic>
            <p:nvPicPr>
              <p:cNvPr id="307" name="Picture 306">
                <a:extLst>
                  <a:ext uri="{FF2B5EF4-FFF2-40B4-BE49-F238E27FC236}">
                    <a16:creationId xmlns:a16="http://schemas.microsoft.com/office/drawing/2014/main" id="{F63EF721-92FB-57F3-1FA0-CE717F78861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324204" y="330909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6C017181-6D64-1B23-2610-6109BB5738C6}"/>
                  </a:ext>
                </a:extLst>
              </p:cNvPr>
              <p:cNvGrpSpPr/>
              <p:nvPr/>
            </p:nvGrpSpPr>
            <p:grpSpPr>
              <a:xfrm>
                <a:off x="965426" y="1706417"/>
                <a:ext cx="3859863" cy="3913271"/>
                <a:chOff x="6929426" y="1676256"/>
                <a:chExt cx="3859863" cy="3913271"/>
              </a:xfrm>
            </p:grpSpPr>
            <p:pic>
              <p:nvPicPr>
                <p:cNvPr id="312" name="Picture 311">
                  <a:extLst>
                    <a:ext uri="{FF2B5EF4-FFF2-40B4-BE49-F238E27FC236}">
                      <a16:creationId xmlns:a16="http://schemas.microsoft.com/office/drawing/2014/main" id="{08F23504-7BA3-CA3B-D2EA-5B12EEE15FA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3563" y="2482227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13" name="Picture 312">
                  <a:extLst>
                    <a:ext uri="{FF2B5EF4-FFF2-40B4-BE49-F238E27FC236}">
                      <a16:creationId xmlns:a16="http://schemas.microsoft.com/office/drawing/2014/main" id="{76194D7A-022D-8A3C-FEA4-7312533AD765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4369" y="4833601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314" name="Picture 313">
                  <a:extLst>
                    <a:ext uri="{FF2B5EF4-FFF2-40B4-BE49-F238E27FC236}">
                      <a16:creationId xmlns:a16="http://schemas.microsoft.com/office/drawing/2014/main" id="{52B65773-815D-88F9-17D6-D8D01A09B88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3272365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315" name="Picture 314">
                  <a:extLst>
                    <a:ext uri="{FF2B5EF4-FFF2-40B4-BE49-F238E27FC236}">
                      <a16:creationId xmlns:a16="http://schemas.microsoft.com/office/drawing/2014/main" id="{DD278701-BDE5-3FBC-1CBD-699A9421BF9E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75529" y="1688163"/>
                  <a:ext cx="731520" cy="731519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16" name="Picture 315">
                  <a:extLst>
                    <a:ext uri="{FF2B5EF4-FFF2-40B4-BE49-F238E27FC236}">
                      <a16:creationId xmlns:a16="http://schemas.microsoft.com/office/drawing/2014/main" id="{2CE82CC9-B6A0-37C9-28B4-BABE72F44399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1701290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17" name="Picture 316">
                  <a:extLst>
                    <a:ext uri="{FF2B5EF4-FFF2-40B4-BE49-F238E27FC236}">
                      <a16:creationId xmlns:a16="http://schemas.microsoft.com/office/drawing/2014/main" id="{45BFBAE9-819A-64A0-B90E-1544D10EC38B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3283440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318" name="Picture 317">
                  <a:extLst>
                    <a:ext uri="{FF2B5EF4-FFF2-40B4-BE49-F238E27FC236}">
                      <a16:creationId xmlns:a16="http://schemas.microsoft.com/office/drawing/2014/main" id="{5AD0D6E3-62B3-3D75-EBEA-3EA6E81A2369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6357" y="4046439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319" name="Picture 318">
                  <a:extLst>
                    <a:ext uri="{FF2B5EF4-FFF2-40B4-BE49-F238E27FC236}">
                      <a16:creationId xmlns:a16="http://schemas.microsoft.com/office/drawing/2014/main" id="{EE564417-03EE-8AAC-4FF4-66384B0F2F00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3563" y="169784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20" name="Picture 319">
                  <a:extLst>
                    <a:ext uri="{FF2B5EF4-FFF2-40B4-BE49-F238E27FC236}">
                      <a16:creationId xmlns:a16="http://schemas.microsoft.com/office/drawing/2014/main" id="{8913D74E-A0EA-11E6-8261-C0D499A7EDD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247228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21" name="Picture 320">
                  <a:extLst>
                    <a:ext uri="{FF2B5EF4-FFF2-40B4-BE49-F238E27FC236}">
                      <a16:creationId xmlns:a16="http://schemas.microsoft.com/office/drawing/2014/main" id="{CE2ED75C-761E-05A3-D46B-406CB18850BA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60555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22" name="Picture 321">
                  <a:extLst>
                    <a:ext uri="{FF2B5EF4-FFF2-40B4-BE49-F238E27FC236}">
                      <a16:creationId xmlns:a16="http://schemas.microsoft.com/office/drawing/2014/main" id="{4DF2CF27-79BB-968E-9574-CDF14836E228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3215" y="1676256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323" name="Picture 322">
                  <a:extLst>
                    <a:ext uri="{FF2B5EF4-FFF2-40B4-BE49-F238E27FC236}">
                      <a16:creationId xmlns:a16="http://schemas.microsoft.com/office/drawing/2014/main" id="{CE3D12EA-E2CF-A35C-697A-13992F19C6B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0917" y="4858008"/>
                  <a:ext cx="731520" cy="731519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24" name="Picture 323">
                  <a:extLst>
                    <a:ext uri="{FF2B5EF4-FFF2-40B4-BE49-F238E27FC236}">
                      <a16:creationId xmlns:a16="http://schemas.microsoft.com/office/drawing/2014/main" id="{4D0E5121-5C09-557B-AC93-3731E4E87568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95426" y="246820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25" name="Picture 324">
                  <a:extLst>
                    <a:ext uri="{FF2B5EF4-FFF2-40B4-BE49-F238E27FC236}">
                      <a16:creationId xmlns:a16="http://schemas.microsoft.com/office/drawing/2014/main" id="{AA31BF33-9F0C-80EA-2A83-DF684BB873D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3215" y="4833601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326" name="Picture 325">
                  <a:extLst>
                    <a:ext uri="{FF2B5EF4-FFF2-40B4-BE49-F238E27FC236}">
                      <a16:creationId xmlns:a16="http://schemas.microsoft.com/office/drawing/2014/main" id="{4F8B7CCD-2AE4-FA03-48AF-FC41C5DCC73B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2484368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27" name="Picture 326">
                  <a:extLst>
                    <a:ext uri="{FF2B5EF4-FFF2-40B4-BE49-F238E27FC236}">
                      <a16:creationId xmlns:a16="http://schemas.microsoft.com/office/drawing/2014/main" id="{826868FB-019F-CCAB-5FDE-E05DA57E183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3267446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28" name="Picture 327">
                  <a:extLst>
                    <a:ext uri="{FF2B5EF4-FFF2-40B4-BE49-F238E27FC236}">
                      <a16:creationId xmlns:a16="http://schemas.microsoft.com/office/drawing/2014/main" id="{0ECF3FE9-6D37-7D58-43E4-F51DCCA6604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4369" y="4050524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29" name="Picture 328">
                  <a:extLst>
                    <a:ext uri="{FF2B5EF4-FFF2-40B4-BE49-F238E27FC236}">
                      <a16:creationId xmlns:a16="http://schemas.microsoft.com/office/drawing/2014/main" id="{72A67244-3738-02AE-D6E0-4C4AE6988756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98785" y="32635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30" name="Picture 329">
                  <a:extLst>
                    <a:ext uri="{FF2B5EF4-FFF2-40B4-BE49-F238E27FC236}">
                      <a16:creationId xmlns:a16="http://schemas.microsoft.com/office/drawing/2014/main" id="{74941E72-4E4E-D8BE-BE66-9C3BF5AF642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7473" y="4838914"/>
                  <a:ext cx="731520" cy="731519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331" name="Picture 330">
                  <a:extLst>
                    <a:ext uri="{FF2B5EF4-FFF2-40B4-BE49-F238E27FC236}">
                      <a16:creationId xmlns:a16="http://schemas.microsoft.com/office/drawing/2014/main" id="{3FEA82E7-8928-4A72-7611-6CECDAAE6D11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32" name="Picture 331">
                  <a:extLst>
                    <a:ext uri="{FF2B5EF4-FFF2-40B4-BE49-F238E27FC236}">
                      <a16:creationId xmlns:a16="http://schemas.microsoft.com/office/drawing/2014/main" id="{5540B37B-FB01-5702-5668-F11011175BE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29426" y="4046439"/>
                  <a:ext cx="734469" cy="731520"/>
                </a:xfrm>
                <a:prstGeom prst="rect">
                  <a:avLst/>
                </a:prstGeom>
              </p:spPr>
            </p:pic>
            <p:pic>
              <p:nvPicPr>
                <p:cNvPr id="333" name="Picture 332">
                  <a:extLst>
                    <a:ext uri="{FF2B5EF4-FFF2-40B4-BE49-F238E27FC236}">
                      <a16:creationId xmlns:a16="http://schemas.microsoft.com/office/drawing/2014/main" id="{6CAE1B81-E9DD-908B-9B31-0CD4DB1B69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1638" y="4840684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334" name="Picture 333">
                  <a:extLst>
                    <a:ext uri="{FF2B5EF4-FFF2-40B4-BE49-F238E27FC236}">
                      <a16:creationId xmlns:a16="http://schemas.microsoft.com/office/drawing/2014/main" id="{7D222A17-DD3A-8051-DE66-2665D1E366B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522043" y="2475851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335" name="Picture 334">
                  <a:extLst>
                    <a:ext uri="{FF2B5EF4-FFF2-40B4-BE49-F238E27FC236}">
                      <a16:creationId xmlns:a16="http://schemas.microsoft.com/office/drawing/2014/main" id="{C16246C1-AF1C-DA36-DAF7-DE82235C6727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29426" y="1676256"/>
                  <a:ext cx="731520" cy="731520"/>
                </a:xfrm>
                <a:prstGeom prst="rect">
                  <a:avLst/>
                </a:prstGeom>
                <a:ln w="38100">
                  <a:solidFill>
                    <a:srgbClr val="FF0000"/>
                  </a:solidFill>
                </a:ln>
                <a:effectLst>
                  <a:softEdge rad="0"/>
                </a:effectLst>
              </p:spPr>
            </p:pic>
          </p:grpSp>
          <p:sp>
            <p:nvSpPr>
              <p:cNvPr id="309" name="TextBox 308">
                <a:extLst>
                  <a:ext uri="{FF2B5EF4-FFF2-40B4-BE49-F238E27FC236}">
                    <a16:creationId xmlns:a16="http://schemas.microsoft.com/office/drawing/2014/main" id="{7FEF95DD-50C0-FB86-058F-E65A08AFDF6E}"/>
                  </a:ext>
                </a:extLst>
              </p:cNvPr>
              <p:cNvSpPr txBox="1"/>
              <p:nvPr/>
            </p:nvSpPr>
            <p:spPr>
              <a:xfrm>
                <a:off x="1229806" y="2131330"/>
                <a:ext cx="515883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FF0000"/>
                    </a:highlight>
                  </a:rPr>
                  <a:t>*RP</a:t>
                </a:r>
              </a:p>
            </p:txBody>
          </p:sp>
          <p:sp>
            <p:nvSpPr>
              <p:cNvPr id="310" name="TextBox 309">
                <a:extLst>
                  <a:ext uri="{FF2B5EF4-FFF2-40B4-BE49-F238E27FC236}">
                    <a16:creationId xmlns:a16="http://schemas.microsoft.com/office/drawing/2014/main" id="{09310CCA-C764-4297-4779-B1085D1D8FA2}"/>
                  </a:ext>
                </a:extLst>
              </p:cNvPr>
              <p:cNvSpPr txBox="1"/>
              <p:nvPr/>
            </p:nvSpPr>
            <p:spPr>
              <a:xfrm>
                <a:off x="3668923" y="3719589"/>
                <a:ext cx="487255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FF00"/>
                    </a:highlight>
                  </a:rPr>
                  <a:t>*DI</a:t>
                </a:r>
              </a:p>
            </p:txBody>
          </p:sp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CA547A61-B48E-9DD5-1591-1E5AE005352B}"/>
                  </a:ext>
                </a:extLst>
              </p:cNvPr>
              <p:cNvSpPr txBox="1"/>
              <p:nvPr/>
            </p:nvSpPr>
            <p:spPr>
              <a:xfrm>
                <a:off x="1932662" y="2921009"/>
                <a:ext cx="550237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0000"/>
                    </a:highlight>
                  </a:rPr>
                  <a:t>*PW</a:t>
                </a: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680ADFE2-5DFB-A4EE-41C3-B4B7A76BF983}"/>
                </a:ext>
              </a:extLst>
            </p:cNvPr>
            <p:cNvGrpSpPr/>
            <p:nvPr/>
          </p:nvGrpSpPr>
          <p:grpSpPr>
            <a:xfrm>
              <a:off x="7366529" y="3479809"/>
              <a:ext cx="2193858" cy="2325882"/>
              <a:chOff x="965426" y="1706417"/>
              <a:chExt cx="3918046" cy="3913271"/>
            </a:xfrm>
          </p:grpSpPr>
          <p:pic>
            <p:nvPicPr>
              <p:cNvPr id="337" name="Picture 336">
                <a:extLst>
                  <a:ext uri="{FF2B5EF4-FFF2-40B4-BE49-F238E27FC236}">
                    <a16:creationId xmlns:a16="http://schemas.microsoft.com/office/drawing/2014/main" id="{4FC465CA-22D4-2740-C05D-E332F72BCB5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324204" y="330909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  <p:grpSp>
            <p:nvGrpSpPr>
              <p:cNvPr id="338" name="Group 337">
                <a:extLst>
                  <a:ext uri="{FF2B5EF4-FFF2-40B4-BE49-F238E27FC236}">
                    <a16:creationId xmlns:a16="http://schemas.microsoft.com/office/drawing/2014/main" id="{8F84F348-B13F-0896-C55C-A8576B3CC460}"/>
                  </a:ext>
                </a:extLst>
              </p:cNvPr>
              <p:cNvGrpSpPr/>
              <p:nvPr/>
            </p:nvGrpSpPr>
            <p:grpSpPr>
              <a:xfrm>
                <a:off x="965426" y="1706417"/>
                <a:ext cx="3859863" cy="3913271"/>
                <a:chOff x="6929426" y="1676256"/>
                <a:chExt cx="3859863" cy="3913271"/>
              </a:xfrm>
            </p:grpSpPr>
            <p:pic>
              <p:nvPicPr>
                <p:cNvPr id="342" name="Picture 341">
                  <a:extLst>
                    <a:ext uri="{FF2B5EF4-FFF2-40B4-BE49-F238E27FC236}">
                      <a16:creationId xmlns:a16="http://schemas.microsoft.com/office/drawing/2014/main" id="{AC66E974-75D2-B565-A27B-004FDC7C980D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3563" y="2482227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43" name="Picture 342">
                  <a:extLst>
                    <a:ext uri="{FF2B5EF4-FFF2-40B4-BE49-F238E27FC236}">
                      <a16:creationId xmlns:a16="http://schemas.microsoft.com/office/drawing/2014/main" id="{8B578468-091C-2B10-D1D5-C0AF75771E0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4369" y="4833601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344" name="Picture 343">
                  <a:extLst>
                    <a:ext uri="{FF2B5EF4-FFF2-40B4-BE49-F238E27FC236}">
                      <a16:creationId xmlns:a16="http://schemas.microsoft.com/office/drawing/2014/main" id="{17CF8B89-54FE-05B4-C681-364BE963B66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3272365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345" name="Picture 344">
                  <a:extLst>
                    <a:ext uri="{FF2B5EF4-FFF2-40B4-BE49-F238E27FC236}">
                      <a16:creationId xmlns:a16="http://schemas.microsoft.com/office/drawing/2014/main" id="{BC4BCC8B-71F3-A00C-F0D6-6A4F1A64C1BD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75529" y="168816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46" name="Picture 345">
                  <a:extLst>
                    <a:ext uri="{FF2B5EF4-FFF2-40B4-BE49-F238E27FC236}">
                      <a16:creationId xmlns:a16="http://schemas.microsoft.com/office/drawing/2014/main" id="{D351E4EC-5483-3D46-252D-AA23267CAA9B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1701290"/>
                  <a:ext cx="731520" cy="731519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47" name="Picture 346">
                  <a:extLst>
                    <a:ext uri="{FF2B5EF4-FFF2-40B4-BE49-F238E27FC236}">
                      <a16:creationId xmlns:a16="http://schemas.microsoft.com/office/drawing/2014/main" id="{1325E28A-1A47-881A-9498-2B091FC39FB4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3283440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348" name="Picture 347">
                  <a:extLst>
                    <a:ext uri="{FF2B5EF4-FFF2-40B4-BE49-F238E27FC236}">
                      <a16:creationId xmlns:a16="http://schemas.microsoft.com/office/drawing/2014/main" id="{9746C2DD-30B8-E593-619C-74484EB57D8E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6357" y="4046439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349" name="Picture 348">
                  <a:extLst>
                    <a:ext uri="{FF2B5EF4-FFF2-40B4-BE49-F238E27FC236}">
                      <a16:creationId xmlns:a16="http://schemas.microsoft.com/office/drawing/2014/main" id="{1D621096-2D07-474C-F678-A2D38602549A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3563" y="169784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50" name="Picture 349">
                  <a:extLst>
                    <a:ext uri="{FF2B5EF4-FFF2-40B4-BE49-F238E27FC236}">
                      <a16:creationId xmlns:a16="http://schemas.microsoft.com/office/drawing/2014/main" id="{A639FB9D-294E-AB4D-1F95-3736A6C43836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164" y="2472285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51" name="Picture 350">
                  <a:extLst>
                    <a:ext uri="{FF2B5EF4-FFF2-40B4-BE49-F238E27FC236}">
                      <a16:creationId xmlns:a16="http://schemas.microsoft.com/office/drawing/2014/main" id="{42C82C89-D599-8BCD-9AD6-595D64260E02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60555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52" name="Picture 351">
                  <a:extLst>
                    <a:ext uri="{FF2B5EF4-FFF2-40B4-BE49-F238E27FC236}">
                      <a16:creationId xmlns:a16="http://schemas.microsoft.com/office/drawing/2014/main" id="{1F8F856D-0FAF-1BC7-E013-788BC281C0A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3215" y="1676256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353" name="Picture 352">
                  <a:extLst>
                    <a:ext uri="{FF2B5EF4-FFF2-40B4-BE49-F238E27FC236}">
                      <a16:creationId xmlns:a16="http://schemas.microsoft.com/office/drawing/2014/main" id="{C7A6DB2C-637A-497E-6696-A6BD06D3EAFE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0917" y="4858007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54" name="Picture 353">
                  <a:extLst>
                    <a:ext uri="{FF2B5EF4-FFF2-40B4-BE49-F238E27FC236}">
                      <a16:creationId xmlns:a16="http://schemas.microsoft.com/office/drawing/2014/main" id="{7F2FAEEC-0574-62C0-E53F-986ECC90834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95426" y="2468203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55" name="Picture 354">
                  <a:extLst>
                    <a:ext uri="{FF2B5EF4-FFF2-40B4-BE49-F238E27FC236}">
                      <a16:creationId xmlns:a16="http://schemas.microsoft.com/office/drawing/2014/main" id="{5B024ED7-04E3-7CC4-7829-1FA3B44BD669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0901" y="1679085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356" name="Picture 355">
                  <a:extLst>
                    <a:ext uri="{FF2B5EF4-FFF2-40B4-BE49-F238E27FC236}">
                      <a16:creationId xmlns:a16="http://schemas.microsoft.com/office/drawing/2014/main" id="{B3D888F9-46CC-93D7-8BF4-8E6A3475246C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5086" y="4833601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57" name="Picture 356">
                  <a:extLst>
                    <a:ext uri="{FF2B5EF4-FFF2-40B4-BE49-F238E27FC236}">
                      <a16:creationId xmlns:a16="http://schemas.microsoft.com/office/drawing/2014/main" id="{7CF8007F-0401-73CA-3366-2A5ADB17EAAB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3267446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58" name="Picture 357">
                  <a:extLst>
                    <a:ext uri="{FF2B5EF4-FFF2-40B4-BE49-F238E27FC236}">
                      <a16:creationId xmlns:a16="http://schemas.microsoft.com/office/drawing/2014/main" id="{5C87955D-6027-1402-FC0B-386C62616030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4369" y="4050524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59" name="Picture 358">
                  <a:extLst>
                    <a:ext uri="{FF2B5EF4-FFF2-40B4-BE49-F238E27FC236}">
                      <a16:creationId xmlns:a16="http://schemas.microsoft.com/office/drawing/2014/main" id="{0414567E-DC5C-C028-79D9-BAD51B92551D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98785" y="32635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60" name="Picture 359">
                  <a:extLst>
                    <a:ext uri="{FF2B5EF4-FFF2-40B4-BE49-F238E27FC236}">
                      <a16:creationId xmlns:a16="http://schemas.microsoft.com/office/drawing/2014/main" id="{460033CA-5D2A-B9BC-F14A-0B7E0A14EF5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7473" y="4838914"/>
                  <a:ext cx="731520" cy="731520"/>
                </a:xfrm>
                <a:prstGeom prst="rect">
                  <a:avLst/>
                </a:prstGeom>
                <a:ln w="38100">
                  <a:noFill/>
                </a:ln>
                <a:effectLst>
                  <a:softEdge rad="0"/>
                </a:effectLst>
              </p:spPr>
            </p:pic>
            <p:pic>
              <p:nvPicPr>
                <p:cNvPr id="361" name="Picture 360">
                  <a:extLst>
                    <a:ext uri="{FF2B5EF4-FFF2-40B4-BE49-F238E27FC236}">
                      <a16:creationId xmlns:a16="http://schemas.microsoft.com/office/drawing/2014/main" id="{3BB4C6D8-A112-C0C9-BE2B-ED1B646AD2FF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09366" y="4046439"/>
                  <a:ext cx="731520" cy="731520"/>
                </a:xfrm>
                <a:prstGeom prst="rect">
                  <a:avLst/>
                </a:prstGeom>
                <a:effectLst>
                  <a:softEdge rad="0"/>
                </a:effectLst>
              </p:spPr>
            </p:pic>
            <p:pic>
              <p:nvPicPr>
                <p:cNvPr id="362" name="Picture 361">
                  <a:extLst>
                    <a:ext uri="{FF2B5EF4-FFF2-40B4-BE49-F238E27FC236}">
                      <a16:creationId xmlns:a16="http://schemas.microsoft.com/office/drawing/2014/main" id="{24046F6E-C237-3620-8430-44DB4609080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29426" y="4046439"/>
                  <a:ext cx="734469" cy="731520"/>
                </a:xfrm>
                <a:prstGeom prst="rect">
                  <a:avLst/>
                </a:prstGeom>
              </p:spPr>
            </p:pic>
            <p:pic>
              <p:nvPicPr>
                <p:cNvPr id="363" name="Picture 362">
                  <a:extLst>
                    <a:ext uri="{FF2B5EF4-FFF2-40B4-BE49-F238E27FC236}">
                      <a16:creationId xmlns:a16="http://schemas.microsoft.com/office/drawing/2014/main" id="{C76D2C9F-2EA4-C6C0-72A2-5B13E41848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31638" y="4840684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364" name="Picture 363">
                  <a:extLst>
                    <a:ext uri="{FF2B5EF4-FFF2-40B4-BE49-F238E27FC236}">
                      <a16:creationId xmlns:a16="http://schemas.microsoft.com/office/drawing/2014/main" id="{7E623741-AB38-89D9-FF7D-9BBCA6E909E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522043" y="2475851"/>
                  <a:ext cx="731520" cy="731520"/>
                </a:xfrm>
                <a:prstGeom prst="rect">
                  <a:avLst/>
                </a:prstGeom>
              </p:spPr>
            </p:pic>
            <p:pic>
              <p:nvPicPr>
                <p:cNvPr id="365" name="Picture 364">
                  <a:extLst>
                    <a:ext uri="{FF2B5EF4-FFF2-40B4-BE49-F238E27FC236}">
                      <a16:creationId xmlns:a16="http://schemas.microsoft.com/office/drawing/2014/main" id="{E97A3B17-629D-C682-A66B-0D33A3F2408B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2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057769" y="2475851"/>
                  <a:ext cx="731520" cy="731520"/>
                </a:xfrm>
                <a:prstGeom prst="rect">
                  <a:avLst/>
                </a:prstGeom>
                <a:ln w="38100">
                  <a:solidFill>
                    <a:srgbClr val="FF0000"/>
                  </a:solidFill>
                </a:ln>
                <a:effectLst>
                  <a:softEdge rad="0"/>
                </a:effectLst>
              </p:spPr>
            </p:pic>
          </p:grpSp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4C2FA776-5CFF-476E-D415-2A71745439D7}"/>
                  </a:ext>
                </a:extLst>
              </p:cNvPr>
              <p:cNvSpPr txBox="1"/>
              <p:nvPr/>
            </p:nvSpPr>
            <p:spPr>
              <a:xfrm>
                <a:off x="4367589" y="2911241"/>
                <a:ext cx="515883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FF0000"/>
                    </a:highlight>
                  </a:rPr>
                  <a:t>*RP</a:t>
                </a:r>
              </a:p>
            </p:txBody>
          </p:sp>
          <p:sp>
            <p:nvSpPr>
              <p:cNvPr id="340" name="TextBox 339">
                <a:extLst>
                  <a:ext uri="{FF2B5EF4-FFF2-40B4-BE49-F238E27FC236}">
                    <a16:creationId xmlns:a16="http://schemas.microsoft.com/office/drawing/2014/main" id="{8B1DF5DA-262F-41B6-B453-9E025A5B4848}"/>
                  </a:ext>
                </a:extLst>
              </p:cNvPr>
              <p:cNvSpPr txBox="1"/>
              <p:nvPr/>
            </p:nvSpPr>
            <p:spPr>
              <a:xfrm>
                <a:off x="3668922" y="3719589"/>
                <a:ext cx="487255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FF00"/>
                    </a:highlight>
                  </a:rPr>
                  <a:t>*DI</a:t>
                </a: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657B3854-D8B7-8AF0-B572-3BAF32FE7011}"/>
                  </a:ext>
                </a:extLst>
              </p:cNvPr>
              <p:cNvSpPr txBox="1"/>
              <p:nvPr/>
            </p:nvSpPr>
            <p:spPr>
              <a:xfrm>
                <a:off x="3535141" y="3279896"/>
                <a:ext cx="550237" cy="2848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0000"/>
                    </a:highlight>
                  </a:rPr>
                  <a:t>*PW</a:t>
                </a:r>
              </a:p>
            </p:txBody>
          </p:sp>
        </p:grpSp>
      </p:grpSp>
      <p:sp>
        <p:nvSpPr>
          <p:cNvPr id="367" name="TextBox 366">
            <a:extLst>
              <a:ext uri="{FF2B5EF4-FFF2-40B4-BE49-F238E27FC236}">
                <a16:creationId xmlns:a16="http://schemas.microsoft.com/office/drawing/2014/main" id="{8D8C3C60-960A-3BEB-7436-3EADFCC34E2B}"/>
              </a:ext>
            </a:extLst>
          </p:cNvPr>
          <p:cNvSpPr txBox="1"/>
          <p:nvPr/>
        </p:nvSpPr>
        <p:spPr>
          <a:xfrm>
            <a:off x="1892192" y="753537"/>
            <a:ext cx="1877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00FF00"/>
                </a:solidFill>
              </a:rPr>
              <a:t>1.Direction Indicator </a:t>
            </a:r>
            <a:r>
              <a:rPr lang="en-US" sz="1000" dirty="0"/>
              <a:t>At North of </a:t>
            </a:r>
            <a:r>
              <a:rPr lang="en-US" sz="1000" b="1" dirty="0">
                <a:solidFill>
                  <a:srgbClr val="FF0000"/>
                </a:solidFill>
              </a:rPr>
              <a:t>Registered Password</a:t>
            </a: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D986FCF7-02B7-EC09-2C11-A6439A06EA9B}"/>
              </a:ext>
            </a:extLst>
          </p:cNvPr>
          <p:cNvSpPr txBox="1"/>
          <p:nvPr/>
        </p:nvSpPr>
        <p:spPr>
          <a:xfrm>
            <a:off x="1734205" y="3483973"/>
            <a:ext cx="21857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00FF00"/>
                </a:solidFill>
              </a:rPr>
              <a:t>5.Direction Indicator </a:t>
            </a:r>
            <a:r>
              <a:rPr lang="en-US" sz="1000" dirty="0"/>
              <a:t>At Northeast of </a:t>
            </a:r>
            <a:r>
              <a:rPr lang="en-US" sz="1000" b="1" dirty="0">
                <a:solidFill>
                  <a:srgbClr val="FF0000"/>
                </a:solidFill>
              </a:rPr>
              <a:t>Registered Password</a:t>
            </a:r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8857559-DF0D-5B22-8E87-6953BA2A9300}"/>
              </a:ext>
            </a:extLst>
          </p:cNvPr>
          <p:cNvSpPr txBox="1"/>
          <p:nvPr/>
        </p:nvSpPr>
        <p:spPr>
          <a:xfrm>
            <a:off x="4192970" y="753537"/>
            <a:ext cx="19030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00FF00"/>
                </a:solidFill>
              </a:rPr>
              <a:t>2.Direction Indicator </a:t>
            </a:r>
            <a:r>
              <a:rPr lang="en-US" sz="1000" dirty="0"/>
              <a:t>At South of </a:t>
            </a:r>
            <a:r>
              <a:rPr lang="en-US" sz="1000" b="1" dirty="0">
                <a:solidFill>
                  <a:srgbClr val="FF0000"/>
                </a:solidFill>
              </a:rPr>
              <a:t>Registered Password</a:t>
            </a: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6192C5C4-2FE8-BC53-EA48-57514B0B12C4}"/>
              </a:ext>
            </a:extLst>
          </p:cNvPr>
          <p:cNvSpPr txBox="1"/>
          <p:nvPr/>
        </p:nvSpPr>
        <p:spPr>
          <a:xfrm>
            <a:off x="6483483" y="753537"/>
            <a:ext cx="19030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00FF00"/>
                </a:solidFill>
              </a:rPr>
              <a:t>3.Direction Indicator </a:t>
            </a:r>
            <a:r>
              <a:rPr lang="en-US" sz="1000" dirty="0"/>
              <a:t>At East of </a:t>
            </a:r>
            <a:r>
              <a:rPr lang="en-US" sz="1000" b="1" dirty="0">
                <a:solidFill>
                  <a:srgbClr val="FF0000"/>
                </a:solidFill>
              </a:rPr>
              <a:t>Registered Password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43313E37-0436-54F9-FD1F-EB0CFA4253DE}"/>
              </a:ext>
            </a:extLst>
          </p:cNvPr>
          <p:cNvSpPr txBox="1"/>
          <p:nvPr/>
        </p:nvSpPr>
        <p:spPr>
          <a:xfrm>
            <a:off x="8771775" y="749609"/>
            <a:ext cx="18439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00FF00"/>
                </a:solidFill>
              </a:rPr>
              <a:t>4.Direction Indicator </a:t>
            </a:r>
            <a:r>
              <a:rPr lang="en-US" sz="1000" dirty="0"/>
              <a:t>At West of </a:t>
            </a:r>
            <a:r>
              <a:rPr lang="en-US" sz="1000" b="1" dirty="0">
                <a:solidFill>
                  <a:srgbClr val="FF0000"/>
                </a:solidFill>
              </a:rPr>
              <a:t>Registered Password</a:t>
            </a:r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D98DA9E3-AF79-AAD3-4186-AF8575D57533}"/>
              </a:ext>
            </a:extLst>
          </p:cNvPr>
          <p:cNvSpPr txBox="1"/>
          <p:nvPr/>
        </p:nvSpPr>
        <p:spPr>
          <a:xfrm>
            <a:off x="4029767" y="3488147"/>
            <a:ext cx="21857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00FF00"/>
                </a:solidFill>
              </a:rPr>
              <a:t>6.Direction Indicator </a:t>
            </a:r>
            <a:r>
              <a:rPr lang="en-US" sz="1000" dirty="0"/>
              <a:t>At Northwest of </a:t>
            </a:r>
            <a:r>
              <a:rPr lang="en-US" sz="1000" b="1" dirty="0">
                <a:solidFill>
                  <a:srgbClr val="FF0000"/>
                </a:solidFill>
              </a:rPr>
              <a:t>Registered Password</a:t>
            </a:r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CE57976C-3D69-4F70-EEC8-130B2221E94A}"/>
              </a:ext>
            </a:extLst>
          </p:cNvPr>
          <p:cNvSpPr txBox="1"/>
          <p:nvPr/>
        </p:nvSpPr>
        <p:spPr>
          <a:xfrm>
            <a:off x="6341435" y="3474918"/>
            <a:ext cx="21857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00FF00"/>
                </a:solidFill>
              </a:rPr>
              <a:t>7.Direction Indicator </a:t>
            </a:r>
            <a:r>
              <a:rPr lang="en-US" sz="1000" dirty="0"/>
              <a:t>At Southeast of </a:t>
            </a:r>
            <a:r>
              <a:rPr lang="en-US" sz="1000" b="1" dirty="0">
                <a:solidFill>
                  <a:srgbClr val="FF0000"/>
                </a:solidFill>
              </a:rPr>
              <a:t>Registered Password</a:t>
            </a: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0BDD204F-691E-FC00-FE5A-F34CC75325F1}"/>
              </a:ext>
            </a:extLst>
          </p:cNvPr>
          <p:cNvSpPr txBox="1"/>
          <p:nvPr/>
        </p:nvSpPr>
        <p:spPr>
          <a:xfrm>
            <a:off x="8618223" y="3487630"/>
            <a:ext cx="21857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00FF00"/>
                </a:solidFill>
              </a:rPr>
              <a:t>8.Direction Indicator </a:t>
            </a:r>
            <a:r>
              <a:rPr lang="en-US" sz="1000" dirty="0"/>
              <a:t>At Southwest of </a:t>
            </a:r>
            <a:r>
              <a:rPr lang="en-US" sz="1000" b="1" dirty="0">
                <a:solidFill>
                  <a:srgbClr val="FF0000"/>
                </a:solidFill>
              </a:rPr>
              <a:t>Registered Password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D9A08CA-E794-7615-1EFF-6506BB2F9C0B}"/>
              </a:ext>
            </a:extLst>
          </p:cNvPr>
          <p:cNvGrpSpPr/>
          <p:nvPr/>
        </p:nvGrpSpPr>
        <p:grpSpPr>
          <a:xfrm>
            <a:off x="4250713" y="19004"/>
            <a:ext cx="6395270" cy="546289"/>
            <a:chOff x="4247416" y="109504"/>
            <a:chExt cx="6395270" cy="546289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FDECE45-4F2C-189C-DC4C-C1218AB0D158}"/>
                </a:ext>
              </a:extLst>
            </p:cNvPr>
            <p:cNvGrpSpPr/>
            <p:nvPr/>
          </p:nvGrpSpPr>
          <p:grpSpPr>
            <a:xfrm>
              <a:off x="4247416" y="109504"/>
              <a:ext cx="6395270" cy="401914"/>
              <a:chOff x="3617977" y="80327"/>
              <a:chExt cx="6395270" cy="579223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194A68A-9A70-FB96-8532-DDCFBC93F657}"/>
                  </a:ext>
                </a:extLst>
              </p:cNvPr>
              <p:cNvSpPr txBox="1"/>
              <p:nvPr/>
            </p:nvSpPr>
            <p:spPr>
              <a:xfrm>
                <a:off x="3617977" y="195744"/>
                <a:ext cx="308098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0000"/>
                    </a:highlight>
                  </a:rPr>
                  <a:t>*PW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C7CD16E-8D94-6D3C-FE04-619C67BA1C91}"/>
                  </a:ext>
                </a:extLst>
              </p:cNvPr>
              <p:cNvSpPr txBox="1"/>
              <p:nvPr/>
            </p:nvSpPr>
            <p:spPr>
              <a:xfrm>
                <a:off x="3624858" y="365021"/>
                <a:ext cx="288862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FF0000"/>
                    </a:highlight>
                  </a:rPr>
                  <a:t>*RP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C107DB-692D-8CD0-E109-DF73A66E29BE}"/>
                  </a:ext>
                </a:extLst>
              </p:cNvPr>
              <p:cNvSpPr txBox="1"/>
              <p:nvPr/>
            </p:nvSpPr>
            <p:spPr>
              <a:xfrm>
                <a:off x="3900454" y="80327"/>
                <a:ext cx="6106160" cy="3548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000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Actual Password to Click</a:t>
                </a:r>
                <a:endParaRPr lang="en-US" sz="1000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0476D1-871D-6A94-4C7C-C72EB2C47D47}"/>
                  </a:ext>
                </a:extLst>
              </p:cNvPr>
              <p:cNvSpPr txBox="1"/>
              <p:nvPr/>
            </p:nvSpPr>
            <p:spPr>
              <a:xfrm>
                <a:off x="3907087" y="304706"/>
                <a:ext cx="6106160" cy="3548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000" dirty="0">
                    <a:ln w="0"/>
                    <a:solidFill>
                      <a:srgbClr val="FF0000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Registered Password</a:t>
                </a:r>
                <a:endParaRPr lang="en-US" sz="1000" dirty="0"/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49DE991-9D9B-F2AC-B217-043800B5E8B0}"/>
                </a:ext>
              </a:extLst>
            </p:cNvPr>
            <p:cNvSpPr txBox="1"/>
            <p:nvPr/>
          </p:nvSpPr>
          <p:spPr>
            <a:xfrm>
              <a:off x="4260378" y="448538"/>
              <a:ext cx="27283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highlight>
                    <a:srgbClr val="00FF00"/>
                  </a:highlight>
                </a:rPr>
                <a:t>*DI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9C5B443-0DE9-E9B0-8DAE-6D2FA4BD3801}"/>
                </a:ext>
              </a:extLst>
            </p:cNvPr>
            <p:cNvSpPr txBox="1"/>
            <p:nvPr/>
          </p:nvSpPr>
          <p:spPr>
            <a:xfrm>
              <a:off x="4536526" y="409572"/>
              <a:ext cx="610616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>
                  <a:ln w="0"/>
                  <a:solidFill>
                    <a:srgbClr val="00FF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Direction Indicator</a:t>
              </a:r>
              <a:endParaRPr lang="en-US" sz="1000" dirty="0">
                <a:solidFill>
                  <a:srgbClr val="00FF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163603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1617F-7A37-865A-E297-3927A079E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C639E1BA-0EC8-1448-58D1-717A67F5AA23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6F7FB7D4-262F-5CB5-1836-6015D2C50580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4149214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Special Case Example</a:t>
            </a:r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1F074A58-1338-65FB-C614-6FA51665CC83}"/>
              </a:ext>
            </a:extLst>
          </p:cNvPr>
          <p:cNvSpPr txBox="1"/>
          <p:nvPr/>
        </p:nvSpPr>
        <p:spPr>
          <a:xfrm>
            <a:off x="5255421" y="1639555"/>
            <a:ext cx="1877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00FF00"/>
                </a:solidFill>
              </a:rPr>
              <a:t>Direction Indicator </a:t>
            </a:r>
            <a:r>
              <a:rPr lang="en-US" sz="1000" b="1" dirty="0"/>
              <a:t>is Same As</a:t>
            </a:r>
            <a:r>
              <a:rPr lang="en-US" sz="1000" dirty="0"/>
              <a:t> </a:t>
            </a:r>
            <a:r>
              <a:rPr lang="en-US" sz="1000" b="1" dirty="0">
                <a:solidFill>
                  <a:srgbClr val="FF0000"/>
                </a:solidFill>
              </a:rPr>
              <a:t>Registered Password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6EF02C4-D55E-8541-467A-2A7A5B36B5F7}"/>
              </a:ext>
            </a:extLst>
          </p:cNvPr>
          <p:cNvGrpSpPr/>
          <p:nvPr/>
        </p:nvGrpSpPr>
        <p:grpSpPr>
          <a:xfrm>
            <a:off x="4639119" y="2035277"/>
            <a:ext cx="2913762" cy="2900518"/>
            <a:chOff x="856258" y="1709246"/>
            <a:chExt cx="3969031" cy="3893119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ECAF21A-C117-E806-765C-9A9166F2D8A6}"/>
                </a:ext>
              </a:extLst>
            </p:cNvPr>
            <p:cNvGrpSpPr/>
            <p:nvPr/>
          </p:nvGrpSpPr>
          <p:grpSpPr>
            <a:xfrm>
              <a:off x="965426" y="1709246"/>
              <a:ext cx="3859863" cy="3893119"/>
              <a:chOff x="6929426" y="1679085"/>
              <a:chExt cx="3859863" cy="3893119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9A14C4C1-DE79-6578-B7C6-6F31ADFFDE39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53563" y="2482227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539F0B1E-871C-E35B-2BA0-B2CD9653242A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69" y="4833601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D29F89AF-287E-84A3-B9EE-3FFBDD26B3B1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0363" y="4042843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44796EAE-281F-9B41-5F6F-1840DA4AA09B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5529" y="168816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79D08A21-7297-5981-3F57-2AFFD15B8E7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170129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41261ACA-84FE-BD81-B569-15AE5C2B84B7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0638" y="326660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171BA8DD-EFC1-42E8-2715-B94A51C9BF5E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29426" y="3261895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C2AB1C49-B93A-3A2B-71D5-7F990CE92C89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6357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1E0345D2-CF4F-1EC8-CA97-4D4AB5AF9A49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53563" y="169784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B9808773-2071-C819-07FA-3B69D62321EB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164" y="247228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B851C8D2-1581-C5C6-7CE2-FD783370ABE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2045" y="4833601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8644D140-D12A-9219-7DD0-EDA413B8E3A8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4720" y="483714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0E9DE310-503A-1D24-49D9-C92489EDF13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90779" y="168131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AEA774D0-B7BB-82AD-7D1C-37B27E2822A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95426" y="246820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9F8F75A0-E98B-9D91-8DCB-C58CEA2E3FCA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901" y="167908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3A179913-604B-2C0B-3951-27A40F0AF0BE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2484368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431A14EF-67C1-7E1C-B8C9-C388AB6737F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3267446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4994A7F6-748D-2CBB-495A-60A8B100F240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69" y="405052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4717690B-87D1-0CA8-E6AD-B80CCB5FFBE9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98785" y="32635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11D69B94-0BED-C93B-DEFF-A7F2B931A00C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7473" y="483891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9" name="Picture 38">
                <a:extLst>
                  <a:ext uri="{FF2B5EF4-FFF2-40B4-BE49-F238E27FC236}">
                    <a16:creationId xmlns:a16="http://schemas.microsoft.com/office/drawing/2014/main" id="{798A7E00-6164-F8FD-5B25-7F07EA65ADA9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9366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466EB6CC-E07E-F885-3E2B-810E260CA0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29426" y="4046439"/>
                <a:ext cx="734469" cy="731520"/>
              </a:xfrm>
              <a:prstGeom prst="rect">
                <a:avLst/>
              </a:prstGeom>
            </p:spPr>
          </p:pic>
          <p:pic>
            <p:nvPicPr>
              <p:cNvPr id="41" name="Picture 40">
                <a:extLst>
                  <a:ext uri="{FF2B5EF4-FFF2-40B4-BE49-F238E27FC236}">
                    <a16:creationId xmlns:a16="http://schemas.microsoft.com/office/drawing/2014/main" id="{00B9C632-CC30-BE95-CDA9-84E6FE2981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1638" y="4840684"/>
                <a:ext cx="731520" cy="731520"/>
              </a:xfrm>
              <a:prstGeom prst="rect">
                <a:avLst/>
              </a:prstGeom>
            </p:spPr>
          </p:pic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5DF48DDE-E9B2-B100-34E8-F7EC3F60AC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22043" y="2475851"/>
                <a:ext cx="731520" cy="731520"/>
              </a:xfrm>
              <a:prstGeom prst="rect">
                <a:avLst/>
              </a:prstGeom>
            </p:spPr>
          </p:pic>
          <p:pic>
            <p:nvPicPr>
              <p:cNvPr id="43" name="Picture 42">
                <a:extLst>
                  <a:ext uri="{FF2B5EF4-FFF2-40B4-BE49-F238E27FC236}">
                    <a16:creationId xmlns:a16="http://schemas.microsoft.com/office/drawing/2014/main" id="{EE9FCE2B-DDDB-38D6-249B-AA632E02BCF1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0073" y="3256669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1E91D9-F694-B229-30E0-721D2B816F9E}"/>
                </a:ext>
              </a:extLst>
            </p:cNvPr>
            <p:cNvSpPr txBox="1"/>
            <p:nvPr/>
          </p:nvSpPr>
          <p:spPr>
            <a:xfrm>
              <a:off x="1240832" y="3714416"/>
              <a:ext cx="393478" cy="2272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highlight>
                    <a:srgbClr val="FF0000"/>
                  </a:highlight>
                </a:rPr>
                <a:t>*RP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2799670-374F-6F09-3B23-B41B54B2A848}"/>
                </a:ext>
              </a:extLst>
            </p:cNvPr>
            <p:cNvSpPr txBox="1"/>
            <p:nvPr/>
          </p:nvSpPr>
          <p:spPr>
            <a:xfrm>
              <a:off x="856258" y="3714416"/>
              <a:ext cx="371643" cy="2272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highlight>
                    <a:srgbClr val="00FF00"/>
                  </a:highlight>
                </a:rPr>
                <a:t>*DI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48A0F06-E973-69E9-9F37-29851CD3DB5F}"/>
                </a:ext>
              </a:extLst>
            </p:cNvPr>
            <p:cNvSpPr txBox="1"/>
            <p:nvPr/>
          </p:nvSpPr>
          <p:spPr>
            <a:xfrm>
              <a:off x="1175365" y="3243908"/>
              <a:ext cx="419681" cy="2272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highlight>
                    <a:srgbClr val="000000"/>
                  </a:highlight>
                </a:rPr>
                <a:t>*PW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325E849-3C3E-AD10-EE18-DE97D6279317}"/>
              </a:ext>
            </a:extLst>
          </p:cNvPr>
          <p:cNvGrpSpPr/>
          <p:nvPr/>
        </p:nvGrpSpPr>
        <p:grpSpPr>
          <a:xfrm>
            <a:off x="4250713" y="19004"/>
            <a:ext cx="6395270" cy="546289"/>
            <a:chOff x="4247416" y="109504"/>
            <a:chExt cx="6395270" cy="546289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8E58718E-C2D1-C5E0-7B95-D2FCFB255B0A}"/>
                </a:ext>
              </a:extLst>
            </p:cNvPr>
            <p:cNvGrpSpPr/>
            <p:nvPr/>
          </p:nvGrpSpPr>
          <p:grpSpPr>
            <a:xfrm>
              <a:off x="4247416" y="109504"/>
              <a:ext cx="6395270" cy="401914"/>
              <a:chOff x="3617977" y="80327"/>
              <a:chExt cx="6395270" cy="579223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4CA0234-6D47-2ECF-5221-4582BD60A35D}"/>
                  </a:ext>
                </a:extLst>
              </p:cNvPr>
              <p:cNvSpPr txBox="1"/>
              <p:nvPr/>
            </p:nvSpPr>
            <p:spPr>
              <a:xfrm>
                <a:off x="3617977" y="195744"/>
                <a:ext cx="308098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000000"/>
                    </a:highlight>
                  </a:rPr>
                  <a:t>*PW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A2DAB10-7070-2481-EE1E-3F30202C605D}"/>
                  </a:ext>
                </a:extLst>
              </p:cNvPr>
              <p:cNvSpPr txBox="1"/>
              <p:nvPr/>
            </p:nvSpPr>
            <p:spPr>
              <a:xfrm>
                <a:off x="3624858" y="365021"/>
                <a:ext cx="288862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highlight>
                      <a:srgbClr val="FF0000"/>
                    </a:highlight>
                  </a:rPr>
                  <a:t>*RP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B3604AE-808E-F325-DB6E-348A5E643139}"/>
                  </a:ext>
                </a:extLst>
              </p:cNvPr>
              <p:cNvSpPr txBox="1"/>
              <p:nvPr/>
            </p:nvSpPr>
            <p:spPr>
              <a:xfrm>
                <a:off x="3900454" y="80327"/>
                <a:ext cx="6106160" cy="3548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000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Actual Password to Click</a:t>
                </a:r>
                <a:endParaRPr lang="en-US" sz="1000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96B802A-DEF9-F62D-EF3C-1FC639D22D2B}"/>
                  </a:ext>
                </a:extLst>
              </p:cNvPr>
              <p:cNvSpPr txBox="1"/>
              <p:nvPr/>
            </p:nvSpPr>
            <p:spPr>
              <a:xfrm>
                <a:off x="3907087" y="304706"/>
                <a:ext cx="6106160" cy="3548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000" dirty="0">
                    <a:ln w="0"/>
                    <a:solidFill>
                      <a:srgbClr val="FF0000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Registered Password</a:t>
                </a:r>
                <a:endParaRPr lang="en-US" sz="1000" dirty="0"/>
              </a:p>
            </p:txBody>
          </p:sp>
        </p:grp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7DD33EE-C065-65E4-998C-F4ECFE179446}"/>
                </a:ext>
              </a:extLst>
            </p:cNvPr>
            <p:cNvSpPr txBox="1"/>
            <p:nvPr/>
          </p:nvSpPr>
          <p:spPr>
            <a:xfrm>
              <a:off x="4260378" y="448538"/>
              <a:ext cx="27283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highlight>
                    <a:srgbClr val="00FF00"/>
                  </a:highlight>
                </a:rPr>
                <a:t>*DI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5759DD0-9320-9D47-D475-C8228DB2FDCF}"/>
                </a:ext>
              </a:extLst>
            </p:cNvPr>
            <p:cNvSpPr txBox="1"/>
            <p:nvPr/>
          </p:nvSpPr>
          <p:spPr>
            <a:xfrm>
              <a:off x="4536526" y="409572"/>
              <a:ext cx="610616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>
                  <a:ln w="0"/>
                  <a:solidFill>
                    <a:srgbClr val="00FF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Direction Indicator</a:t>
              </a:r>
              <a:endParaRPr lang="en-US" sz="1000" dirty="0">
                <a:solidFill>
                  <a:srgbClr val="00FF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839820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B2CEC-1FB9-1C2D-182C-3311127B7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2541A42-E3E5-A804-00FD-7BD74B4B9E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30775" y="2260555"/>
            <a:ext cx="4679753" cy="1222433"/>
          </a:xfrm>
        </p:spPr>
        <p:txBody>
          <a:bodyPr>
            <a:noAutofit/>
          </a:bodyPr>
          <a:lstStyle/>
          <a:p>
            <a:r>
              <a:rPr lang="en-US" sz="45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Tutorial 3 – Normal Case Example 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C466BD3-877F-A559-35A7-EE6C3F76DDA0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965426" y="1709246"/>
            <a:chExt cx="3859863" cy="3893119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A5EF58C0-B7AF-D2E1-05A4-513D260527BC}"/>
                </a:ext>
              </a:extLst>
            </p:cNvPr>
            <p:cNvGrpSpPr/>
            <p:nvPr/>
          </p:nvGrpSpPr>
          <p:grpSpPr>
            <a:xfrm>
              <a:off x="965426" y="1709246"/>
              <a:ext cx="3859863" cy="3893119"/>
              <a:chOff x="6929426" y="1679085"/>
              <a:chExt cx="3859863" cy="3893119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DE92334A-A915-D94D-3A88-7CD8F2CB5437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2928" y="484068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1CE53B09-662C-EB2D-53C0-0B793E062649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69" y="4833601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09B787AC-F3DD-422E-E4FE-82336B67E35E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164" y="3272365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3ED054D2-2478-F57C-9D6B-7351D3AA0BC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5529" y="168816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5599775D-0542-4309-16BA-BFF87B348DCA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170129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0DB5E94-4039-90A8-5DC6-19FE322EBA3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9366" y="3283440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6D6A1AC-7323-CD59-F1A1-F4A840967EB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6357" y="4046439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24B607F8-5403-2AE5-8702-1E624482D700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53563" y="169784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29D06B31-EA7F-B6F6-F1EB-848EC6CB1050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164" y="247228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D8398B4F-3008-0C97-C843-B66DD5FB2387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60555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FCE61982-EF80-280B-42DE-391433345D1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4720" y="483714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5B5E988B-AF2A-49D6-8506-6E3973780FE8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90779" y="168131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8FF98E85-B957-CAFD-609C-7A2F2539354C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95426" y="246820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6FE61677-A978-C08E-C62E-5F50F2412EC7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901" y="167908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1A95B163-11D3-5C74-C928-0CFE76DB4CF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2484368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44D9A5C3-9935-476E-1718-B92403629FF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3267446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AC9BC551-E6DF-2DF5-29A0-A98ABE9A4CA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69" y="405052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DECFFBA2-7DC9-EF59-136A-64F411EF459A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98785" y="32635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C9D1B628-5DF9-4932-D665-A573AA34762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7473" y="483891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FF56D32F-477D-494D-2AE4-00D2A109947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9366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4A0F717C-D522-CBDC-228B-D313273A80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29426" y="4046439"/>
                <a:ext cx="734469" cy="731520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663553F0-3355-16E6-1DBC-174DC3A8A7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1638" y="4840684"/>
                <a:ext cx="731520" cy="731520"/>
              </a:xfrm>
              <a:prstGeom prst="rect">
                <a:avLst/>
              </a:prstGeom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BEE155B9-17A4-8C16-2AA2-D9FBC673C4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22043" y="2475851"/>
                <a:ext cx="731520" cy="731520"/>
              </a:xfrm>
              <a:prstGeom prst="rect">
                <a:avLst/>
              </a:prstGeom>
            </p:spPr>
          </p:pic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E65E8E0C-2E6E-DF16-147C-ECCF7AAB0E0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2928" y="3280299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</p:grp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08340E70-C361-19DE-45F8-611DF9204EF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08928" y="2512388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</p:grpSp>
    </p:spTree>
    <p:extLst>
      <p:ext uri="{BB962C8B-B14F-4D97-AF65-F5344CB8AC3E}">
        <p14:creationId xmlns:p14="http://schemas.microsoft.com/office/powerpoint/2010/main" val="15849452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5116A-2959-B42F-6F77-D5336A63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60A7DCD7-7612-8CC1-79DA-CB5E39CFB6DF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A1082CE-5E0D-9767-EAE9-9A06FC30089B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When the</a:t>
            </a:r>
            <a:r>
              <a:rPr lang="en-US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b="1" dirty="0">
                <a:ln w="0"/>
                <a:solidFill>
                  <a:srgbClr val="00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Direction Indicator (*DI)</a:t>
            </a:r>
            <a:r>
              <a:rPr lang="en-US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dirty="0">
                <a:ln w="0"/>
              </a:rPr>
              <a:t>is at North (up) of </a:t>
            </a:r>
            <a:r>
              <a:rPr lang="en-US" b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Registered Password (*RP). </a:t>
            </a:r>
            <a:r>
              <a:rPr lang="en-US" dirty="0">
                <a:ln w="0"/>
              </a:rPr>
              <a:t>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Actual Password to Click (*PW)</a:t>
            </a:r>
            <a:r>
              <a:rPr lang="en-US" b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>
                <a:ln w="0"/>
              </a:rPr>
              <a:t>is at North (up) </a:t>
            </a:r>
            <a:r>
              <a:rPr lang="en-US" b="1" dirty="0">
                <a:ln w="0"/>
                <a:solidFill>
                  <a:srgbClr val="FF0000"/>
                </a:solidFill>
              </a:rPr>
              <a:t>of Registered Password (*RP).</a:t>
            </a:r>
            <a:endParaRPr lang="en-US" dirty="0">
              <a:ln w="0"/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075AA84-19CE-A2D2-97A1-DD62C9024079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6EB0D49-0AA9-A809-ACF7-67A42B94E23A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9504F8D-DDA9-B187-E821-D887B8614D27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4F7F9F60-3CF5-47ED-B1D1-31BB6A15C289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B56F9590-3DF7-CC38-8464-33F5CAA3156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DABB9CA-9400-6DCB-B30D-A0E03093EF3A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5FFBA4A-C8E3-CDB8-648B-E7DF342AF60D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48BD6FD-D00E-4684-6A4F-5B1705E7514E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965426" y="1709246"/>
            <a:chExt cx="3859863" cy="3893119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67FC93B-04DD-4F5E-FBBD-2707BA53EA29}"/>
                </a:ext>
              </a:extLst>
            </p:cNvPr>
            <p:cNvGrpSpPr/>
            <p:nvPr/>
          </p:nvGrpSpPr>
          <p:grpSpPr>
            <a:xfrm>
              <a:off x="965426" y="1709246"/>
              <a:ext cx="3859863" cy="3893119"/>
              <a:chOff x="6929426" y="1679085"/>
              <a:chExt cx="3859863" cy="3893119"/>
            </a:xfrm>
          </p:grpSpPr>
          <p:pic>
            <p:nvPicPr>
              <p:cNvPr id="72" name="Picture 71">
                <a:extLst>
                  <a:ext uri="{FF2B5EF4-FFF2-40B4-BE49-F238E27FC236}">
                    <a16:creationId xmlns:a16="http://schemas.microsoft.com/office/drawing/2014/main" id="{19B7D211-0E7B-DCBC-984D-F2728C09A828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2928" y="484068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5482F5AB-FE74-49BB-CC6B-4C486955916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69" y="4833601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76691A03-DDB3-7E40-8811-33BD39D84948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164" y="3272365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75" name="Picture 74">
                <a:extLst>
                  <a:ext uri="{FF2B5EF4-FFF2-40B4-BE49-F238E27FC236}">
                    <a16:creationId xmlns:a16="http://schemas.microsoft.com/office/drawing/2014/main" id="{74D8A172-DAD6-C0CB-27FF-369968F738F1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5529" y="168816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6" name="Picture 75">
                <a:extLst>
                  <a:ext uri="{FF2B5EF4-FFF2-40B4-BE49-F238E27FC236}">
                    <a16:creationId xmlns:a16="http://schemas.microsoft.com/office/drawing/2014/main" id="{60D21F60-DACE-1FA6-0C8C-3B6364DF3A8C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170129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079C61DC-0EE5-795A-F93E-E22AA2492839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9366" y="3283440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A9A5A21B-4BA1-E196-84AD-D9D661331C2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6357" y="4046439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81" name="Picture 80">
                <a:extLst>
                  <a:ext uri="{FF2B5EF4-FFF2-40B4-BE49-F238E27FC236}">
                    <a16:creationId xmlns:a16="http://schemas.microsoft.com/office/drawing/2014/main" id="{0D854D36-F23E-D62F-EBAC-E42087936E8E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53563" y="169784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890752CD-258F-1AFA-767E-42854031B62A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164" y="247228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3" name="Picture 82">
                <a:extLst>
                  <a:ext uri="{FF2B5EF4-FFF2-40B4-BE49-F238E27FC236}">
                    <a16:creationId xmlns:a16="http://schemas.microsoft.com/office/drawing/2014/main" id="{20292424-6879-8EC7-7996-E0CF955B31EB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60555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07D9FDCA-BCA4-E225-5F3C-927A85E37381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4720" y="483714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7A733DEA-D2E4-4E13-0C4C-899AE3B882E0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90779" y="168131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6" name="Picture 85">
                <a:extLst>
                  <a:ext uri="{FF2B5EF4-FFF2-40B4-BE49-F238E27FC236}">
                    <a16:creationId xmlns:a16="http://schemas.microsoft.com/office/drawing/2014/main" id="{DA14CC57-8D09-F647-FAB5-B5D21F3417B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95426" y="246820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EFA22FB3-EA66-FE94-862E-FA6CF6BC2E3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901" y="167908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8" name="Picture 87">
                <a:extLst>
                  <a:ext uri="{FF2B5EF4-FFF2-40B4-BE49-F238E27FC236}">
                    <a16:creationId xmlns:a16="http://schemas.microsoft.com/office/drawing/2014/main" id="{7C57FEA7-CA7E-B7DA-A7CC-E4B5593395F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2484368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D70A00A7-C077-D094-8D37-9E37FDD4C0B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3267446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90" name="Picture 89">
                <a:extLst>
                  <a:ext uri="{FF2B5EF4-FFF2-40B4-BE49-F238E27FC236}">
                    <a16:creationId xmlns:a16="http://schemas.microsoft.com/office/drawing/2014/main" id="{0CA73F55-C27B-8B85-3B42-1DF21DDE681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69" y="405052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C6ED3719-6800-4303-7E9A-09B60A34659E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98785" y="32635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22E3720F-42B4-1B4E-42AF-99AE131100DD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7473" y="483891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93" name="Picture 92">
                <a:extLst>
                  <a:ext uri="{FF2B5EF4-FFF2-40B4-BE49-F238E27FC236}">
                    <a16:creationId xmlns:a16="http://schemas.microsoft.com/office/drawing/2014/main" id="{209F665C-6091-0BC8-572E-73E33460EE4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9366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FE0494F7-DCDA-B3A8-31D3-5FF1447CF9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29426" y="4046439"/>
                <a:ext cx="734469" cy="73152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743E6D27-C93E-1312-F94D-2BB968BF9E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1638" y="4840684"/>
                <a:ext cx="731520" cy="731520"/>
              </a:xfrm>
              <a:prstGeom prst="rect">
                <a:avLst/>
              </a:prstGeom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C79B6B1B-8C1F-8E60-72B0-9188F57BE0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22043" y="2475851"/>
                <a:ext cx="731520" cy="731520"/>
              </a:xfrm>
              <a:prstGeom prst="rect">
                <a:avLst/>
              </a:prstGeom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8A28FFB6-F887-20C1-96ED-06227A1647A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2928" y="3280299"/>
                <a:ext cx="731520" cy="731520"/>
              </a:xfrm>
              <a:prstGeom prst="rect">
                <a:avLst/>
              </a:prstGeom>
              <a:ln w="38100">
                <a:solidFill>
                  <a:srgbClr val="FF0000"/>
                </a:solidFill>
              </a:ln>
              <a:effectLst>
                <a:softEdge rad="0"/>
              </a:effectLst>
            </p:spPr>
          </p:pic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E693E2E-80BA-ECFD-2D81-EC527CAE3CFF}"/>
                </a:ext>
              </a:extLst>
            </p:cNvPr>
            <p:cNvSpPr txBox="1"/>
            <p:nvPr/>
          </p:nvSpPr>
          <p:spPr>
            <a:xfrm>
              <a:off x="3575373" y="3736706"/>
              <a:ext cx="5629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highlight>
                    <a:srgbClr val="FF0000"/>
                  </a:highlight>
                </a:rPr>
                <a:t>*RP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297D1F0-DD63-6E75-C138-9E536749DF3B}"/>
                </a:ext>
              </a:extLst>
            </p:cNvPr>
            <p:cNvSpPr txBox="1"/>
            <p:nvPr/>
          </p:nvSpPr>
          <p:spPr>
            <a:xfrm>
              <a:off x="3653647" y="2922886"/>
              <a:ext cx="5084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highlight>
                    <a:srgbClr val="00FF00"/>
                  </a:highlight>
                </a:rPr>
                <a:t>*DI</a:t>
              </a:r>
            </a:p>
          </p:txBody>
        </p: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660C8113-2BC8-0DE2-7517-2E307872FD8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08928" y="2512388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F5D5771-4A87-8541-775C-6EF766ED8A38}"/>
                </a:ext>
              </a:extLst>
            </p:cNvPr>
            <p:cNvSpPr txBox="1"/>
            <p:nvPr/>
          </p:nvSpPr>
          <p:spPr>
            <a:xfrm>
              <a:off x="3641449" y="2956867"/>
              <a:ext cx="5084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highlight>
                    <a:srgbClr val="00FF00"/>
                  </a:highlight>
                </a:rPr>
                <a:t>*DI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90062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715-DC26-A4C9-52E0-F5EEA2098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A56E2E14-5BD1-893A-3D88-139ADCF37453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F672500-685F-85D1-7EEB-9CFCCB4A66BA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So, 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*PW</a:t>
            </a:r>
            <a:r>
              <a:rPr lang="en-US" b="1" dirty="0">
                <a:ln w="0"/>
              </a:rPr>
              <a:t> </a:t>
            </a:r>
            <a:r>
              <a:rPr lang="en-US" dirty="0">
                <a:ln w="0"/>
              </a:rPr>
              <a:t>is 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CDD2DD52-79A1-0B43-0E3E-ED4362C41A87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6598057-5455-075A-8A7C-8E371317C869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4C8B18D-2412-038D-D771-BC67ECDE8DC5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3BB89246-FDBC-472D-DDD1-491BA591177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215A5EC9-2B37-B765-A65B-FB5AE9AE284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B55197B-E980-7245-F23E-66336F7FD950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21F3171-EFEF-A9E7-2B0F-236DA3B24D87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4637A62-B4DB-0CDC-B025-81B584C4F483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965426" y="1709246"/>
            <a:chExt cx="3859863" cy="3893119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E068BA9-1AEB-0A37-4D1F-21FFD754306E}"/>
                </a:ext>
              </a:extLst>
            </p:cNvPr>
            <p:cNvGrpSpPr/>
            <p:nvPr/>
          </p:nvGrpSpPr>
          <p:grpSpPr>
            <a:xfrm>
              <a:off x="965426" y="1709246"/>
              <a:ext cx="3859863" cy="3893119"/>
              <a:chOff x="6929426" y="1679085"/>
              <a:chExt cx="3859863" cy="3893119"/>
            </a:xfrm>
          </p:grpSpPr>
          <p:pic>
            <p:nvPicPr>
              <p:cNvPr id="72" name="Picture 71">
                <a:extLst>
                  <a:ext uri="{FF2B5EF4-FFF2-40B4-BE49-F238E27FC236}">
                    <a16:creationId xmlns:a16="http://schemas.microsoft.com/office/drawing/2014/main" id="{4ECB8F04-6341-E22D-02A9-F01D562C647D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2928" y="484068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31CC77A3-9E67-E57C-B7AD-1CC6165D9E2E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69" y="4833601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DD38C170-E200-46B5-C2AA-6C0AFD1345BA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164" y="3272365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75" name="Picture 74">
                <a:extLst>
                  <a:ext uri="{FF2B5EF4-FFF2-40B4-BE49-F238E27FC236}">
                    <a16:creationId xmlns:a16="http://schemas.microsoft.com/office/drawing/2014/main" id="{DD8DC9FE-3441-A93D-CD0E-575D8BE0A740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5529" y="168816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6" name="Picture 75">
                <a:extLst>
                  <a:ext uri="{FF2B5EF4-FFF2-40B4-BE49-F238E27FC236}">
                    <a16:creationId xmlns:a16="http://schemas.microsoft.com/office/drawing/2014/main" id="{D0E05944-4546-6C7E-2B83-8D26B0E9AAFD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170129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16088B5-F2FF-CDF1-457D-657CDECA3070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9366" y="3283440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47B04EA2-4315-966E-2AC8-D5324C35D70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6357" y="4046439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81" name="Picture 80">
                <a:extLst>
                  <a:ext uri="{FF2B5EF4-FFF2-40B4-BE49-F238E27FC236}">
                    <a16:creationId xmlns:a16="http://schemas.microsoft.com/office/drawing/2014/main" id="{51A46F94-42B2-6991-CA01-33F2D6CA3527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53563" y="169784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8D5836E9-E3AD-ADAC-A4B8-8826432489CE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164" y="247228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3" name="Picture 82">
                <a:extLst>
                  <a:ext uri="{FF2B5EF4-FFF2-40B4-BE49-F238E27FC236}">
                    <a16:creationId xmlns:a16="http://schemas.microsoft.com/office/drawing/2014/main" id="{152A79DE-7A48-22DA-544A-CFB844451BC1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60555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EF68D4E1-5DE9-813F-85CC-5154263B7277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4720" y="483714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FAAFE436-2D69-3633-B049-7E1574B2454D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90779" y="168131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6" name="Picture 85">
                <a:extLst>
                  <a:ext uri="{FF2B5EF4-FFF2-40B4-BE49-F238E27FC236}">
                    <a16:creationId xmlns:a16="http://schemas.microsoft.com/office/drawing/2014/main" id="{93C4054A-DC03-4C2E-E101-F7AF4DB7EA17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95426" y="246820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4E4758C7-D025-8FD7-CA5D-E9380B1C379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901" y="167908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8" name="Picture 87">
                <a:extLst>
                  <a:ext uri="{FF2B5EF4-FFF2-40B4-BE49-F238E27FC236}">
                    <a16:creationId xmlns:a16="http://schemas.microsoft.com/office/drawing/2014/main" id="{D779212E-09F4-7216-24DD-8316322A6DEA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2484368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BC1F8922-DD68-C33A-6D6B-76274951C32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3267446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90" name="Picture 89">
                <a:extLst>
                  <a:ext uri="{FF2B5EF4-FFF2-40B4-BE49-F238E27FC236}">
                    <a16:creationId xmlns:a16="http://schemas.microsoft.com/office/drawing/2014/main" id="{4338B753-107B-E8BA-EC6E-124A8F0D99F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69" y="405052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6F2FF909-5921-4B42-2EA5-1B04C9903ED8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98785" y="32635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00EAE7AF-BDFE-D835-F81B-49167220DF8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7473" y="483891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93" name="Picture 92">
                <a:extLst>
                  <a:ext uri="{FF2B5EF4-FFF2-40B4-BE49-F238E27FC236}">
                    <a16:creationId xmlns:a16="http://schemas.microsoft.com/office/drawing/2014/main" id="{7863D80B-A3B2-AA9E-DF3A-F4544B5E048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9366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1A1AA22-8E64-BDAB-6DE6-698273E852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29426" y="4046439"/>
                <a:ext cx="734469" cy="73152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302EE01F-95B5-F9BE-9511-08273859F7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1638" y="4840684"/>
                <a:ext cx="731520" cy="731520"/>
              </a:xfrm>
              <a:prstGeom prst="rect">
                <a:avLst/>
              </a:prstGeom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A576591F-B13B-A4F5-AA8E-C42C100D4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22043" y="2475851"/>
                <a:ext cx="731520" cy="731520"/>
              </a:xfrm>
              <a:prstGeom prst="rect">
                <a:avLst/>
              </a:prstGeom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0FA1A071-BA17-CF05-F0E0-0E306BF44391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2928" y="3280299"/>
                <a:ext cx="731520" cy="731520"/>
              </a:xfrm>
              <a:prstGeom prst="rect">
                <a:avLst/>
              </a:prstGeom>
              <a:ln w="38100">
                <a:solidFill>
                  <a:srgbClr val="FF0000"/>
                </a:solidFill>
              </a:ln>
              <a:effectLst>
                <a:softEdge rad="0"/>
              </a:effectLst>
            </p:spPr>
          </p:pic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AE7280F-BE32-EE90-FA46-31A710770C80}"/>
                </a:ext>
              </a:extLst>
            </p:cNvPr>
            <p:cNvSpPr txBox="1"/>
            <p:nvPr/>
          </p:nvSpPr>
          <p:spPr>
            <a:xfrm>
              <a:off x="3575373" y="3736706"/>
              <a:ext cx="5629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highlight>
                    <a:srgbClr val="FF0000"/>
                  </a:highlight>
                </a:rPr>
                <a:t>*RP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8685963-49E0-F726-52EA-2FA447A0B781}"/>
                </a:ext>
              </a:extLst>
            </p:cNvPr>
            <p:cNvSpPr txBox="1"/>
            <p:nvPr/>
          </p:nvSpPr>
          <p:spPr>
            <a:xfrm>
              <a:off x="3653647" y="2922886"/>
              <a:ext cx="5084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highlight>
                    <a:srgbClr val="00FF00"/>
                  </a:highlight>
                </a:rPr>
                <a:t>*DI</a:t>
              </a:r>
            </a:p>
          </p:txBody>
        </p: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26AAA34-D7D5-31EA-EC78-7E99C1DCCB8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08928" y="2512388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784C3BE-DBD8-1676-150B-2437C05997C9}"/>
                </a:ext>
              </a:extLst>
            </p:cNvPr>
            <p:cNvSpPr txBox="1"/>
            <p:nvPr/>
          </p:nvSpPr>
          <p:spPr>
            <a:xfrm>
              <a:off x="3641449" y="2956867"/>
              <a:ext cx="5084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highlight>
                    <a:srgbClr val="00FF00"/>
                  </a:highlight>
                </a:rPr>
                <a:t>*DI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C18B95C-0A17-6121-3C61-5CDEB2A045E1}"/>
              </a:ext>
            </a:extLst>
          </p:cNvPr>
          <p:cNvPicPr preferRelativeResize="0"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083" y="2410013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83B222-5649-094B-C37F-947517560557}"/>
              </a:ext>
            </a:extLst>
          </p:cNvPr>
          <p:cNvSpPr txBox="1"/>
          <p:nvPr/>
        </p:nvSpPr>
        <p:spPr>
          <a:xfrm>
            <a:off x="3217740" y="2459374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1043808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0D8CF-99CE-CD36-8F35-0401F713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90AEF55A-BC5A-49EB-DF19-E7BF9B697C9F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6555" y="486376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E780AE8A-5C6F-606B-1458-03A57D04BF12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6929426" y="1679085"/>
            <a:chExt cx="3859863" cy="3893119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7312BBFA-86A8-AC7C-35B9-7CCAD9C287A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10E0A7D8-B68F-6C75-90E9-CBB78343DEE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76E734ED-F207-36FA-1E69-8A451D4124B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7236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6968FF40-5601-83FA-2C2B-F6FCEB129A9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6D164D48-4990-6B17-9DC7-547F47CE26A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6C6A47BC-B3F5-746A-A617-A5141C20AA1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981A6761-1194-7A5F-1D09-9D110D75D70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5D03F17B-C514-16CC-C028-4310FEC622D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2B71A32A-E817-8359-8280-940ABA7B90F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68F5ED09-A046-D981-3BC0-8BC8913A99F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7F1ADDFA-0328-2A68-0E21-1281FB08948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4720" y="483714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030AF57E-7FBB-1708-0EE5-C0AC2C02B98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0779" y="16813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CAF58157-9385-4991-4027-65D1B9CD8BA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A3A8DE97-6FA7-9D8A-A46B-CA9C5018F04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852ADD66-2959-4F84-5829-44D0CCB7B8A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9263009-90D9-EE51-0F7F-0840D1227A0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43A4C266-C88A-60CA-6C55-F09BA3A5887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CCB47F95-56AC-69E3-A061-724BE243CD6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C8FDC4D1-61DB-D7A9-0F30-4F272ECA1D6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3620610F-D0DC-1691-15BC-FE2D24B0644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0E584CE1-4238-BAA6-348B-C93DC20B8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2FD666C2-EA92-B323-3233-0E4432BF52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25C89C6D-69C7-5459-884F-C760D3802B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5159D4A9-2DC7-8BD5-0ABF-547B6A6F8BB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2928" y="3280299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DAABD5C-EF9A-E6D3-1CC9-1F90BC9B3970}"/>
              </a:ext>
            </a:extLst>
          </p:cNvPr>
          <p:cNvSpPr txBox="1"/>
          <p:nvPr/>
        </p:nvSpPr>
        <p:spPr>
          <a:xfrm>
            <a:off x="3575373" y="373670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8C4627C-8472-40F3-7771-FB83F55DA6AE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FF5CA86-35AE-1030-7800-E213B3522814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When the</a:t>
            </a:r>
            <a:r>
              <a:rPr lang="en-US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b="1" dirty="0">
                <a:ln w="0"/>
                <a:solidFill>
                  <a:srgbClr val="00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Direction Indicator (*DI)</a:t>
            </a:r>
            <a:r>
              <a:rPr lang="en-US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dirty="0">
                <a:ln w="0"/>
              </a:rPr>
              <a:t>is at South (bottom) of </a:t>
            </a:r>
            <a:r>
              <a:rPr lang="en-US" b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Registered Password (*RP). </a:t>
            </a:r>
            <a:r>
              <a:rPr lang="en-US" dirty="0">
                <a:ln w="0"/>
              </a:rPr>
              <a:t>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Actual Password to Click (*PW)</a:t>
            </a:r>
            <a:r>
              <a:rPr lang="en-US" b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>
                <a:ln w="0"/>
              </a:rPr>
              <a:t>is at South (bottom) </a:t>
            </a:r>
            <a:r>
              <a:rPr lang="en-US" b="1" dirty="0">
                <a:ln w="0"/>
                <a:solidFill>
                  <a:srgbClr val="FF0000"/>
                </a:solidFill>
              </a:rPr>
              <a:t>of Registered Password (*RP). </a:t>
            </a:r>
            <a:endParaRPr lang="en-US" dirty="0">
              <a:ln w="0"/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DC7A53F7-5446-2F8D-A7FE-050E9EBB3484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06C82C-DD8D-BE21-AF5D-197698A3F8F1}"/>
              </a:ext>
            </a:extLst>
          </p:cNvPr>
          <p:cNvSpPr txBox="1"/>
          <p:nvPr/>
        </p:nvSpPr>
        <p:spPr>
          <a:xfrm>
            <a:off x="3641274" y="527426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EF10CBA-5E0C-BBA8-4316-98E35D13AE44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96D8248-87D6-BE42-3804-81D09B259A08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2EB12E2-8D02-F10B-BE47-B3A93758D74C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0A0F8E82-5BA1-FB40-036B-57B38E86AB1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49A1435-EBE0-095F-2D47-1C07FD428E72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D9323B6-7A21-5CEA-52B1-D2FD04DFC692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39620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2DB1B-3C74-D6B5-17D8-DD46F8250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C0D5CB4C-BAF1-3552-076E-6B4E4D3FA064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6555" y="486376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B4F1CA37-8FAC-807D-6FCB-D9EF093C1312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6929426" y="1679085"/>
            <a:chExt cx="3859863" cy="3893119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AEF58064-9FB7-73DD-FDCA-A979F35C9B2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A900D028-3175-3553-7053-10E698B8424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14E624D9-F330-33D8-DB39-7B4CCDC82AC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7236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C7CA07E7-9418-DD85-B71C-BCDA15E11CF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7C65B3B8-7EEC-FBE7-0E5F-01AAC61F9D3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10BBC7F6-861F-DAB1-E08E-F3BA94BAED3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27698209-AB94-6D15-C91C-871ADE859E0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D20F57D1-96B4-DD1E-ECD6-E21B2E005EB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BA551A40-145D-FF41-5C9B-229EB7C4760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5139DA1E-3990-84C7-0E72-3E3C40C281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A5B8ABC-04C3-58EE-AE71-2013A63BED9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4720" y="483714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FCA5007A-8901-B922-3F6E-1DFEE4A582A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0779" y="16813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D6786DD3-53A4-EEFD-212F-EAF45DC6919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BC8C58DA-8924-A728-BF48-B06F12AE4AA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2D292E75-9673-0249-F9E9-B09F7C47D9D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5AB2B2EE-B314-134E-FCD2-B32723268E6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2B494F46-DDC7-3DF1-CB86-9AE1252FC17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E123DB2C-D217-BA46-DA95-4B781A15B57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94C234EA-C973-984C-CF3E-C051E39AFA4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01915F83-68B1-A531-B441-18211FCDBEB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CA0AF557-D0D8-C3E2-7BF8-37EAC5BADC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C9ADEA6C-29B3-4A0F-E1EB-6D39362229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A5BFEE59-8490-4B75-D57F-934C722401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3D0F8D7E-8F5B-C088-6EB9-D3833AF0119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2928" y="3280299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FC0D4902-6119-5C95-7E62-D13B84788917}"/>
              </a:ext>
            </a:extLst>
          </p:cNvPr>
          <p:cNvSpPr txBox="1"/>
          <p:nvPr/>
        </p:nvSpPr>
        <p:spPr>
          <a:xfrm>
            <a:off x="3575373" y="373670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DE3F750-F8AE-65D8-1A39-8A8194570E33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A964038A-1B7D-B9C4-2CEC-F7B452326022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So, 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*PW</a:t>
            </a:r>
            <a:r>
              <a:rPr lang="en-US" b="1" dirty="0">
                <a:ln w="0"/>
              </a:rPr>
              <a:t> </a:t>
            </a:r>
            <a:r>
              <a:rPr lang="en-US" dirty="0">
                <a:ln w="0"/>
              </a:rPr>
              <a:t>is 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6E0ED110-5623-7EDB-C390-040474879D42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9D2DC7-FEC2-93E7-C6CA-0776A45FE1E0}"/>
              </a:ext>
            </a:extLst>
          </p:cNvPr>
          <p:cNvSpPr txBox="1"/>
          <p:nvPr/>
        </p:nvSpPr>
        <p:spPr>
          <a:xfrm>
            <a:off x="3641274" y="527426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1B0D6B2-C38D-8A32-65DE-EFB269DC35F4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F40D021-3D0E-EE6A-3D5D-4A054935E2A7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5D1A2383-3C0E-858C-8F1C-C0C386C54BEB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C3C58A1D-42A6-965B-3F99-A5E2FED32DC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993DD5D-9D52-1DCB-3B82-CDE0BD041EF0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A6E0FFF-71CC-3917-F15E-3B8E20F157BF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A5A41946-FB68-7172-565E-ADC6C6719F77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0769" y="2370453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55F479-5590-7B75-A08A-D164D01CD9C9}"/>
              </a:ext>
            </a:extLst>
          </p:cNvPr>
          <p:cNvSpPr txBox="1"/>
          <p:nvPr/>
        </p:nvSpPr>
        <p:spPr>
          <a:xfrm>
            <a:off x="3499426" y="4501513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26249856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DEB03-A0EF-6309-AAF8-7746D353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80A2CC4E-8BFB-9C61-5554-1EA0A6BF1719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6555" y="486376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57151F86-D8D8-C36B-2ADB-E2634A354EC0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6929426" y="1679085"/>
            <a:chExt cx="3859863" cy="3893119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8A6E2FDC-DE1E-9C69-A063-705FE083A92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AF16109C-B71E-42EB-F969-2830F863479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F9F9981C-110C-8419-794A-93AF4FB2B0C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7236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EF25A25C-DDC3-C517-5C40-CCB77A5F0D1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A17F8458-D08A-0E4D-2758-14B17AAE3DC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B686769D-6DB1-D8DB-C359-AD0B1247A93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03E1906A-32FF-CE96-1579-0ECFA35364E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01902B56-921D-FC52-5AC9-21C58EB5DAB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3F60748E-B050-8C07-88B5-44860420A04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BF9E7F8E-0562-ECE3-57D4-7642744E592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0BB68B38-A34D-4CA9-E488-D06395D2303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DAEB424-93FD-E35D-0F35-D91CE350911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0779" y="16813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09683912-59FC-54C9-566B-1E9D718CE4B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8A436608-DA13-2FD6-E156-904540143F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C8A20B96-0BFD-B3F8-32E7-E818A71806C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C265FA0E-1E0A-0928-6D59-D7892ACEDC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2C230984-26AC-F618-9762-43E0D7A8191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0F9A7659-141E-525F-F1A0-E0904CCF99A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45C246BD-3893-4569-E6D5-8D98D6E1FA5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85F52DAE-A195-DEAF-A41F-7E86E4DE59B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D8790B03-06C5-2D1F-C656-45CDE0CFE1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7D096E5A-FAA3-73D2-F9F7-C6977E873E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23A229DD-A861-1DF2-9D6F-F71EC1690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8FD6DA72-85EF-0379-10A5-89931D6433C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24806" y="4840684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19C06DB6-7F78-ACB2-DAD5-4D70553B5294}"/>
              </a:ext>
            </a:extLst>
          </p:cNvPr>
          <p:cNvSpPr txBox="1"/>
          <p:nvPr/>
        </p:nvSpPr>
        <p:spPr>
          <a:xfrm>
            <a:off x="2060735" y="5298321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B7E487E-075F-C753-2B44-A8411052A8F2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A2D891D-868C-0C70-6411-7FFFCC3F5999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When the </a:t>
            </a:r>
            <a:r>
              <a:rPr lang="en-US" b="1" dirty="0">
                <a:ln w="0"/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 Indicator (*DI)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>
                <a:ln w="0"/>
              </a:rPr>
              <a:t>is at East (right) of </a:t>
            </a:r>
            <a:r>
              <a:rPr lang="en-US" b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Registered Password (*RP</a:t>
            </a:r>
            <a:r>
              <a:rPr lang="en-US" b="1" dirty="0">
                <a:ln w="0"/>
                <a:solidFill>
                  <a:srgbClr val="FF0000"/>
                </a:solidFill>
              </a:rPr>
              <a:t>). </a:t>
            </a:r>
            <a:r>
              <a:rPr lang="en-US" dirty="0">
                <a:ln w="0"/>
              </a:rPr>
              <a:t>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Actual Password to Click (*PW) </a:t>
            </a:r>
            <a:r>
              <a:rPr lang="en-US" dirty="0">
                <a:ln w="0"/>
              </a:rPr>
              <a:t>is at East (right)</a:t>
            </a:r>
            <a:r>
              <a:rPr lang="en-US" b="1" dirty="0">
                <a:ln w="0"/>
              </a:rPr>
              <a:t> </a:t>
            </a:r>
            <a:r>
              <a:rPr lang="en-US" b="1" dirty="0">
                <a:ln w="0"/>
                <a:solidFill>
                  <a:srgbClr val="FF0000"/>
                </a:solidFill>
              </a:rPr>
              <a:t>of Registered Password (*RP). 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F5C0E280-CB05-C3DE-488F-A60B1DF2AA17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2F7BA4-EAEB-3E5C-9984-25450525C63D}"/>
              </a:ext>
            </a:extLst>
          </p:cNvPr>
          <p:cNvSpPr txBox="1"/>
          <p:nvPr/>
        </p:nvSpPr>
        <p:spPr>
          <a:xfrm>
            <a:off x="3641274" y="527426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5A612BA-442D-E0EE-E119-45958409592E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C373779-9098-28B1-EE4F-8DE632BD0DCE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439E6BC0-48C6-7BAE-AF2B-7BAC8DCF354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B0B2F125-86C8-3A87-2A72-20CCA3AB08F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F2CD577-005C-AD68-E449-9FE9D6F67A6C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FA60E8E-1F28-B105-FA16-683FF8362EE7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207159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265BF-5956-66D6-AE23-BB667918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B40F960E-849C-88D0-9122-0D060FF30A4D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6555" y="486376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CF361A08-D3F4-7282-4379-68A2672D0FE6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6929426" y="1679085"/>
            <a:chExt cx="3859863" cy="3893119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CECE82FC-CF9E-58AC-18DA-6199AA3A08D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C1460C67-611E-A10B-5179-4B77AA8F9FD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0C030583-BB38-9A3F-1D36-2D875FD3121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7236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54C2EF01-6303-D5C4-8C7A-FBA8A1E6F47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DCCE87FA-6F13-40AB-A1F3-068DE1A43B3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824CA919-AA96-FC8C-CFF6-E52EE05FA44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3B38E437-58F4-C7EE-C87F-2AAFC7F9541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F8E2529C-8525-E29D-AE4B-DD99AF50352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2BE4112C-60F3-66C2-C815-3B52A90D142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8359B18E-95EA-308C-13F7-783EB5F82C0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5FFDAD9-6810-0CC9-9F3A-229AEBA25D8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7F8A36BF-458D-1923-9B94-D21BDAB6D02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0779" y="16813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846BA535-C83E-8B97-3C4B-E9359C4BD85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0D240A1D-95E3-B506-3EF6-ED8F18A5766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35909274-4BC6-E32C-1294-B83C4EC45DB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7CA763C-074B-6371-E614-2E182E70498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E7A846B0-CBB3-1BFD-A67A-02C83491844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BCB89D98-7443-DA0E-26F9-4209B1E2FEB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68FC845C-F236-EE36-A46D-A048E755F3D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B518A0C0-F0E5-6594-1377-E18C5AFE9CB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80DA695A-52BB-FF56-62DB-01012F840D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5665115F-2FCB-923D-B7FB-083F6F0B6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59C5E0C8-3991-EEFB-9631-56AB3B6D44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00F9E422-86C8-D1DD-16ED-5D072D7CC79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24806" y="4840684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FB568DF-8934-393D-710E-D2A354AF0818}"/>
              </a:ext>
            </a:extLst>
          </p:cNvPr>
          <p:cNvSpPr txBox="1"/>
          <p:nvPr/>
        </p:nvSpPr>
        <p:spPr>
          <a:xfrm>
            <a:off x="2060735" y="5298321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C8395E5-A113-2828-D650-0D7A4D08F0FC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EC675F07-BB20-A9F5-C0A0-B6BCAD1303C0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So, 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*PW</a:t>
            </a:r>
            <a:r>
              <a:rPr lang="en-US" b="1" dirty="0">
                <a:ln w="0"/>
              </a:rPr>
              <a:t> </a:t>
            </a:r>
            <a:r>
              <a:rPr lang="en-US" dirty="0">
                <a:ln w="0"/>
              </a:rPr>
              <a:t>is </a:t>
            </a:r>
            <a:endParaRPr lang="en-US" b="1" dirty="0">
              <a:ln w="0"/>
              <a:solidFill>
                <a:srgbClr val="FF0000"/>
              </a:solidFill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97E3FCBC-5945-5C22-F93D-36D9C6264898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EFCBD8-2E4C-95A3-FDB4-7EA0977EA063}"/>
              </a:ext>
            </a:extLst>
          </p:cNvPr>
          <p:cNvSpPr txBox="1"/>
          <p:nvPr/>
        </p:nvSpPr>
        <p:spPr>
          <a:xfrm>
            <a:off x="3641274" y="527426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7B7EE27-5764-01FF-F5F3-6E723C5E25A9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030BDB6A-4562-FF2D-879B-76E879C4D152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342FA5D8-B0F2-47C2-2F8B-34EF09B516D4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66DF3100-FF29-B98D-BE90-94354A16FBAC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618D13D-CF70-8E16-5F9E-0CA18C0897BE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3BBAFEA-8247-E712-E237-4AE44C4EDB7A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DEC8F8F4-FFB9-37A4-43BF-6FFB9CA289FB}"/>
              </a:ext>
            </a:extLst>
          </p:cNvPr>
          <p:cNvPicPr preferRelativeResize="0"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764" y="2366627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EB38A5-2AD4-C7E2-07AD-F901D58E23CC}"/>
              </a:ext>
            </a:extLst>
          </p:cNvPr>
          <p:cNvSpPr txBox="1"/>
          <p:nvPr/>
        </p:nvSpPr>
        <p:spPr>
          <a:xfrm>
            <a:off x="2722295" y="5299404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21685271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78BC4-FE67-6EEB-B774-C057FB74D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1A561624-B973-9F85-F820-2D83F2E5760A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5366" y="4888168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EDD2A6A4-62A1-9A8A-DDC8-309BA732188C}"/>
              </a:ext>
            </a:extLst>
          </p:cNvPr>
          <p:cNvGrpSpPr/>
          <p:nvPr/>
        </p:nvGrpSpPr>
        <p:grpSpPr>
          <a:xfrm>
            <a:off x="965426" y="1706417"/>
            <a:ext cx="3859863" cy="3913271"/>
            <a:chOff x="6929426" y="1676256"/>
            <a:chExt cx="3859863" cy="3913271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37F2B6FB-A28E-9110-8F9A-51387D736A4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A170C9E6-F197-DD13-7BDC-D13045C5BE5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32635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C62DADCA-8250-297B-7167-8CE81E95AAA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7236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B4C118A-E9A0-A812-4D8E-5C612B3CB4B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8C796361-979B-F4E9-409B-7DDD420B0BD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DE26BCA8-4465-76F8-D7CE-7979EE7F620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EA67E1A9-C8B0-FF26-DE67-F7D9296F38F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CA47C6CB-8D0B-0DEA-F60A-8E74BC40B6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662665D2-D5E1-B692-BDAA-FBEB657FC31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78F55237-E3CD-40CF-37EB-33171C160C7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38D4B9BF-38E4-9D67-7629-DB667D7BF76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3215" y="1676256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C72BC76F-A8AF-EA85-1E5A-2BDB89DF3AF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917" y="48580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4E8CEE3B-683D-7A5A-96F5-3BF53CDCD4D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C525AF99-17B2-C000-641F-6FC2B0139D6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AB826E97-902A-C4A0-5659-E8EBCA97C88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AC82BBD5-0FE4-EDA9-F3E9-797F4DCC12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D0807191-72D2-494F-C442-1212437D8CC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93A6F1FC-ADD0-FD15-CD9E-85525198C9A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E5416F70-23D5-0883-98F1-1BA340E6CE6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02C8E1B6-9639-7FE6-9502-57B70AE52CC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6BF36D43-1734-7CF4-99C9-F26BFDDA1A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DED42BEB-483C-4F7A-217E-B9BAE3C5D6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1CADA8AA-873F-73DA-3C48-1AA716B2E0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17D08249-464D-7483-32CE-6FE4F04BEDE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58007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34E34BF-7F11-E101-AACA-A0572B7B25D1}"/>
              </a:ext>
            </a:extLst>
          </p:cNvPr>
          <p:cNvSpPr txBox="1"/>
          <p:nvPr/>
        </p:nvSpPr>
        <p:spPr>
          <a:xfrm>
            <a:off x="4353172" y="529866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BB0DC1D-226A-538E-341B-EC32FEBC17B8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E7533F46-F247-DD0E-7D8E-A8C68F7F1891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When the </a:t>
            </a:r>
            <a:r>
              <a:rPr lang="en-US" b="1" dirty="0">
                <a:ln w="0"/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 Indicator (*DI)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>
                <a:ln w="0"/>
              </a:rPr>
              <a:t>is at West (left) of </a:t>
            </a:r>
            <a:r>
              <a:rPr lang="en-US" b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Registered Password (*RP</a:t>
            </a:r>
            <a:r>
              <a:rPr lang="en-US" b="1" dirty="0">
                <a:ln w="0"/>
                <a:solidFill>
                  <a:srgbClr val="FF0000"/>
                </a:solidFill>
              </a:rPr>
              <a:t>). </a:t>
            </a:r>
            <a:r>
              <a:rPr lang="en-US" dirty="0">
                <a:ln w="0"/>
              </a:rPr>
              <a:t>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Actual Password to Click (*PW) </a:t>
            </a:r>
            <a:r>
              <a:rPr lang="en-US" dirty="0">
                <a:ln w="0"/>
              </a:rPr>
              <a:t>is at West (left)</a:t>
            </a:r>
            <a:r>
              <a:rPr lang="en-US" b="1" dirty="0">
                <a:ln w="0"/>
              </a:rPr>
              <a:t> </a:t>
            </a:r>
            <a:r>
              <a:rPr lang="en-US" b="1" dirty="0">
                <a:ln w="0"/>
                <a:solidFill>
                  <a:srgbClr val="FF0000"/>
                </a:solidFill>
              </a:rPr>
              <a:t>of Registered Password (*RP).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63AA152B-055B-353B-2329-CC89F72C54E6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7A11A7-3A18-2777-CBB1-C948AEB322DE}"/>
              </a:ext>
            </a:extLst>
          </p:cNvPr>
          <p:cNvSpPr txBox="1"/>
          <p:nvPr/>
        </p:nvSpPr>
        <p:spPr>
          <a:xfrm>
            <a:off x="2090085" y="5298666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B1BBC32-7DF3-D375-7649-3AF5C58EA4FC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614F49A-C08B-0D6F-A7A4-B6FFCF962C8E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98AC125A-B8B7-60CA-5166-498DE196E798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69E19CC7-F818-5EF8-8C33-F9860241A3D0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5D11266-550B-B904-7F27-856D87127077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0E56BF2-B232-F5CE-06B1-4C587083E825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001601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BC221-C054-AB48-71DB-8CD5F4BD5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9F6F1C1D-0202-1D2B-49F9-538E1CB04C60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5366" y="4888168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6F8C1FB9-A346-0477-9FE1-EA07999CC40B}"/>
              </a:ext>
            </a:extLst>
          </p:cNvPr>
          <p:cNvGrpSpPr/>
          <p:nvPr/>
        </p:nvGrpSpPr>
        <p:grpSpPr>
          <a:xfrm>
            <a:off x="965426" y="1706417"/>
            <a:ext cx="3859863" cy="3913271"/>
            <a:chOff x="6929426" y="1676256"/>
            <a:chExt cx="3859863" cy="3913271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65A76120-2EBE-B55B-E8F6-F9BA83A88BD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506E4FD1-F30E-14B3-717B-4C6D559499B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32635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7A354839-86FA-CCB9-896B-DB4B6350098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7236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A083A67B-0799-B1F6-E245-248EBC483AE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E1B9B51F-5768-8D42-50DB-56585544AC2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7DB7F57F-6B83-646B-4BAF-B57B351DC0B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558D5B7E-75C3-A5DB-D6F8-B05BD40102F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E484222C-F1DE-6CF0-C0ED-D5B92DADA03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802CBB85-96B4-8772-512B-F08C1B21585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6039A27F-FD75-09C7-8FB3-ECC8335508E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9FBB4982-B974-816C-2D49-C14D86A04A4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3215" y="1676256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2D3E42B8-E1EA-137B-1639-97143D8CD7D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917" y="48580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495858C2-419C-D399-8585-76D20F96B2E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C4C3E89-80CF-2180-2618-0E323175CEA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7D843F95-684C-CAC1-405C-1E6FF8C7291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9F753497-1967-0EC6-A119-8DE4D94819E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23CD5B43-90AD-7ACB-8299-1FB00B1B7EA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8FE6A39B-CB06-E8B3-CEC8-432F402D7AB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29D70EE7-7947-802F-3808-35CB23B14C0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C8DDAC7D-77F6-EEF3-FF2F-DDDF1BE9078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5434926F-D21C-DB77-BE8E-FDDCF49B42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F0C56890-E117-27A1-90B5-404A6FE1F6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88146FC8-E564-41B0-2CF9-180289700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E81AED99-57F4-BF47-217A-BB8DEB2ED25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58007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DFF4BFF2-49DD-A1FB-0DA5-725E88548E1D}"/>
              </a:ext>
            </a:extLst>
          </p:cNvPr>
          <p:cNvSpPr txBox="1"/>
          <p:nvPr/>
        </p:nvSpPr>
        <p:spPr>
          <a:xfrm>
            <a:off x="4353172" y="529866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386E7D2-03E7-6D4D-E9BB-07B056C45EA8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A1D6DE82-1895-C09E-6A61-B410AB37E949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So, 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*PW</a:t>
            </a:r>
            <a:r>
              <a:rPr lang="en-US" b="1" dirty="0">
                <a:ln w="0"/>
              </a:rPr>
              <a:t> </a:t>
            </a:r>
            <a:r>
              <a:rPr lang="en-US" dirty="0">
                <a:ln w="0"/>
              </a:rPr>
              <a:t>is </a:t>
            </a:r>
            <a:endParaRPr lang="en-US" b="1" dirty="0">
              <a:ln w="0"/>
              <a:solidFill>
                <a:srgbClr val="FF0000"/>
              </a:solidFill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E39D9C08-5105-514C-1E24-789ED4BC58DD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D8D640-8A19-3495-B765-977E53168B80}"/>
              </a:ext>
            </a:extLst>
          </p:cNvPr>
          <p:cNvSpPr txBox="1"/>
          <p:nvPr/>
        </p:nvSpPr>
        <p:spPr>
          <a:xfrm>
            <a:off x="2090085" y="5298666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5DD4DE3-36FB-7B1D-E8F3-3D9447564B13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D2B097C-C7F1-91C3-D788-75E71EF300A0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EB1A96B-B279-A50B-A0BE-F9AFD1D68E5B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6207B761-8624-C50B-C68A-6138C281F91C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AD1404-963C-A56A-AC00-A9B4DA675FEF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609BA16-08E3-EAD9-252E-61837329AFC3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0FE3CBC2-9E06-B1FA-7D91-2D0ACF107DB9}"/>
              </a:ext>
            </a:extLst>
          </p:cNvPr>
          <p:cNvPicPr preferRelativeResize="0">
            <a:picLocks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7596" y="2366627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F40DE0-11A8-1F90-6D7A-61A9C079768F}"/>
              </a:ext>
            </a:extLst>
          </p:cNvPr>
          <p:cNvSpPr txBox="1"/>
          <p:nvPr/>
        </p:nvSpPr>
        <p:spPr>
          <a:xfrm>
            <a:off x="3484005" y="5298666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1476578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E6DC2-6F60-487D-1BA9-CE33CD17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3AE41EE8-DAFF-9546-1201-37A3CD301750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204" y="330909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2A4460E0-FAC4-2AD3-0D6D-2C4765656806}"/>
              </a:ext>
            </a:extLst>
          </p:cNvPr>
          <p:cNvGrpSpPr/>
          <p:nvPr/>
        </p:nvGrpSpPr>
        <p:grpSpPr>
          <a:xfrm>
            <a:off x="965426" y="1706417"/>
            <a:ext cx="3859863" cy="3913271"/>
            <a:chOff x="6929426" y="1676256"/>
            <a:chExt cx="3859863" cy="3913271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DFA9ECC9-2462-9328-9AC2-C8ACFA941AA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01462B17-B145-1B73-7650-7895A0AD99D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7D19C9CC-8EB1-22F3-75F7-9DDC781E7A9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7236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ED25B1AE-9AF7-D1F2-34EF-05CF5D1EF8D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D4B7AAD6-28AD-21DD-A5C7-B38969DCCF6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046F9142-B83A-C1BE-C5EB-4BBA7C34E12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2B25A711-AED5-2C88-3301-C8FC8983658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6474C904-CB8E-125F-E0C6-C2067654B18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9983BC9-293C-D03A-6BC2-5CEDAE500B4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40DF9B52-CAFC-BD17-EF0C-DFB03A88388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5E47CEC3-21F7-6910-3735-87D62FC80C7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3215" y="1676256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37FA46B9-6101-36CD-4A6F-CDED4AE3BB9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917" y="48580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23EEAF89-1F00-36C2-20C1-1587A949301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8ED68087-4F7F-6460-5C07-6034E8A20A2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4F1604FE-E466-807E-1FB1-5E738A599FB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92876022-AD81-3A4F-9EF8-A1A8127F2F3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198FD0A8-955A-855A-0E1F-1C88B4BBDC4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426F2DD1-A125-2623-6AB0-314B55E97FD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B5A0CB50-BAC3-02AB-B52A-B425555FDC5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13564" y="484068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11962C31-8CF0-CA66-D113-95BEFB98CF1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C6E13D6D-4E1B-DA09-1EAD-54AC14D185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6375B33D-3B25-5F35-234D-99DD21680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735F4A32-2DD5-37FF-23E9-2CECC61883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713B5E6-AA3D-2749-941C-65522F8F731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101" y="4858007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05CD76E8-E1F5-44C3-8369-051911831EC9}"/>
              </a:ext>
            </a:extLst>
          </p:cNvPr>
          <p:cNvSpPr txBox="1"/>
          <p:nvPr/>
        </p:nvSpPr>
        <p:spPr>
          <a:xfrm>
            <a:off x="2827495" y="529866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F2F095B-D760-178B-1C25-80618F750E31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752277F-4B24-4EF7-7116-A737C147DD02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When the </a:t>
            </a:r>
            <a:r>
              <a:rPr lang="en-US" b="1" dirty="0">
                <a:ln w="0"/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 Indicator (*DI)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>
                <a:ln w="0"/>
              </a:rPr>
              <a:t>is at Northeast (up &amp; to right) of </a:t>
            </a:r>
            <a:r>
              <a:rPr lang="en-US" b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Registered Password (*RP</a:t>
            </a:r>
            <a:r>
              <a:rPr lang="en-US" b="1" dirty="0">
                <a:ln w="0"/>
                <a:solidFill>
                  <a:srgbClr val="FF0000"/>
                </a:solidFill>
              </a:rPr>
              <a:t>). </a:t>
            </a:r>
            <a:r>
              <a:rPr lang="en-US" dirty="0">
                <a:ln w="0"/>
              </a:rPr>
              <a:t>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Actual Password to Click (*PW) </a:t>
            </a:r>
            <a:r>
              <a:rPr lang="en-US" dirty="0">
                <a:ln w="0"/>
              </a:rPr>
              <a:t>is at Northeast (up &amp; to right)</a:t>
            </a:r>
            <a:r>
              <a:rPr lang="en-US" b="1" dirty="0">
                <a:ln w="0"/>
              </a:rPr>
              <a:t> </a:t>
            </a:r>
            <a:r>
              <a:rPr lang="en-US" b="1" dirty="0">
                <a:ln w="0"/>
                <a:solidFill>
                  <a:srgbClr val="FF0000"/>
                </a:solidFill>
              </a:rPr>
              <a:t>of Registered Password (*RP). 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E30068FF-EDAE-1BA1-4624-E4D9F6A7AF83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AECE67-0156-46C8-732D-5A8F5F2EB6FD}"/>
              </a:ext>
            </a:extLst>
          </p:cNvPr>
          <p:cNvSpPr txBox="1"/>
          <p:nvPr/>
        </p:nvSpPr>
        <p:spPr>
          <a:xfrm>
            <a:off x="3668923" y="371959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BD02699-8905-4313-2963-296DB3F21EF8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C84AE1A-AEBB-BBCD-1BB7-DD3248988265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DD485A30-FAD7-8080-73BA-5755CB26F2F0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8F55ABBA-B5C1-C775-7E95-9E2CA74AFED8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1AD9D14-B61F-16BA-BBD4-354E060AB7A7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357BF6F-E653-103A-B44D-C97C45B07909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9384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DB1CC-A71E-5ECC-5518-81A23A5FC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221ADE29-D43C-7067-1F8B-D3A35CA89E9C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204" y="330909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7DE2D046-E74D-9A3B-15E6-EF572C20B04D}"/>
              </a:ext>
            </a:extLst>
          </p:cNvPr>
          <p:cNvGrpSpPr/>
          <p:nvPr/>
        </p:nvGrpSpPr>
        <p:grpSpPr>
          <a:xfrm>
            <a:off x="965426" y="1706417"/>
            <a:ext cx="3859863" cy="3913271"/>
            <a:chOff x="6929426" y="1676256"/>
            <a:chExt cx="3859863" cy="3913271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D1AC4506-5B45-1628-D3F6-BF6086D4DFF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76548C73-AF23-38E0-9A69-50FD7966641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0CCAECCF-B4E1-9ADF-B375-036A7CB7833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7236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EB1D9862-DA39-5D42-AB34-162C023C5EF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E82D0563-5EA5-6108-A46F-6092019BCC2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89A67E3E-EFDA-2AB8-0385-75E2E5280E2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15CAEAA9-3150-EACD-6B42-A7B07370BDC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A0335A08-F6F0-81B3-1F78-CAAA2532892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A7A99077-5AC9-D7C7-F738-E40B1F3C3BE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D276C53D-019F-BB8B-60A8-5B9AA1979DE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3C956E6-ABCB-0546-7162-0348341CFF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3215" y="1676256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4501C138-78F1-6E1E-4A99-88FFA09168F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917" y="48580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FE492C6A-D249-B5DF-AE1E-43E7BE98DD7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9940245A-DCC4-9D23-1171-1F6DE682323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3C8CD9E3-F5B7-1FFC-26D8-E891A7DFB9C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0AFAC95A-0277-83C6-DD0F-19CB4C40EB9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31A082E9-B4B0-F69C-DD26-BADCFE4D3FC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BF033307-8250-18B4-23C5-39420E8B36C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C1C0D281-7EB5-D350-B723-A4FCB777050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13564" y="484068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451938C0-8E9F-0069-DF60-7E93B686B80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6F252F7E-BA2E-66B6-2AF7-4AE657DAB0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A8ECBEFF-800E-9647-72A7-D800862E3F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886AF0E6-1EB5-B166-20B3-4E52E6FB5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039CE28B-49AD-A5C5-7110-1277F13535F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101" y="4858007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0C95516E-AE53-9966-336D-4F0D8C8361EF}"/>
              </a:ext>
            </a:extLst>
          </p:cNvPr>
          <p:cNvSpPr txBox="1"/>
          <p:nvPr/>
        </p:nvSpPr>
        <p:spPr>
          <a:xfrm>
            <a:off x="2827495" y="529866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6E2A6A6-7305-DA0A-42DE-CD2C2D9FBD50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A7115105-33AC-E590-1CB0-D8AB3B4C2F4E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So, 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*PW</a:t>
            </a:r>
            <a:r>
              <a:rPr lang="en-US" b="1" dirty="0">
                <a:ln w="0"/>
              </a:rPr>
              <a:t> </a:t>
            </a:r>
            <a:r>
              <a:rPr lang="en-US" dirty="0">
                <a:ln w="0"/>
              </a:rPr>
              <a:t>is </a:t>
            </a:r>
            <a:endParaRPr lang="en-US" b="1" dirty="0">
              <a:ln w="0"/>
              <a:solidFill>
                <a:srgbClr val="FF0000"/>
              </a:solidFill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E948EAB7-AE77-2C5A-B89A-2D448DF35BDF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18E8B9-36BF-2B7F-FC3D-E22EF02C4DEC}"/>
              </a:ext>
            </a:extLst>
          </p:cNvPr>
          <p:cNvSpPr txBox="1"/>
          <p:nvPr/>
        </p:nvSpPr>
        <p:spPr>
          <a:xfrm>
            <a:off x="3668923" y="371959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F4E9618-8E24-0FA1-7067-CEAA0042BF5C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46FA368-0752-9697-4970-7A3AC6F613CC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2F2871FC-7347-263D-0727-3BE70AE1F7BB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B3A9034F-D854-D11D-7FA3-FCF6A40F0BCE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02A3C8C-DFCC-303B-0632-93EA62793B61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3CFDCEB-5091-EDC8-9969-77CA6903E620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E95A9F50-7A6D-E191-2F4F-745F2F0DF132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0769" y="2437937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F47871-10C0-5D77-1E0B-5455E996AEFB}"/>
              </a:ext>
            </a:extLst>
          </p:cNvPr>
          <p:cNvSpPr txBox="1"/>
          <p:nvPr/>
        </p:nvSpPr>
        <p:spPr>
          <a:xfrm>
            <a:off x="3492724" y="4499420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8147798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59D23-F50A-262D-34ED-CFA26FF90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39102960-4067-F268-F3A3-F6E60850667F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204" y="330909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D13B1A5B-BBE0-0374-A83C-B29D349E1A68}"/>
              </a:ext>
            </a:extLst>
          </p:cNvPr>
          <p:cNvGrpSpPr/>
          <p:nvPr/>
        </p:nvGrpSpPr>
        <p:grpSpPr>
          <a:xfrm>
            <a:off x="965426" y="1706417"/>
            <a:ext cx="3867911" cy="3913271"/>
            <a:chOff x="6929426" y="1676256"/>
            <a:chExt cx="3867911" cy="3913271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CE6F1B5B-6BE8-8E58-0678-079A2F03898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970FC711-259D-FFCC-9665-BAB5018DC00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20810" y="484068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3B99AE5D-637A-180C-B00B-140C2208F34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7236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35B78E08-CEC8-B692-0DC1-3DBD7AD00C3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DAB55559-E4D8-D2BE-BAD2-BDC4FF98227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4D0122AB-BA47-5EEB-DBDD-B173F4233EA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E6BF3A9E-BC51-5BBD-4CA7-BF24C65564A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8578AA1F-E309-9E9F-6726-C804AB7A497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8148D051-B93B-A185-CF7D-4C786E403C8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D0D17648-1B04-7F2F-6A71-BC371E5ACC0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788405BB-3E0C-5F54-ADFF-1A32A31B19C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3215" y="1676256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6632AE6-A62B-DA68-8E4A-55F48E7B40B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917" y="48580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F6DDE682-56A9-7791-C777-0216AF7F654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AAF7B78E-F01D-521C-C9D0-956445A3E0A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F4420936-593E-3D27-F8E9-02C78EB0221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636F7FD8-2746-7907-5737-9778E72C72A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5CD1C76F-4902-846A-1D5A-C4973B3E062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B8ABD4A7-1FAC-C41D-A1F4-E544831083B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20586AB1-E602-4BBE-4BBC-C13BA2EFF32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38382BBE-D8A7-63A8-551E-9BDE64221FF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7AF11DDA-5458-B601-A68D-2FD592766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C16C0F8D-9238-19B8-7E67-FAA216FC2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53D21B1E-536D-3FAB-EE5D-F381C1A6F1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6E33547D-AC5D-A742-EE88-2F5156FFDC2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65817" y="4833602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ED1A855-8A4E-1359-8446-CD59455DE277}"/>
              </a:ext>
            </a:extLst>
          </p:cNvPr>
          <p:cNvSpPr txBox="1"/>
          <p:nvPr/>
        </p:nvSpPr>
        <p:spPr>
          <a:xfrm>
            <a:off x="4386399" y="5300740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3CA6583-C697-3FD3-3CD1-FA517AFEFBEA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33946C7-3A52-262F-AB7B-C68FCBCEB141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When the </a:t>
            </a:r>
            <a:r>
              <a:rPr lang="en-US" b="1" dirty="0">
                <a:ln w="0"/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 Indicator (*DI)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>
                <a:ln w="0"/>
              </a:rPr>
              <a:t>is at Northwest (up &amp; to left) of </a:t>
            </a:r>
            <a:r>
              <a:rPr lang="en-US" b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Registered Password (*RP</a:t>
            </a:r>
            <a:r>
              <a:rPr lang="en-US" b="1" dirty="0">
                <a:ln w="0"/>
                <a:solidFill>
                  <a:srgbClr val="FF0000"/>
                </a:solidFill>
              </a:rPr>
              <a:t>). </a:t>
            </a:r>
            <a:r>
              <a:rPr lang="en-US" dirty="0">
                <a:ln w="0"/>
              </a:rPr>
              <a:t>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Actual Password to Click (*PW) </a:t>
            </a:r>
            <a:r>
              <a:rPr lang="en-US" dirty="0">
                <a:ln w="0"/>
              </a:rPr>
              <a:t>is at Northwest (up &amp; to left) </a:t>
            </a:r>
            <a:r>
              <a:rPr lang="en-US" b="1" dirty="0">
                <a:ln w="0"/>
                <a:solidFill>
                  <a:srgbClr val="FF0000"/>
                </a:solidFill>
              </a:rPr>
              <a:t>of Registered Password (*RP). 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E0EB8B3F-C6F0-4EAE-9A9C-B8D45F78D1DF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2704A2-AE00-B9A2-3E76-9BB0F62683A7}"/>
              </a:ext>
            </a:extLst>
          </p:cNvPr>
          <p:cNvSpPr txBox="1"/>
          <p:nvPr/>
        </p:nvSpPr>
        <p:spPr>
          <a:xfrm>
            <a:off x="3668923" y="371959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358BFB4-0A1C-3E69-7511-733289AA5C92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E5B26735-D9C3-FD40-E643-B0985ABF32CD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824C282B-D976-ACDF-0B3A-4531CC244EB9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7727272B-43B8-0B11-F040-FDFFE291F0D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BDBB75C-5728-835A-111A-47A8CCC3DC36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6A38D98-2AD8-FF74-9606-F3D50879EBF9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097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8C0AD-2ED1-A0C9-79E3-CE70BD927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CD9790E5-0B51-7085-9EC2-23A671D3C54C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204" y="330909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B7037CDC-0CDF-291D-9FFE-1006A89FF90A}"/>
              </a:ext>
            </a:extLst>
          </p:cNvPr>
          <p:cNvGrpSpPr/>
          <p:nvPr/>
        </p:nvGrpSpPr>
        <p:grpSpPr>
          <a:xfrm>
            <a:off x="965426" y="1706417"/>
            <a:ext cx="3867911" cy="3913271"/>
            <a:chOff x="6929426" y="1676256"/>
            <a:chExt cx="3867911" cy="3913271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9D5B67E4-B914-09EF-0698-801496893C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5E6D0B1F-AFA7-49AC-2F34-E0CD0677A4F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20810" y="484068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51C7809E-9A60-7F4E-409A-F4C60AAEFB9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7236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ABC3C17B-1809-485B-BA26-A06E3992FA3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D1E77490-0EF7-A0DC-6AE1-F453D92F25D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5785EFD1-1B25-773F-4C9F-BB46FBD7DA0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6AD3A684-4948-69B3-BAF8-63878177E18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2B01CF6C-3369-D5AC-E115-BC7CABEF1EB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3CE8F9C7-9ADB-2F1C-5E7D-542FE2C4F62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01705D67-90A9-2035-AF6F-EE8DC85CC84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DA6C9252-90D4-A561-F24F-06F4DD8A1E9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3215" y="1676256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E8A282B0-02E6-74DB-49C4-C1F680BD2FB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917" y="48580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7E8AE70D-8F8B-6543-FE7A-C9F39DF472B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C80210A-413B-AA86-2458-C2D110DE3A9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ADF883FE-8D6D-8A52-E38F-795FBB21CBE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D5EBD71F-F0AA-66D9-B107-B30BDF70B7E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96CE1661-10FA-BCD5-23E2-AC0B4926033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63FE1A-8491-71AF-CAD9-E9843BCDAB7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F4E09B0A-B57B-BE97-C526-1C13AC4F610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3C0A8F34-7349-A370-009B-81B96C471F5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5E48442C-65C5-BCF5-F839-43C9C59CB7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7D1E8DFE-C274-D137-B431-08BE5509F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846F6E4F-F484-1D62-0ACA-C323D26B5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F60C1DDA-51C0-E2A0-9EA7-B655E882CB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65817" y="4833602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5983856-CFA6-C849-C644-85DEBA2FD7A0}"/>
              </a:ext>
            </a:extLst>
          </p:cNvPr>
          <p:cNvSpPr txBox="1"/>
          <p:nvPr/>
        </p:nvSpPr>
        <p:spPr>
          <a:xfrm>
            <a:off x="4386399" y="5300740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B7E5FC7-358D-F88B-A5AA-573456613ABE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7EA6073-B0D8-1399-AD62-AB36DF25F620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So, 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*PW</a:t>
            </a:r>
            <a:r>
              <a:rPr lang="en-US" b="1" dirty="0">
                <a:ln w="0"/>
              </a:rPr>
              <a:t> </a:t>
            </a:r>
            <a:r>
              <a:rPr lang="en-US" dirty="0">
                <a:ln w="0"/>
              </a:rPr>
              <a:t>is </a:t>
            </a:r>
            <a:endParaRPr lang="en-US" b="1" dirty="0">
              <a:ln w="0"/>
              <a:solidFill>
                <a:srgbClr val="FF0000"/>
              </a:solidFill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6AB73282-8BA5-DC3A-19D8-2A2173A58F09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ACBB52-AB3D-43AF-ACDD-FBCF6BF87EFE}"/>
              </a:ext>
            </a:extLst>
          </p:cNvPr>
          <p:cNvSpPr txBox="1"/>
          <p:nvPr/>
        </p:nvSpPr>
        <p:spPr>
          <a:xfrm>
            <a:off x="3668923" y="371959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674C295-8A11-C7F1-EB1E-F08D23F435AF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3E32197-654C-A20C-CF2B-9495E7555BC6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B5776541-FBD6-BC99-E696-9BC8E515A68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627169E4-1A9B-0FCB-57EE-2FDF3F3E2FBD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C13B84E-0082-6FB4-9AC8-D8E6B5A72D37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15616F6-5DB4-C594-B4BE-EDDD04568762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25F31AA1-DD27-731D-4B30-9B03FE3B6A91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764" y="2366627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6DB73F2-E6EA-7ED4-6FB0-EEB80FC4240E}"/>
              </a:ext>
            </a:extLst>
          </p:cNvPr>
          <p:cNvSpPr txBox="1"/>
          <p:nvPr/>
        </p:nvSpPr>
        <p:spPr>
          <a:xfrm>
            <a:off x="3492724" y="4499420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25450636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5C05A-7D1D-211F-6E73-F71F78668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6435688A-E416-73FA-ACD6-A71E743660DF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204" y="330909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4BF5017D-2FC7-282D-1064-4EB8E37F5464}"/>
              </a:ext>
            </a:extLst>
          </p:cNvPr>
          <p:cNvGrpSpPr/>
          <p:nvPr/>
        </p:nvGrpSpPr>
        <p:grpSpPr>
          <a:xfrm>
            <a:off x="965426" y="1706417"/>
            <a:ext cx="3859863" cy="3913271"/>
            <a:chOff x="6929426" y="1676256"/>
            <a:chExt cx="3859863" cy="3913271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7B1F2138-0AB8-6E8A-9BCC-A1EA7E35EA3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CC355D6D-1C23-6890-2259-56196BB70CE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9F01A869-99C8-7D4C-B93E-B4F8D5B85CC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7236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90BB2C2E-4838-46EC-8A75-DA2C6BE005F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6FD2E2A2-6AD9-A53F-8D56-99C772D3782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C4901940-8CB2-DBC2-71C4-86D1A423EC5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6895D2F1-3439-D76C-1955-F8F021EDCAB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C8FCF4FC-3CE5-7194-5EA5-05FDE0398AF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67134EF-86AD-96AF-690E-C6570A654AF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FDDDA94F-CC2A-77CD-7CD8-1A3089C90F7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7852D335-56F5-C38D-843F-5ED679CE691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3215" y="1676256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CAA7301E-1B46-F8C8-3952-08B47860EBB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917" y="48580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B431729F-8A36-5A4B-4884-FA0430DB0DC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197FB15-6FDE-F107-528C-74A19ACF9BB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3215" y="4833601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2A76AFCF-C5BB-6600-AC56-F53B77F7E32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70A774B1-4828-FB48-CAD5-D2E15CE38B6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7A3D3934-5444-0A8A-364D-E987D8DB9C9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9CFC37C5-C0C4-DB32-F7EF-C7697C2CCB0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7132C59D-BA75-E566-0C93-147EDCF542F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CAC3950E-E065-7D2F-2C8A-29AD12F6C23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D6F2B020-230F-66F3-BC4D-598DF8A67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FEBBFB3A-5AB8-A9DB-1B91-606E08CF89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C6280D0E-4557-64DC-C920-CE2BB9FA70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D7E48EC0-6F2A-2F12-8B73-8BEA58699C9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1676256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EF18FB58-2E7D-8EFC-225E-B0094FBA7619}"/>
              </a:ext>
            </a:extLst>
          </p:cNvPr>
          <p:cNvSpPr txBox="1"/>
          <p:nvPr/>
        </p:nvSpPr>
        <p:spPr>
          <a:xfrm>
            <a:off x="1229806" y="2131330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C04C16A-C1EC-B9C6-E592-3F9C71DD319A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84EA5977-5F29-1E77-9E82-816EEA487095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When the </a:t>
            </a:r>
            <a:r>
              <a:rPr lang="en-US" b="1" dirty="0">
                <a:ln w="0"/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 Indicator (*DI)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>
                <a:ln w="0"/>
              </a:rPr>
              <a:t>is at Southeast (bottom &amp; to right) of </a:t>
            </a:r>
            <a:r>
              <a:rPr lang="en-US" b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Registered Password (*RP</a:t>
            </a:r>
            <a:r>
              <a:rPr lang="en-US" b="1" dirty="0">
                <a:ln w="0"/>
                <a:solidFill>
                  <a:srgbClr val="FF0000"/>
                </a:solidFill>
              </a:rPr>
              <a:t>). </a:t>
            </a:r>
            <a:r>
              <a:rPr lang="en-US" dirty="0">
                <a:ln w="0"/>
              </a:rPr>
              <a:t>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Actual Password to Click (*PW) </a:t>
            </a:r>
            <a:r>
              <a:rPr lang="en-US" dirty="0">
                <a:ln w="0"/>
              </a:rPr>
              <a:t>is at Southeast (bottom &amp; to right) </a:t>
            </a:r>
            <a:r>
              <a:rPr lang="en-US" b="1" dirty="0">
                <a:ln w="0"/>
                <a:solidFill>
                  <a:srgbClr val="FF0000"/>
                </a:solidFill>
              </a:rPr>
              <a:t>of Registered Password (*RP). 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EA515059-9AD8-29E1-A393-16559B320E24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F4631F-08FA-ACC0-E275-F97BA1FA1FE4}"/>
              </a:ext>
            </a:extLst>
          </p:cNvPr>
          <p:cNvSpPr txBox="1"/>
          <p:nvPr/>
        </p:nvSpPr>
        <p:spPr>
          <a:xfrm>
            <a:off x="3668923" y="371959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F48353-A4A6-88E0-72C9-0FBDD690220F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3B306C4D-033C-45FC-CFDB-F2DD724CB2B5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7FE89CEB-9874-E71C-75D5-A3568717951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0DF0DB96-FE65-AB2C-6544-AFA16E19456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B55C759-D7A0-1984-050F-A2CDA2279077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CBE5E05-90BC-6B41-1167-79269C0439B0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863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710B-DF00-1455-1903-7405D7B13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726BDC88-6F8B-5F16-8BB1-30BEA2B3AD73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204" y="330909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BDAB90B5-E907-4430-B9ED-AFA68074ECB5}"/>
              </a:ext>
            </a:extLst>
          </p:cNvPr>
          <p:cNvGrpSpPr/>
          <p:nvPr/>
        </p:nvGrpSpPr>
        <p:grpSpPr>
          <a:xfrm>
            <a:off x="965426" y="1706417"/>
            <a:ext cx="3859863" cy="3913271"/>
            <a:chOff x="6929426" y="1676256"/>
            <a:chExt cx="3859863" cy="3913271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097B444D-EB61-D5A2-1909-A77E9ECD919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CB22AD9E-AA94-77F5-D1C9-C2058002FAB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E3199184-E10C-08D1-3FA1-ED3D9F943B5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7236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57F41FC3-435A-0487-8934-D38CD59C41F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EFEE57D8-51A0-7BD0-ADF5-F9C64EFD367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C3392568-AF9B-D948-4AB9-7DFB7FD7764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8F58D6E6-28AA-BCAD-0584-E3CF5E7FAF2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3B9229AE-FE63-80D8-29FC-4C48B8F89E8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B2B45475-983B-1573-A297-86A6EF22837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46186801-EFFF-0658-B24F-E827550989F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3B9AF3B1-9F2C-0103-E59C-401C556FD69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3215" y="1676256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1D81F1F9-CA85-BD34-2039-C287F953B8E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917" y="48580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81D978DC-7037-73D2-FDC6-A169902620C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2723222D-43D7-1E9E-7F63-8644FEB9942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3215" y="4833601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4628D0C-8EAA-A78F-FFE9-6F89AB7EBFD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9DDEC10-9042-9197-CD44-430BA42B1F8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880C8488-0342-6EBF-C239-6F65DB2FB38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99683A2F-A70B-B2B2-39BB-652E25022F9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C1AFAE11-9451-B736-0DFF-B7111D9FD1E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A31D744A-C157-AB17-BF34-9F63FEE9574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B79079B4-E77B-A9C4-331A-89A1E1E43C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B5FC7418-744B-23EA-16CF-4595272437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458B727D-768A-2941-19E6-81F4088F2D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681B37DC-65E0-6C8A-E05C-894A2C0054A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1676256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0CDF2E4-D852-28D6-9FA6-0E4EE66ED331}"/>
              </a:ext>
            </a:extLst>
          </p:cNvPr>
          <p:cNvSpPr txBox="1"/>
          <p:nvPr/>
        </p:nvSpPr>
        <p:spPr>
          <a:xfrm>
            <a:off x="1229806" y="2131330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8885169-B6F1-E6AD-EE9C-C5C193EB0475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EC7B772E-39FD-BD61-B2EB-2923C95FA004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So, 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*PW</a:t>
            </a:r>
            <a:r>
              <a:rPr lang="en-US" b="1" dirty="0">
                <a:ln w="0"/>
              </a:rPr>
              <a:t> </a:t>
            </a:r>
            <a:r>
              <a:rPr lang="en-US" dirty="0">
                <a:ln w="0"/>
              </a:rPr>
              <a:t>is </a:t>
            </a:r>
            <a:endParaRPr lang="en-US" b="1" dirty="0">
              <a:ln w="0"/>
              <a:solidFill>
                <a:srgbClr val="FF0000"/>
              </a:solidFill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3142DB5D-342D-94A8-6A96-38E98A753628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78051A-607E-F2CD-9AEA-8D0791EBEF6A}"/>
              </a:ext>
            </a:extLst>
          </p:cNvPr>
          <p:cNvSpPr txBox="1"/>
          <p:nvPr/>
        </p:nvSpPr>
        <p:spPr>
          <a:xfrm>
            <a:off x="3668923" y="371959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8B26251-D3A5-384A-DBBA-B27104B7FFDE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C83C92F-1F39-726D-00DD-D0C3B684213C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8C7EECB9-0E21-2B41-458A-143AE76C000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0834455E-1779-35D4-9D98-4022476F9B3E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B612A8E-BE4B-437C-40FC-FA545136F007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83ADCB7-6893-71DB-3544-615E2AE6F2E8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276D6EF5-BE9F-088F-F2CC-18EA0ED94561}"/>
              </a:ext>
            </a:extLst>
          </p:cNvPr>
          <p:cNvPicPr preferRelativeResize="0">
            <a:picLocks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2244" y="2374155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7E5439-D75F-0211-3041-4594C0251F99}"/>
              </a:ext>
            </a:extLst>
          </p:cNvPr>
          <p:cNvSpPr txBox="1"/>
          <p:nvPr/>
        </p:nvSpPr>
        <p:spPr>
          <a:xfrm>
            <a:off x="1932662" y="2921009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4308163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151DC-7201-245E-B894-B2CE37C5C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37346A89-2ECD-8434-8401-EC429580E68D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204" y="330909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C64E5542-5DAB-6693-73E3-A503455A1560}"/>
              </a:ext>
            </a:extLst>
          </p:cNvPr>
          <p:cNvGrpSpPr/>
          <p:nvPr/>
        </p:nvGrpSpPr>
        <p:grpSpPr>
          <a:xfrm>
            <a:off x="965426" y="1706417"/>
            <a:ext cx="3859863" cy="3913271"/>
            <a:chOff x="6929426" y="1676256"/>
            <a:chExt cx="3859863" cy="3913271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E20BF42E-32E6-8C49-8446-2975075697E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0D8E9FA3-95A0-1407-12E4-078B6CE6B47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530528A2-EA0B-A90C-E1F7-CC5F1C9C23F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7236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E13606A8-649A-437F-3C6D-792736C2DB7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FD59473-38A5-F194-CCAE-6874700CDF2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7EF5E4F7-59E4-2D6B-8B3D-686E02D2EF8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236066DC-03EA-DBBD-1F20-89F08EB3EAA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D92D4EE4-7585-FCFA-C31D-1D2AE0FFE48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39E4E1F2-02F7-A0F5-291B-991BC67163F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85E0FBB7-501C-54F2-107C-5E99530AEB4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54B9BFC-AE57-B80B-5311-9040BF686F1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3215" y="1676256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91AB4D67-574B-4910-4251-CDAC4320378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917" y="48580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E5B6D66E-1CBC-BE38-D1EC-BFE78A7CFEF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12331488-D22C-926B-BF46-53A7D19C6E3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3CDA214C-0502-B08B-C9EB-45D33A473AB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15086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45CF1B3C-7796-B3A9-84DD-8852BF222FF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92AA17D1-FA27-64A7-A97C-1BA3428A754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5DC53A92-B855-06EE-7D9C-6B64EC0A2F0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C9190AA-9E77-10C5-3CF2-DB1F1A27E50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B4AE49E5-455B-AC16-7F51-F0F3765F859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3FD7AB82-42A4-321C-1FB7-7B7878F73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931147D9-9542-EA77-5BAD-E764AC8A60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32E824E4-9BDB-C345-BFEB-0DAE6C4231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9A5F11E5-6516-438E-BB41-8C7E2E67073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75851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12CC74E-AE80-D09F-7023-46D8A2D69D9D}"/>
              </a:ext>
            </a:extLst>
          </p:cNvPr>
          <p:cNvSpPr txBox="1"/>
          <p:nvPr/>
        </p:nvSpPr>
        <p:spPr>
          <a:xfrm>
            <a:off x="4367588" y="2911241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98B5594-3242-BBFB-8867-F22D0981717F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197504A-02C7-C35D-CD13-88764B58AA1D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When the </a:t>
            </a:r>
            <a:r>
              <a:rPr lang="en-US" b="1" dirty="0">
                <a:ln w="0"/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 Indicator (*DI)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>
                <a:ln w="0"/>
              </a:rPr>
              <a:t>is at Southwest (bottom &amp; to left) of </a:t>
            </a:r>
            <a:r>
              <a:rPr lang="en-US" b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Registered Password (*RP</a:t>
            </a:r>
            <a:r>
              <a:rPr lang="en-US" b="1" dirty="0">
                <a:ln w="0"/>
                <a:solidFill>
                  <a:srgbClr val="FF0000"/>
                </a:solidFill>
              </a:rPr>
              <a:t>). </a:t>
            </a:r>
            <a:r>
              <a:rPr lang="en-US" dirty="0">
                <a:ln w="0"/>
              </a:rPr>
              <a:t>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Actual Password to Click (*PW) </a:t>
            </a:r>
            <a:r>
              <a:rPr lang="en-US" dirty="0">
                <a:ln w="0"/>
              </a:rPr>
              <a:t>is at Southwest (bottom &amp; to left) </a:t>
            </a:r>
            <a:r>
              <a:rPr lang="en-US" b="1" dirty="0">
                <a:ln w="0"/>
                <a:solidFill>
                  <a:srgbClr val="FF0000"/>
                </a:solidFill>
              </a:rPr>
              <a:t>of Registered Password (*RP). 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615C573E-4FB4-89DC-A716-739C5C674373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AFC9C4-84F0-6D6B-77E5-E6FCB33E9C18}"/>
              </a:ext>
            </a:extLst>
          </p:cNvPr>
          <p:cNvSpPr txBox="1"/>
          <p:nvPr/>
        </p:nvSpPr>
        <p:spPr>
          <a:xfrm>
            <a:off x="3668923" y="371959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6532890-65C2-8AE7-B918-E6D6FD3DB8E1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BE7D95B-B14E-D82D-70D4-06201C6A5BCF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32F7A55A-54FE-611B-3515-1D046047B9DC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B18F5EDA-629A-779C-666A-FAB3C48150F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8949E6C-8889-C4D6-C2BB-B10D9F84822C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20449E7-AB0D-A78D-D3C5-6478D3C6674D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58444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507B1-FDF8-7D3E-FB9C-DD202C276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0DF80E65-49EE-C1DC-80B2-009E8C443EB3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204" y="330909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8AE7989D-60C4-84D6-927B-D39202DA40D8}"/>
              </a:ext>
            </a:extLst>
          </p:cNvPr>
          <p:cNvGrpSpPr/>
          <p:nvPr/>
        </p:nvGrpSpPr>
        <p:grpSpPr>
          <a:xfrm>
            <a:off x="965426" y="1706417"/>
            <a:ext cx="3859863" cy="3913271"/>
            <a:chOff x="6929426" y="1676256"/>
            <a:chExt cx="3859863" cy="3913271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97482796-14FE-90D8-DDA1-417DDE8DD93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FFFA27B9-A89D-DE54-B448-D37C4836A85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BD851811-F703-6606-DE32-FCB277DA909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7236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81EAE4A6-919C-4561-D8E1-DDAE56BCCC7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2F500ACA-1944-29EB-BB82-A0AF1E94D1F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7C701E5C-B4C8-DA19-9ACD-696A1878E2F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328344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113AAB4A-4499-3202-E8C3-AD908B0D98E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45E9CE81-AAAB-BC43-AB7D-461355D17A7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2FE34DF4-8F27-9F26-9A48-FE929D65FFA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54D0A4BA-A1C4-DFA6-C868-930DF5895C1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0555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93BEA6F7-E83E-9B65-1F73-0D882639FF2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3215" y="1676256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A7AB271-8527-1269-8DD6-147EDA2604B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917" y="48580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C8C847AE-54F8-0CB1-8B08-B12C8B90F1B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7D2295DD-0E0E-30D9-894E-CBFCF01D9D4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432125B2-BF7D-740B-C931-5BEB85A7C8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15086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CA586AC-64B2-275F-6611-47FFDA58784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68CA1B9C-5F44-DC09-3E88-C33E0DF8EDE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CD3BB6EF-F618-B768-1FBE-CC947096D17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CEACF316-6C4A-8EA7-17FE-01C9B5BD921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2CA3E062-229C-DDE3-9549-2008EBEF195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4D50AE31-2DA2-5A25-97F3-3AE7E661F0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99C6E5C9-010C-6620-EA12-87C0B7C09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F5B6643C-E7D9-6B6F-BA2F-B11D60E7D4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FD62CBDC-C96B-2397-8FC4-DABE53AFD7F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75851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79201A5A-27C6-B265-5AFB-02E616DBEBFA}"/>
              </a:ext>
            </a:extLst>
          </p:cNvPr>
          <p:cNvSpPr txBox="1"/>
          <p:nvPr/>
        </p:nvSpPr>
        <p:spPr>
          <a:xfrm>
            <a:off x="4367588" y="2911241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54DF2A4-746F-952F-6B48-ADA37AFDB151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EB92D18F-10F8-349E-345F-A1F542449AD9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So, 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*PW</a:t>
            </a:r>
            <a:r>
              <a:rPr lang="en-US" b="1" dirty="0">
                <a:ln w="0"/>
              </a:rPr>
              <a:t> </a:t>
            </a:r>
            <a:r>
              <a:rPr lang="en-US" dirty="0">
                <a:ln w="0"/>
              </a:rPr>
              <a:t>is </a:t>
            </a:r>
            <a:endParaRPr lang="en-US" b="1" dirty="0">
              <a:ln w="0"/>
              <a:solidFill>
                <a:srgbClr val="FF0000"/>
              </a:solidFill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CA462954-6A2C-308D-26DE-6628A11D40DC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Normal Case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A700AA-9DDE-E3BB-D0AF-809777F6AF9F}"/>
              </a:ext>
            </a:extLst>
          </p:cNvPr>
          <p:cNvSpPr txBox="1"/>
          <p:nvPr/>
        </p:nvSpPr>
        <p:spPr>
          <a:xfrm>
            <a:off x="3668923" y="371959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C74D70F-D6A2-EF2D-4160-9716EFF8F078}"/>
              </a:ext>
            </a:extLst>
          </p:cNvPr>
          <p:cNvGrpSpPr/>
          <p:nvPr/>
        </p:nvGrpSpPr>
        <p:grpSpPr>
          <a:xfrm>
            <a:off x="3006385" y="89952"/>
            <a:ext cx="1759557" cy="1036303"/>
            <a:chOff x="3006385" y="89952"/>
            <a:chExt cx="1759557" cy="1036303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4C361A3-9A11-65E4-7132-881D8A4646ED}"/>
                </a:ext>
              </a:extLst>
            </p:cNvPr>
            <p:cNvGrpSpPr/>
            <p:nvPr/>
          </p:nvGrpSpPr>
          <p:grpSpPr>
            <a:xfrm>
              <a:off x="3006385" y="89952"/>
              <a:ext cx="1532080" cy="740038"/>
              <a:chOff x="3006385" y="89952"/>
              <a:chExt cx="1532080" cy="740038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C8834B26-FE6D-89BB-913E-4B0663DFA21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6385" y="9847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E2E12055-CF94-EFED-7746-3D1FC931F0C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6945" y="899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89105C2-A8F7-8455-44D8-4B845B34CF64}"/>
                </a:ext>
              </a:extLst>
            </p:cNvPr>
            <p:cNvSpPr txBox="1"/>
            <p:nvPr/>
          </p:nvSpPr>
          <p:spPr>
            <a:xfrm>
              <a:off x="3032530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BFEE36B-4FA4-95BB-CD6B-54429743BACA}"/>
                </a:ext>
              </a:extLst>
            </p:cNvPr>
            <p:cNvSpPr txBox="1"/>
            <p:nvPr/>
          </p:nvSpPr>
          <p:spPr>
            <a:xfrm>
              <a:off x="3728497" y="7877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068203F5-9732-32AE-9729-3AF2B7265294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764" y="2364387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A71DA-D177-FE58-DAE0-1A14E9463E89}"/>
              </a:ext>
            </a:extLst>
          </p:cNvPr>
          <p:cNvSpPr txBox="1"/>
          <p:nvPr/>
        </p:nvSpPr>
        <p:spPr>
          <a:xfrm>
            <a:off x="3535142" y="3279896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38767126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F87F5-C5EF-6A5D-786D-473FE676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398497-912F-A192-3493-0264AFD7C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30775" y="2260555"/>
            <a:ext cx="4679753" cy="1222433"/>
          </a:xfrm>
        </p:spPr>
        <p:txBody>
          <a:bodyPr>
            <a:noAutofit/>
          </a:bodyPr>
          <a:lstStyle/>
          <a:p>
            <a:r>
              <a:rPr lang="en-US" sz="45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Tutorial 3 – Special Case Example 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6D81D7-E06D-22E2-7861-556F215B57C0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965426" y="1709246"/>
            <a:chExt cx="3859863" cy="3893119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1C469CA-1E31-384E-6079-72282EDFA43B}"/>
                </a:ext>
              </a:extLst>
            </p:cNvPr>
            <p:cNvGrpSpPr/>
            <p:nvPr/>
          </p:nvGrpSpPr>
          <p:grpSpPr>
            <a:xfrm>
              <a:off x="965426" y="1709246"/>
              <a:ext cx="3859863" cy="3893119"/>
              <a:chOff x="6929426" y="1679085"/>
              <a:chExt cx="3859863" cy="3893119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E384CE91-2635-E386-A40B-A4C3B13FA03C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2928" y="484068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1FDE56CD-1C24-BB7D-D913-AB7A4538000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69" y="4833601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19C7E0DD-4D75-71F7-7806-5099254F523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164" y="3272365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C2D4D8E4-54F6-3B34-0525-91F887C99F41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5529" y="168816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65FC226E-1FF3-BB78-69D1-66E5B273C49C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1701290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94C9C499-7B36-AEEA-2531-408E5D67E39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9366" y="3283440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8B63DD8D-446B-7DD4-5394-75234C5E42E7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6357" y="4046439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2E0FE638-92AD-1240-E335-CC2A832B3FC9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53563" y="169784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990EDA73-93C5-59A6-77AB-5B99E69F8F0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164" y="247228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68EFE02D-4FD4-DADA-5396-80A4A42301B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60555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3F759FC2-4578-1AAF-B224-93CAE30FB6AA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4720" y="483714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76EA3176-127C-BA70-6A5A-74EC36D0A67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90779" y="168131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6297B7F8-1DC4-44B2-4401-98AF81EC24E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95426" y="2468203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D78F7C15-9364-4F17-6D58-4C720ED6BC8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0901" y="1679085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9533A6C7-1C61-C9D2-350B-27D4E6397CF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2484368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6C3CBF5E-3C42-D408-B6A1-A812898A336E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769" y="3267446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4F2743F3-65B3-6904-C9BC-B2C698C43260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4369" y="405052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6592754D-AC5C-A275-C25C-321C972CD181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98785" y="32635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F00C527E-D989-8563-DE62-BC8F378775D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7473" y="4838914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3903A9AC-1B75-3BD4-6E12-C3C232ED1748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09366" y="4046439"/>
                <a:ext cx="731520" cy="7315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68A92758-4321-583B-B9BF-E9E9C0E9B5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29426" y="4046439"/>
                <a:ext cx="734469" cy="731520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2E52A509-36A9-3047-4C26-B6784CBB17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931638" y="4840684"/>
                <a:ext cx="731520" cy="731520"/>
              </a:xfrm>
              <a:prstGeom prst="rect">
                <a:avLst/>
              </a:prstGeom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DDC70604-1E17-7A5A-85D8-CB0F9B5ADF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22043" y="2475851"/>
                <a:ext cx="731520" cy="731520"/>
              </a:xfrm>
              <a:prstGeom prst="rect">
                <a:avLst/>
              </a:prstGeom>
            </p:spPr>
          </p:pic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FAB2E4A8-9495-A0E6-A74E-632B9DF38CFD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2928" y="3280299"/>
                <a:ext cx="731520" cy="731520"/>
              </a:xfrm>
              <a:prstGeom prst="rect">
                <a:avLst/>
              </a:prstGeom>
              <a:ln w="38100">
                <a:noFill/>
              </a:ln>
              <a:effectLst>
                <a:softEdge rad="0"/>
              </a:effectLst>
            </p:spPr>
          </p:pic>
        </p:grp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1168DAB-8521-3D3B-2406-8676C04D9F8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08928" y="2512388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</p:grpSp>
    </p:spTree>
    <p:extLst>
      <p:ext uri="{BB962C8B-B14F-4D97-AF65-F5344CB8AC3E}">
        <p14:creationId xmlns:p14="http://schemas.microsoft.com/office/powerpoint/2010/main" val="6134518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199A6-133A-260A-F406-653EF029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AE9A72D-917E-D402-D68F-B4551ECFF9AF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6929426" y="1679085"/>
            <a:chExt cx="3859863" cy="3893119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F83C5F10-E5F3-B0AC-96AD-4D4C305F0F3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3553E6DA-F232-8881-8BB8-F442AD93496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B337AA29-DE44-EAFD-9F3C-EFE72012DC6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363" y="404284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16E730C-FBC6-FD2C-7077-32E41487735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628F3A2D-FAB8-4451-54B2-92E593C4EC1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D57EB44C-0F38-55AA-AF1A-D60DA14057F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638" y="326660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9FFA71F4-921D-A5EB-9412-64755E1798C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3261895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6A20FD89-36EA-4B1D-8074-1823E27099B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A2F4D0E0-1565-77FC-341C-D37EEE72B31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7355DCD-FA8C-8AEB-D343-60390738D05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DE21C962-1106-4E1F-3A46-78B57A8FC44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2045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D1116853-5984-513E-E0A8-8D1BC7A152E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4720" y="483714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263EB5D1-9D49-47CF-5DD7-AE5BA8CFEAD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0779" y="16813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948728BE-1B23-A828-AD7A-0751172666B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B98EFB0F-984C-6F6F-4FEE-F9242516330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F7CC024F-7095-08F2-E7DC-C034E93EE49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C1FD34CA-3C49-2F46-D455-04F5511E83F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EBC6970A-93DF-183B-7934-64DA60F00A5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11DAD794-E067-A3B3-DFFA-24A974ED1B5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8EF4D9EF-BE4F-C09B-08AC-914F6E4475C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D2D0E457-FF64-F121-4DA5-24F2CC90054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6E1C6AD6-83AC-414E-47B0-EFC659FB64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F8FCEBB9-626E-21AC-60D3-67AB23C0D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A16DF3E1-B707-040D-FB82-79184A2A5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34019F9C-73A7-2D55-FAC3-07940241969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0073" y="325666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4CBE9C1D-8D02-1F99-78C2-54F27F65D325}"/>
              </a:ext>
            </a:extLst>
          </p:cNvPr>
          <p:cNvSpPr txBox="1"/>
          <p:nvPr/>
        </p:nvSpPr>
        <p:spPr>
          <a:xfrm>
            <a:off x="1240832" y="371441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ADBD8AE-EE17-C505-6E9C-E3EEFF18C76E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AD66AD0-8D22-540A-3E91-332F83056C30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When the </a:t>
            </a:r>
            <a:r>
              <a:rPr lang="en-US" b="1" dirty="0">
                <a:ln w="0"/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 Indicator (*DI)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>
                <a:ln w="0"/>
              </a:rPr>
              <a:t>is same as the </a:t>
            </a:r>
            <a:r>
              <a:rPr lang="en-US" b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Registered Password (*RP). </a:t>
            </a:r>
            <a:r>
              <a:rPr lang="en-US" dirty="0">
                <a:ln w="0"/>
              </a:rPr>
              <a:t>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Actual Password to Click (*PW)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dirty="0">
                <a:ln w="0"/>
              </a:rPr>
              <a:t>is the</a:t>
            </a:r>
            <a:r>
              <a:rPr lang="en-US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solidFill>
                  <a:srgbClr val="FF0000"/>
                </a:solidFill>
              </a:rPr>
              <a:t>Registered Password (*RP). 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29F9EE9B-AA30-5B25-45EC-69C6942AA6F5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Special Case</a:t>
            </a:r>
          </a:p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963D62-D323-AC20-B964-5DAFB2A31A7F}"/>
              </a:ext>
            </a:extLst>
          </p:cNvPr>
          <p:cNvSpPr txBox="1"/>
          <p:nvPr/>
        </p:nvSpPr>
        <p:spPr>
          <a:xfrm>
            <a:off x="856258" y="3714416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4E125CC-282D-E077-45A9-F977CC591C11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945" y="8995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959761F0-0D22-4B7A-FED0-9EC2808AA348}"/>
              </a:ext>
            </a:extLst>
          </p:cNvPr>
          <p:cNvSpPr txBox="1"/>
          <p:nvPr/>
        </p:nvSpPr>
        <p:spPr>
          <a:xfrm>
            <a:off x="3032530" y="776549"/>
            <a:ext cx="765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Registered Password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111B48-FA72-ED90-CEC1-49DE7D355F55}"/>
              </a:ext>
            </a:extLst>
          </p:cNvPr>
          <p:cNvSpPr txBox="1"/>
          <p:nvPr/>
        </p:nvSpPr>
        <p:spPr>
          <a:xfrm>
            <a:off x="3728497" y="787701"/>
            <a:ext cx="10374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Registered Direction Indicator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EF19C601-F65F-A3C0-F990-3C1C157A7D42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174" y="89952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38912034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00DB6-A6D3-F924-ED05-BA35F0A7F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D0B9CA62-1401-069E-C068-FC0DAEA0B17D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6929426" y="1679085"/>
            <a:chExt cx="3859863" cy="3893119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9E637B46-6F6E-E932-C308-D49625A88D7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AC51332C-0BF6-6A73-D3F8-A8AB9212D3F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3542BC18-8566-3D41-E7D1-B8FE55D8791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363" y="404284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F10C8C4F-4907-AC89-3095-CAAABB337A8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26EEA3B-2581-ACE0-43AA-F8DEC9AAD9F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B339A7DF-598D-B0B4-96A6-C3926221C8C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638" y="326660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604AC643-4287-32DE-4582-7E2DECAA122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3261895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0CA3A2F4-75E3-6971-FE14-B3B801A9201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67212AC5-4DA1-92F1-7541-5A8676A5CCE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3431195A-F607-5793-6565-D4E06DFB268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28A2DBB6-83F7-E2E7-8430-A795E46991B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2045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AF5BC09E-50EA-0166-F16D-A2A4C72789C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4720" y="483714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F817FE5-AB98-B0BA-4EBE-89EF3AF1C78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0779" y="16813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3E814F8B-AC10-3EB3-1DA8-E94CDCC84CE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FCCEC50A-2DEB-CA41-A21E-E51D49BA383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AEC9397-A9D1-7F2D-70B7-78C48046D59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DE137298-92B8-444C-71A2-2AB38B312D8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8187DBBE-ED49-ABAB-65EE-F659ACD5D45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565E4F1F-1AF5-EE2C-74D7-C757036C4F9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2516FC53-1BE0-9085-0376-5315DCBB2E4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B56345BB-2F4B-28D5-7D96-2E30379B8BE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530C398B-DF07-CF69-9673-4F7BEC5566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C0313FCB-5404-0A13-A8B1-608524C33B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10CE32E8-30C4-76F7-0422-0FB664961F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04ABF4B-EE50-60E2-83BB-899E3BF1F7A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0073" y="325666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14C7D21-F0A8-1803-15A6-8371AA716558}"/>
              </a:ext>
            </a:extLst>
          </p:cNvPr>
          <p:cNvSpPr txBox="1"/>
          <p:nvPr/>
        </p:nvSpPr>
        <p:spPr>
          <a:xfrm>
            <a:off x="1240832" y="371441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9AD5556-8EB4-4729-1959-FB7A98FF8962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09922DF-9B01-25EE-9830-F89CA802ACF0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So, 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*PW</a:t>
            </a:r>
            <a:r>
              <a:rPr lang="en-US" b="1" dirty="0">
                <a:ln w="0"/>
              </a:rPr>
              <a:t> </a:t>
            </a:r>
            <a:r>
              <a:rPr lang="en-US" dirty="0">
                <a:ln w="0"/>
              </a:rPr>
              <a:t>is </a:t>
            </a:r>
            <a:endParaRPr lang="en-US" b="1" dirty="0">
              <a:ln w="0"/>
              <a:solidFill>
                <a:srgbClr val="FF0000"/>
              </a:solidFill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05F3C776-772D-8CCA-48AD-F28C6BABF5B0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Special Case</a:t>
            </a:r>
          </a:p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D2BA95-DE3F-50B1-CF20-37100B3E6A1D}"/>
              </a:ext>
            </a:extLst>
          </p:cNvPr>
          <p:cNvSpPr txBox="1"/>
          <p:nvPr/>
        </p:nvSpPr>
        <p:spPr>
          <a:xfrm>
            <a:off x="856258" y="3714416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6A68B2F2-8F39-7618-39F5-73EEED7FAB4B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945" y="8995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BCE9E6B4-84AC-B1F4-5EF3-F2E525D897E5}"/>
              </a:ext>
            </a:extLst>
          </p:cNvPr>
          <p:cNvSpPr txBox="1"/>
          <p:nvPr/>
        </p:nvSpPr>
        <p:spPr>
          <a:xfrm>
            <a:off x="3032530" y="776549"/>
            <a:ext cx="765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Registered Password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3BEFCE-9963-62EE-D398-C86B52A24E99}"/>
              </a:ext>
            </a:extLst>
          </p:cNvPr>
          <p:cNvSpPr txBox="1"/>
          <p:nvPr/>
        </p:nvSpPr>
        <p:spPr>
          <a:xfrm>
            <a:off x="3728497" y="787701"/>
            <a:ext cx="10374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Registered Direction Indicator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F34C6D96-BCF4-178F-2765-275B6F6C25FE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174" y="89952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9346098-7E73-2C56-3921-EA36D15B2FA9}"/>
              </a:ext>
            </a:extLst>
          </p:cNvPr>
          <p:cNvSpPr txBox="1"/>
          <p:nvPr/>
        </p:nvSpPr>
        <p:spPr>
          <a:xfrm>
            <a:off x="1175365" y="3243908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9FF7CB-CE80-05F7-90D7-2A1EBEC9574B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083" y="2383248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39854473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79702-92C9-C159-AA44-3642ED64D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7C6EB27-0C6D-85B7-A95D-64615B1F77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30775" y="2260555"/>
            <a:ext cx="4679753" cy="1222433"/>
          </a:xfrm>
        </p:spPr>
        <p:txBody>
          <a:bodyPr>
            <a:noAutofit/>
          </a:bodyPr>
          <a:lstStyle/>
          <a:p>
            <a:r>
              <a:rPr lang="en-US" sz="45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Tutorial 3 –  Demo Example </a:t>
            </a:r>
          </a:p>
          <a:p>
            <a:endParaRPr lang="en-US" sz="4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4D29E6D-DBD6-B3C5-1887-992E9B78FA66}"/>
              </a:ext>
            </a:extLst>
          </p:cNvPr>
          <p:cNvGrpSpPr/>
          <p:nvPr/>
        </p:nvGrpSpPr>
        <p:grpSpPr>
          <a:xfrm>
            <a:off x="954831" y="1708201"/>
            <a:ext cx="3875895" cy="3894164"/>
            <a:chOff x="6918831" y="1678040"/>
            <a:chExt cx="3875895" cy="389416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30ABCF81-D075-3993-2B80-7B072C212A8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5117031A-8725-4142-745F-7E51127578D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B0DB57B9-28BD-BC60-56D3-D9D3D8952B8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363" y="404284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15A05079-5835-FA94-D0A1-FA4D09CDCBF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F5699BEC-FC15-9237-B8E9-651E176626E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337FA9DA-BE57-EC3C-C796-4BF54B52A41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8831" y="484068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0DD5475-9EF3-73D6-9A10-65FB40609A7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5F51C38A-980A-83A9-A62C-60947ADB9C3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167804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5166B03A-BD70-4A12-828B-1384CE77789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2478" y="167908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2C6EFDDF-DD60-ED11-1BCD-7D8A0764546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949AF0A5-A77A-E860-0639-DA5453DC0C0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8FA2DA8B-5E09-B82F-B010-4E8718A07E7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2045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6D1B4579-F4C4-04EC-ED2A-C2369DC01F6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4720" y="483714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FB1FCBD9-480F-5F86-B344-74783400F54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7A94701B-BC6A-911A-5E55-24DCDE85A14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A741814-BF37-D41C-F7DD-3A0FD5F9E16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63206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DFDA6106-7790-1247-F8CD-7A2E0ED03EC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363" y="32729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378884DF-1479-7E44-7216-564D12E2E1C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63206" y="326958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F70DBA09-3004-948E-FB5C-9970590B6C0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96052FD2-D197-8A31-1D86-973891B5072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B5D5FCD4-03AE-0D3E-7D6E-1ED0707444F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F45F4217-8983-E957-70F0-2B18F5BDE23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AE4918EA-D0D8-D360-A892-10468A614E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B5E67668-213B-493A-4222-1D947F5A0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3266530"/>
              <a:ext cx="731520" cy="731520"/>
            </a:xfrm>
            <a:prstGeom prst="rect">
              <a:avLst/>
            </a:prstGeom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61EAF4D5-9D79-EA50-F572-35D9714397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44979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40BD1-71F1-085B-CA69-A3D805116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ubtitle 2">
            <a:extLst>
              <a:ext uri="{FF2B5EF4-FFF2-40B4-BE49-F238E27FC236}">
                <a16:creationId xmlns:a16="http://schemas.microsoft.com/office/drawing/2014/main" id="{D0067162-2D45-5614-4B59-1B1A26160063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3598607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Demo Example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CEC691-4664-1DCD-5005-1EBFBD95DD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882117" y="2732096"/>
            <a:ext cx="9384331" cy="1222433"/>
          </a:xfrm>
        </p:spPr>
        <p:txBody>
          <a:bodyPr>
            <a:noAutofit/>
          </a:bodyPr>
          <a:lstStyle/>
          <a:p>
            <a:r>
              <a:rPr lang="en-US" sz="20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Registered Password :</a:t>
            </a:r>
          </a:p>
          <a:p>
            <a:endParaRPr lang="en-US" sz="2000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lang="en-US" sz="2000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US" sz="2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sz="2000" b="1" dirty="0">
                <a:ln w="0"/>
                <a:solidFill>
                  <a:srgbClr val="00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Registered Direction Indicator :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B547479-ABA0-CFA7-B6FF-884B57771A87}"/>
              </a:ext>
            </a:extLst>
          </p:cNvPr>
          <p:cNvGrpSpPr/>
          <p:nvPr/>
        </p:nvGrpSpPr>
        <p:grpSpPr>
          <a:xfrm>
            <a:off x="5196737" y="2483155"/>
            <a:ext cx="3158388" cy="731520"/>
            <a:chOff x="8260964" y="290264"/>
            <a:chExt cx="3158388" cy="731520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16F516E9-F878-5228-64B1-886BBCE4357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60964" y="29026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803824E8-EDBD-616E-E373-5A3D9732689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69920" y="29026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FA4E3C6B-3863-F84E-7501-810CAD2F656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87832" y="29026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9A258476-6BD3-AF22-7E6A-8DA730A2F651}"/>
              </a:ext>
            </a:extLst>
          </p:cNvPr>
          <p:cNvPicPr preferRelativeResize="0"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0240" y="3837710"/>
            <a:ext cx="731520" cy="731520"/>
          </a:xfrm>
          <a:prstGeom prst="rect">
            <a:avLst/>
          </a:prstGeom>
          <a:effectLst>
            <a:softEdge rad="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C2AF95C-9398-E443-6926-B6C79D042A14}"/>
              </a:ext>
            </a:extLst>
          </p:cNvPr>
          <p:cNvPicPr preferRelativeResize="0"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4649" y="2483155"/>
            <a:ext cx="731520" cy="731520"/>
          </a:xfrm>
          <a:prstGeom prst="rect">
            <a:avLst/>
          </a:pr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33604459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5468C-B0AF-EE6D-9948-5FCF44AFA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E86D8195-D7C9-6ECF-827B-8220584AC634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C1BB4DBC-3A1A-E3E3-5F82-23AC2DE893DF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When the </a:t>
            </a:r>
            <a:r>
              <a:rPr lang="en-US" b="1" dirty="0">
                <a:ln w="0"/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 Indicator (*DI)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>
                <a:ln w="0"/>
              </a:rPr>
              <a:t>is at East (right) of </a:t>
            </a:r>
            <a:r>
              <a:rPr lang="en-US" b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Registered Password (*RP1</a:t>
            </a:r>
            <a:r>
              <a:rPr lang="en-US" b="1" dirty="0">
                <a:ln w="0"/>
                <a:solidFill>
                  <a:srgbClr val="FF0000"/>
                </a:solidFill>
              </a:rPr>
              <a:t>). </a:t>
            </a:r>
            <a:r>
              <a:rPr lang="en-US" dirty="0">
                <a:ln w="0"/>
              </a:rPr>
              <a:t>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Actual Password to Click (*PW) </a:t>
            </a:r>
            <a:r>
              <a:rPr lang="en-US" dirty="0">
                <a:ln w="0"/>
              </a:rPr>
              <a:t>is at East (right)</a:t>
            </a:r>
            <a:r>
              <a:rPr lang="en-US" b="1" dirty="0">
                <a:ln w="0"/>
              </a:rPr>
              <a:t> </a:t>
            </a:r>
            <a:r>
              <a:rPr lang="en-US" b="1" dirty="0">
                <a:ln w="0"/>
                <a:solidFill>
                  <a:srgbClr val="FF0000"/>
                </a:solidFill>
              </a:rPr>
              <a:t>of Registered Password (*RP1). 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A065B46F-649E-49D9-8CA5-21C77CCF526F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Demo Example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ADA81C0-A6A2-9E20-39FE-C0C00AD47DF6}"/>
              </a:ext>
            </a:extLst>
          </p:cNvPr>
          <p:cNvGrpSpPr/>
          <p:nvPr/>
        </p:nvGrpSpPr>
        <p:grpSpPr>
          <a:xfrm>
            <a:off x="2969443" y="81494"/>
            <a:ext cx="8329838" cy="1062961"/>
            <a:chOff x="2969443" y="81494"/>
            <a:chExt cx="8329838" cy="106296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133AC81-6E01-DDD8-CF52-B850060A611A}"/>
                </a:ext>
              </a:extLst>
            </p:cNvPr>
            <p:cNvGrpSpPr/>
            <p:nvPr/>
          </p:nvGrpSpPr>
          <p:grpSpPr>
            <a:xfrm>
              <a:off x="2969443" y="81494"/>
              <a:ext cx="8242306" cy="1033609"/>
              <a:chOff x="2969443" y="81494"/>
              <a:chExt cx="8242306" cy="1033609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9228946D-68E3-2898-33F2-31F329838E09}"/>
                  </a:ext>
                </a:extLst>
              </p:cNvPr>
              <p:cNvGrpSpPr/>
              <p:nvPr/>
            </p:nvGrpSpPr>
            <p:grpSpPr>
              <a:xfrm>
                <a:off x="2969443" y="81494"/>
                <a:ext cx="8242306" cy="1033609"/>
                <a:chOff x="3216375" y="493036"/>
                <a:chExt cx="8242306" cy="1033609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CBA527C7-8E8D-3108-46B1-290236F939ED}"/>
                    </a:ext>
                  </a:extLst>
                </p:cNvPr>
                <p:cNvGrpSpPr/>
                <p:nvPr/>
              </p:nvGrpSpPr>
              <p:grpSpPr>
                <a:xfrm>
                  <a:off x="3216375" y="493036"/>
                  <a:ext cx="8242306" cy="738088"/>
                  <a:chOff x="3177046" y="283696"/>
                  <a:chExt cx="8242306" cy="738088"/>
                </a:xfrm>
              </p:grpSpPr>
              <p:pic>
                <p:nvPicPr>
                  <p:cNvPr id="15" name="Picture 14">
                    <a:extLst>
                      <a:ext uri="{FF2B5EF4-FFF2-40B4-BE49-F238E27FC236}">
                        <a16:creationId xmlns:a16="http://schemas.microsoft.com/office/drawing/2014/main" id="{FD187532-456F-E251-CDBF-B3CAB38713B1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177046" y="283696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  <p:pic>
                <p:nvPicPr>
                  <p:cNvPr id="16" name="Picture 15">
                    <a:extLst>
                      <a:ext uri="{FF2B5EF4-FFF2-40B4-BE49-F238E27FC236}">
                        <a16:creationId xmlns:a16="http://schemas.microsoft.com/office/drawing/2014/main" id="{C9451E67-82CE-7F8F-C556-7FE0712A4D17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069920" y="290264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  <p:pic>
                <p:nvPicPr>
                  <p:cNvPr id="19" name="Picture 18">
                    <a:extLst>
                      <a:ext uri="{FF2B5EF4-FFF2-40B4-BE49-F238E27FC236}">
                        <a16:creationId xmlns:a16="http://schemas.microsoft.com/office/drawing/2014/main" id="{60472B92-EF56-415F-997D-9B6F7CD69C16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0687832" y="290264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</p:grp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9CA7C73-D69F-20B6-E5BA-FDC85B26FE25}"/>
                    </a:ext>
                  </a:extLst>
                </p:cNvPr>
                <p:cNvSpPr txBox="1"/>
                <p:nvPr/>
              </p:nvSpPr>
              <p:spPr>
                <a:xfrm>
                  <a:off x="3271437" y="1188091"/>
                  <a:ext cx="76569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Registered Password</a:t>
                  </a:r>
                </a:p>
              </p:txBody>
            </p:sp>
          </p:grp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2A9B7184-40B6-CC94-A9C9-C28F575154F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778399" y="1081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8BAA04A-909E-F610-1C9F-25424C18B7D6}"/>
                </a:ext>
              </a:extLst>
            </p:cNvPr>
            <p:cNvSpPr txBox="1"/>
            <p:nvPr/>
          </p:nvSpPr>
          <p:spPr>
            <a:xfrm>
              <a:off x="8912412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FF3F13B-B384-6A99-59F1-FE8DB0D7BB29}"/>
                </a:ext>
              </a:extLst>
            </p:cNvPr>
            <p:cNvSpPr txBox="1"/>
            <p:nvPr/>
          </p:nvSpPr>
          <p:spPr>
            <a:xfrm>
              <a:off x="9714533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E60DF8B-DBE3-E563-231D-CAA3786240A0}"/>
                </a:ext>
              </a:extLst>
            </p:cNvPr>
            <p:cNvSpPr txBox="1"/>
            <p:nvPr/>
          </p:nvSpPr>
          <p:spPr>
            <a:xfrm>
              <a:off x="10533585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95BBB4C-E21F-3E86-43CB-A6E2FA8B5664}"/>
                </a:ext>
              </a:extLst>
            </p:cNvPr>
            <p:cNvSpPr txBox="1"/>
            <p:nvPr/>
          </p:nvSpPr>
          <p:spPr>
            <a:xfrm>
              <a:off x="3699951" y="8059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DE12D596-70B3-260B-4D5B-C6CDE3875A67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6929426" y="1679085"/>
            <a:chExt cx="3859863" cy="3893119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B461C717-C434-F5A1-EFD6-7BE6DEC478D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3C066C9C-0B99-02E5-E224-E9B155F9DA5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F09A6618-F6FC-A2D1-6A96-0967568D595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363" y="404284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80EB1F13-6098-367F-CF68-84BF6D0CC97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E2A73516-29E5-2220-9E8F-A7569F25330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F3CEAB43-AB7A-6B7F-56D4-F42DCEF183B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638" y="326660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0F9AA6CC-7EA8-5F6E-8DAD-332DF966481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4A9F4803-D181-F140-02E4-9979B600D88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6338F11D-5DF1-72C7-F51A-BD64B9EA890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18CA3506-A2A4-FCAE-CDA7-E23093C9B0C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2045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94A4556D-2F44-FB98-4814-D7130212135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4720" y="483714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E88CC26C-199A-13B7-C427-AFB295FF890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0779" y="16813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14FB59F2-AF20-5022-EBDE-BA41A285027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6C0BB536-4CAA-1F48-83E9-CAA81CE1E07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25EF4F8-29EF-3FDA-4605-54DC0E67CB2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C885F07B-7A3F-B867-052D-FE7463A63A4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ADFAB3E-EB80-017E-7261-B8C3F6074B3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3B5DBF7B-AF8B-CECB-36CF-A9BCDDEC771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A62D667E-E941-25E2-CD55-5E358F1E23C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88DC3AD-7733-3567-4D38-4EF40474C60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50045397-2F12-66F1-B8B9-49CA641159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C57E15-C072-25F1-A192-A5FA7A49C0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89D11445-90B1-8C8F-CC55-2F99E29A8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5091C120-DBB6-4A52-013D-9EC83C58B05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66530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BD134179-8E34-BBD3-7C78-6552C528714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17295" y="3285327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B0335AB4-111C-DC22-0552-91EF163C6116}"/>
              </a:ext>
            </a:extLst>
          </p:cNvPr>
          <p:cNvSpPr txBox="1"/>
          <p:nvPr/>
        </p:nvSpPr>
        <p:spPr>
          <a:xfrm>
            <a:off x="1117819" y="3726065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D3750B-7F42-5DE6-CEDD-44A086423BBB}"/>
              </a:ext>
            </a:extLst>
          </p:cNvPr>
          <p:cNvSpPr txBox="1"/>
          <p:nvPr/>
        </p:nvSpPr>
        <p:spPr>
          <a:xfrm>
            <a:off x="2078191" y="376328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33E3C014-ECFE-1BB3-497F-F2FF0A327335}"/>
              </a:ext>
            </a:extLst>
          </p:cNvPr>
          <p:cNvPicPr preferRelativeResize="0">
            <a:picLocks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1177" y="85424"/>
            <a:ext cx="731520" cy="731520"/>
          </a:xfrm>
          <a:prstGeom prst="rect">
            <a:avLst/>
          </a:pr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5538014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967D0-A602-5BE0-986C-8E41BEA1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4A5620B6-D772-69F3-9296-39B95626AF92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786ED12-FD3D-2E91-928A-0418AA5A4BC3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So, 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*PW</a:t>
            </a:r>
            <a:r>
              <a:rPr lang="en-US" b="1" dirty="0">
                <a:ln w="0"/>
              </a:rPr>
              <a:t> </a:t>
            </a:r>
            <a:r>
              <a:rPr lang="en-US" dirty="0">
                <a:ln w="0"/>
              </a:rPr>
              <a:t>is </a:t>
            </a:r>
            <a:endParaRPr lang="en-US" b="1" dirty="0">
              <a:ln w="0"/>
              <a:solidFill>
                <a:srgbClr val="FF0000"/>
              </a:solidFill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1FFE02C-4B33-C2BB-C0A7-E68F28D456B3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Demo Example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8C800E-7E29-6D94-B706-B07CD31C427B}"/>
              </a:ext>
            </a:extLst>
          </p:cNvPr>
          <p:cNvGrpSpPr/>
          <p:nvPr/>
        </p:nvGrpSpPr>
        <p:grpSpPr>
          <a:xfrm>
            <a:off x="2969443" y="81494"/>
            <a:ext cx="8329838" cy="1062961"/>
            <a:chOff x="2969443" y="81494"/>
            <a:chExt cx="8329838" cy="106296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E013126-087F-C080-C100-92F2C3CB2311}"/>
                </a:ext>
              </a:extLst>
            </p:cNvPr>
            <p:cNvGrpSpPr/>
            <p:nvPr/>
          </p:nvGrpSpPr>
          <p:grpSpPr>
            <a:xfrm>
              <a:off x="2969443" y="81494"/>
              <a:ext cx="8242306" cy="1033609"/>
              <a:chOff x="2969443" y="81494"/>
              <a:chExt cx="8242306" cy="1033609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2DC76628-9374-9520-0277-AF00B14FE04F}"/>
                  </a:ext>
                </a:extLst>
              </p:cNvPr>
              <p:cNvGrpSpPr/>
              <p:nvPr/>
            </p:nvGrpSpPr>
            <p:grpSpPr>
              <a:xfrm>
                <a:off x="2969443" y="81494"/>
                <a:ext cx="8242306" cy="1033609"/>
                <a:chOff x="3216375" y="493036"/>
                <a:chExt cx="8242306" cy="1033609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A0A1124A-0318-CBF3-A812-8208AA4976C5}"/>
                    </a:ext>
                  </a:extLst>
                </p:cNvPr>
                <p:cNvGrpSpPr/>
                <p:nvPr/>
              </p:nvGrpSpPr>
              <p:grpSpPr>
                <a:xfrm>
                  <a:off x="3216375" y="493036"/>
                  <a:ext cx="8242306" cy="738088"/>
                  <a:chOff x="3177046" y="283696"/>
                  <a:chExt cx="8242306" cy="738088"/>
                </a:xfrm>
              </p:grpSpPr>
              <p:pic>
                <p:nvPicPr>
                  <p:cNvPr id="15" name="Picture 14">
                    <a:extLst>
                      <a:ext uri="{FF2B5EF4-FFF2-40B4-BE49-F238E27FC236}">
                        <a16:creationId xmlns:a16="http://schemas.microsoft.com/office/drawing/2014/main" id="{D05C8BD5-25FE-AFFC-387F-00D5653E9734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177046" y="283696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  <p:pic>
                <p:nvPicPr>
                  <p:cNvPr id="16" name="Picture 15">
                    <a:extLst>
                      <a:ext uri="{FF2B5EF4-FFF2-40B4-BE49-F238E27FC236}">
                        <a16:creationId xmlns:a16="http://schemas.microsoft.com/office/drawing/2014/main" id="{D82B0033-E9F2-0293-132C-84F9DBBE608A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069920" y="290264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  <p:pic>
                <p:nvPicPr>
                  <p:cNvPr id="19" name="Picture 18">
                    <a:extLst>
                      <a:ext uri="{FF2B5EF4-FFF2-40B4-BE49-F238E27FC236}">
                        <a16:creationId xmlns:a16="http://schemas.microsoft.com/office/drawing/2014/main" id="{774C2192-9D11-8716-75C4-769D9554274B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0687832" y="290264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</p:grp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7147981-10DB-912D-0DD8-7A2AD813E9AD}"/>
                    </a:ext>
                  </a:extLst>
                </p:cNvPr>
                <p:cNvSpPr txBox="1"/>
                <p:nvPr/>
              </p:nvSpPr>
              <p:spPr>
                <a:xfrm>
                  <a:off x="3271437" y="1188091"/>
                  <a:ext cx="76569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Registered Password</a:t>
                  </a:r>
                </a:p>
              </p:txBody>
            </p:sp>
          </p:grp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6539E191-6EE4-896B-15B9-5D3D73DB683B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778399" y="1081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1F6D335-FFD7-09E5-6334-4CE13A2566AB}"/>
                </a:ext>
              </a:extLst>
            </p:cNvPr>
            <p:cNvSpPr txBox="1"/>
            <p:nvPr/>
          </p:nvSpPr>
          <p:spPr>
            <a:xfrm>
              <a:off x="8912412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797AAAE-35A0-9D20-5AB2-2EA41EDD4BF6}"/>
                </a:ext>
              </a:extLst>
            </p:cNvPr>
            <p:cNvSpPr txBox="1"/>
            <p:nvPr/>
          </p:nvSpPr>
          <p:spPr>
            <a:xfrm>
              <a:off x="9714533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24C8ED5-E8B1-6371-BC16-5D38DBEF41CB}"/>
                </a:ext>
              </a:extLst>
            </p:cNvPr>
            <p:cNvSpPr txBox="1"/>
            <p:nvPr/>
          </p:nvSpPr>
          <p:spPr>
            <a:xfrm>
              <a:off x="10533585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4C0D95C-D641-9434-EAA1-525EA3936F78}"/>
                </a:ext>
              </a:extLst>
            </p:cNvPr>
            <p:cNvSpPr txBox="1"/>
            <p:nvPr/>
          </p:nvSpPr>
          <p:spPr>
            <a:xfrm>
              <a:off x="3699951" y="8059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A95FB9F-64EA-AEF8-D85B-1874B4383CD9}"/>
              </a:ext>
            </a:extLst>
          </p:cNvPr>
          <p:cNvPicPr preferRelativeResize="0"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2411" y="2434362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B0779C56-36AF-DBF2-0B29-E1208DC61E86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6929426" y="1679085"/>
            <a:chExt cx="3859863" cy="3893119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D41AD0A1-D398-68E2-1921-BD7ADF09133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33244143-852D-6C87-7C13-1B26A5D240A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66035556-8492-8286-C6EB-709EBF49B10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363" y="404284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54D94B46-FE67-095B-2CF2-2B87C6D8DD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DE7BA9F0-CE93-CE0C-1F07-E0EAC7E9F5E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3636AA4A-7F91-C3F0-F501-8A08092E67A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638" y="326660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CDDCCF47-482E-FFE8-ACAF-963853B59F1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73B3B25D-A2C3-FDB9-71A5-7096F3BB932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91900CB3-9027-9EE2-BD99-F69F27F8D37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6D363BF-EF07-7F75-DF43-0720230C407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2045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738DAFB6-D40D-C9C1-33A2-9C2686424E7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4720" y="483714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C6140F8-91EA-2D39-815A-65D69AF8160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0779" y="16813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1695EAC0-7DF0-8008-C18B-51CF0ABC6ED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E5A9BB48-90BF-6E31-8EC7-BA71E5FF7F8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C99D52E8-D525-1A31-0929-6C61DCF391A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C8F6AFB5-D608-4F27-1420-8F239EAEE3A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69A1030B-94ED-524D-8DF4-E317D5A8335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224FC41F-9ED8-DBA2-F32F-317446E50A9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28C9270-A791-BB25-9D02-82BE9D816D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9E35850-0998-C70C-468D-BF05DA46063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F7F983B1-BA70-C9A3-1209-E71D26D0CB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4E083998-9074-42E0-B1F1-6F31D17FD0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2100271E-1231-3982-8D57-EE24AA0DB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12337D53-8EB2-1197-D956-513AA24DD82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66530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7C69BC13-82CE-1B73-0F12-0B784E183BE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17295" y="3285327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7583A5AA-0E2E-F103-2336-01BCD2D83AEB}"/>
              </a:ext>
            </a:extLst>
          </p:cNvPr>
          <p:cNvSpPr txBox="1"/>
          <p:nvPr/>
        </p:nvSpPr>
        <p:spPr>
          <a:xfrm>
            <a:off x="1117819" y="3726065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DABC357-159D-BFA0-C5DA-64C9BBE0DF66}"/>
              </a:ext>
            </a:extLst>
          </p:cNvPr>
          <p:cNvSpPr txBox="1"/>
          <p:nvPr/>
        </p:nvSpPr>
        <p:spPr>
          <a:xfrm>
            <a:off x="2078191" y="376328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79EE1A-9640-B59B-2669-A0EC69CC3AB2}"/>
              </a:ext>
            </a:extLst>
          </p:cNvPr>
          <p:cNvSpPr txBox="1"/>
          <p:nvPr/>
        </p:nvSpPr>
        <p:spPr>
          <a:xfrm>
            <a:off x="1976323" y="3284833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72E3EDA-3849-F48D-AD0C-E5DC73BE3114}"/>
              </a:ext>
            </a:extLst>
          </p:cNvPr>
          <p:cNvPicPr preferRelativeResize="0">
            <a:picLocks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1177" y="85424"/>
            <a:ext cx="731520" cy="731520"/>
          </a:xfrm>
          <a:prstGeom prst="rect">
            <a:avLst/>
          </a:pr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3503944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69B79-3747-0D6A-40DA-830D1FD5F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B10253A0-EAE7-4FCA-09E5-ACF8C5C5674E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42F714F-4C67-B404-4539-EE54542C8268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When the </a:t>
            </a:r>
            <a:r>
              <a:rPr lang="en-US" b="1" dirty="0">
                <a:ln w="0"/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 Indicator (*DI)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>
                <a:ln w="0"/>
              </a:rPr>
              <a:t>is at Northwest (up &amp; to left) of </a:t>
            </a:r>
            <a:r>
              <a:rPr lang="en-US" b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Registered Password (*RP2</a:t>
            </a:r>
            <a:r>
              <a:rPr lang="en-US" b="1" dirty="0">
                <a:ln w="0"/>
                <a:solidFill>
                  <a:srgbClr val="FF0000"/>
                </a:solidFill>
              </a:rPr>
              <a:t>). </a:t>
            </a:r>
            <a:r>
              <a:rPr lang="en-US" dirty="0">
                <a:ln w="0"/>
              </a:rPr>
              <a:t>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Actual Password to Click (*PW) </a:t>
            </a:r>
            <a:r>
              <a:rPr lang="en-US" dirty="0">
                <a:ln w="0"/>
              </a:rPr>
              <a:t>is at Northwest (up &amp; to left) </a:t>
            </a:r>
            <a:r>
              <a:rPr lang="en-US" b="1" dirty="0">
                <a:ln w="0"/>
                <a:solidFill>
                  <a:srgbClr val="FF0000"/>
                </a:solidFill>
              </a:rPr>
              <a:t>of Registered Password (*RP2). 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DDE8C8C4-70CF-80AD-673D-2A976C3740A4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Demo Example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6996936-3B1C-3834-3F8A-AB0C9A1663AD}"/>
              </a:ext>
            </a:extLst>
          </p:cNvPr>
          <p:cNvGrpSpPr/>
          <p:nvPr/>
        </p:nvGrpSpPr>
        <p:grpSpPr>
          <a:xfrm>
            <a:off x="2952379" y="85424"/>
            <a:ext cx="8346902" cy="1059031"/>
            <a:chOff x="2952379" y="85424"/>
            <a:chExt cx="8346902" cy="105903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89506E2-A924-323B-92E7-5460137A28AB}"/>
                </a:ext>
              </a:extLst>
            </p:cNvPr>
            <p:cNvGrpSpPr/>
            <p:nvPr/>
          </p:nvGrpSpPr>
          <p:grpSpPr>
            <a:xfrm>
              <a:off x="2952379" y="85424"/>
              <a:ext cx="8259370" cy="1033609"/>
              <a:chOff x="2952379" y="85424"/>
              <a:chExt cx="8259370" cy="1033609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A62711A2-15C6-CA9D-CD71-0B656A3ADD20}"/>
                  </a:ext>
                </a:extLst>
              </p:cNvPr>
              <p:cNvGrpSpPr/>
              <p:nvPr/>
            </p:nvGrpSpPr>
            <p:grpSpPr>
              <a:xfrm>
                <a:off x="2952379" y="85424"/>
                <a:ext cx="8259370" cy="1033609"/>
                <a:chOff x="3199311" y="496966"/>
                <a:chExt cx="8259370" cy="1033609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B3A45E4E-9B77-33CD-D2EF-CFE887349D07}"/>
                    </a:ext>
                  </a:extLst>
                </p:cNvPr>
                <p:cNvGrpSpPr/>
                <p:nvPr/>
              </p:nvGrpSpPr>
              <p:grpSpPr>
                <a:xfrm>
                  <a:off x="3199311" y="496966"/>
                  <a:ext cx="8259370" cy="757134"/>
                  <a:chOff x="3159982" y="287626"/>
                  <a:chExt cx="8259370" cy="757134"/>
                </a:xfrm>
              </p:grpSpPr>
              <p:pic>
                <p:nvPicPr>
                  <p:cNvPr id="15" name="Picture 14">
                    <a:extLst>
                      <a:ext uri="{FF2B5EF4-FFF2-40B4-BE49-F238E27FC236}">
                        <a16:creationId xmlns:a16="http://schemas.microsoft.com/office/drawing/2014/main" id="{57C66ACB-FCC8-3C37-0514-AD8B958B64EE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269122" y="287626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  <p:pic>
                <p:nvPicPr>
                  <p:cNvPr id="16" name="Picture 15">
                    <a:extLst>
                      <a:ext uri="{FF2B5EF4-FFF2-40B4-BE49-F238E27FC236}">
                        <a16:creationId xmlns:a16="http://schemas.microsoft.com/office/drawing/2014/main" id="{E4156631-3A13-4B46-3EE8-669F7321319B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159982" y="313240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  <p:pic>
                <p:nvPicPr>
                  <p:cNvPr id="19" name="Picture 18">
                    <a:extLst>
                      <a:ext uri="{FF2B5EF4-FFF2-40B4-BE49-F238E27FC236}">
                        <a16:creationId xmlns:a16="http://schemas.microsoft.com/office/drawing/2014/main" id="{F658AE22-D211-3286-4E97-1C31DC3F6DEA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0687832" y="290264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</p:grp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0105032-D738-1BD0-9218-E9563284B2FC}"/>
                    </a:ext>
                  </a:extLst>
                </p:cNvPr>
                <p:cNvSpPr txBox="1"/>
                <p:nvPr/>
              </p:nvSpPr>
              <p:spPr>
                <a:xfrm>
                  <a:off x="8363513" y="1192021"/>
                  <a:ext cx="76569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Registered Password</a:t>
                  </a:r>
                </a:p>
              </p:txBody>
            </p:sp>
          </p:grp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4FCEDE47-EB23-238B-5906-98F483934C3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778399" y="1081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0C6AFE9-1ED4-1169-5641-38592C1EF681}"/>
                </a:ext>
              </a:extLst>
            </p:cNvPr>
            <p:cNvSpPr txBox="1"/>
            <p:nvPr/>
          </p:nvSpPr>
          <p:spPr>
            <a:xfrm>
              <a:off x="3002474" y="799525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E3EEEAD-460E-3C28-2ED6-39FB49193E80}"/>
                </a:ext>
              </a:extLst>
            </p:cNvPr>
            <p:cNvSpPr txBox="1"/>
            <p:nvPr/>
          </p:nvSpPr>
          <p:spPr>
            <a:xfrm>
              <a:off x="9714533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474419C-A76E-04C9-9283-455A69D51B0B}"/>
                </a:ext>
              </a:extLst>
            </p:cNvPr>
            <p:cNvSpPr txBox="1"/>
            <p:nvPr/>
          </p:nvSpPr>
          <p:spPr>
            <a:xfrm>
              <a:off x="10533585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8D08827-C243-1207-15EE-FF156A1D4531}"/>
                </a:ext>
              </a:extLst>
            </p:cNvPr>
            <p:cNvSpPr txBox="1"/>
            <p:nvPr/>
          </p:nvSpPr>
          <p:spPr>
            <a:xfrm>
              <a:off x="3699951" y="8059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4BD0E76-66FD-52D2-2B99-9CED36B856D4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6929426" y="1679085"/>
            <a:chExt cx="3859863" cy="3893119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BA488375-6742-3F59-4785-08A54E66CF1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9AB5A57-035E-C1F3-C8ED-E1D29A36E22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648B39DD-349F-DB4B-18C0-B3FC534A724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363" y="404284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9F41FF9A-F908-CDDE-3C91-3C09B165B61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9C5DFF6F-6788-66AD-4336-D2D487220E6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0D7327BE-47DD-3CA1-5E62-D34DD2EA795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638" y="326660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E9AB8AB9-0D95-D628-5EF6-A41768B71E6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41B143B-95D7-CD15-0F98-E0732E95698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B24D0E82-085C-17F8-FD1E-88B16D8F20D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6635E4CA-7EC1-5B32-3170-0AD9A79D2E7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2045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514CBE2D-1DEE-78B6-2E43-D4FEC548B3C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4720" y="483714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CAAD476B-60EF-155E-5814-CF586FFCA57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0779" y="16813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B180AEB3-AE8F-6775-83A1-AE877555386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8E30BFBE-0A0B-E2B2-6AE8-5A6D9546979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C370B9B-3E0A-BB39-2041-ACFE423057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FA1E3C8B-C349-6D7D-B668-233E1CABED0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99E49F42-B685-2B3E-8CE3-2AA3C9BD4AA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28F4AAF-3DF3-BEC2-8AB1-2240F56EF3E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843909D8-DC96-51E0-525A-D0538A024C4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12CD0298-8B7F-6C03-C912-F90D1C3EA38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703B4B4C-A65E-F50D-BB90-9BD7A340D2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01432AE-CC57-BFCA-D4DE-BB62C2E4A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B47CDAC9-F675-D249-E19A-98AE3A1995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E67984-775E-48F5-0AB7-175B8A2350B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6653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16FF1BBB-B0ED-6364-391F-8CE522F3B7E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17295" y="3285327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E8D8F616-BC64-3F70-7946-79676F309CB8}"/>
              </a:ext>
            </a:extLst>
          </p:cNvPr>
          <p:cNvSpPr txBox="1"/>
          <p:nvPr/>
        </p:nvSpPr>
        <p:spPr>
          <a:xfrm>
            <a:off x="2825953" y="4499743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8FA4C0-F1D4-E955-FD69-9D68423C880F}"/>
              </a:ext>
            </a:extLst>
          </p:cNvPr>
          <p:cNvSpPr txBox="1"/>
          <p:nvPr/>
        </p:nvSpPr>
        <p:spPr>
          <a:xfrm>
            <a:off x="2078191" y="376328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E8C031D0-39C9-0A99-F78E-A45BD5E4DC35}"/>
              </a:ext>
            </a:extLst>
          </p:cNvPr>
          <p:cNvPicPr preferRelativeResize="0">
            <a:picLocks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1177" y="85424"/>
            <a:ext cx="731520" cy="731520"/>
          </a:xfrm>
          <a:prstGeom prst="rect">
            <a:avLst/>
          </a:pr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868541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61F2C-A01C-95F3-AAB2-B51A8014A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A774B542-C5F5-C2B6-4F26-88F3D2EE3EE9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AE94F249-9CEF-0CF6-1794-73FC1DC9478F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So, 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*PW</a:t>
            </a:r>
            <a:r>
              <a:rPr lang="en-US" b="1" dirty="0">
                <a:ln w="0"/>
              </a:rPr>
              <a:t> </a:t>
            </a:r>
            <a:r>
              <a:rPr lang="en-US" dirty="0">
                <a:ln w="0"/>
              </a:rPr>
              <a:t>is </a:t>
            </a:r>
            <a:endParaRPr lang="en-US" b="1" dirty="0">
              <a:ln w="0"/>
              <a:solidFill>
                <a:srgbClr val="FF0000"/>
              </a:solidFill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AE97B813-6B90-29EB-D13A-287961B605B8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Demo Example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E7B6AF9-249D-45D7-C3E6-70C747213A3C}"/>
              </a:ext>
            </a:extLst>
          </p:cNvPr>
          <p:cNvGrpSpPr/>
          <p:nvPr/>
        </p:nvGrpSpPr>
        <p:grpSpPr>
          <a:xfrm>
            <a:off x="2952379" y="85424"/>
            <a:ext cx="8346902" cy="1059031"/>
            <a:chOff x="2952379" y="85424"/>
            <a:chExt cx="8346902" cy="105903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4DDB44E-DEC0-0304-8411-4F3184D07B5B}"/>
                </a:ext>
              </a:extLst>
            </p:cNvPr>
            <p:cNvGrpSpPr/>
            <p:nvPr/>
          </p:nvGrpSpPr>
          <p:grpSpPr>
            <a:xfrm>
              <a:off x="2952379" y="85424"/>
              <a:ext cx="8259370" cy="1033609"/>
              <a:chOff x="2952379" y="85424"/>
              <a:chExt cx="8259370" cy="1033609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8815AAA5-7BFC-4570-B7CC-3AA8F44E2D14}"/>
                  </a:ext>
                </a:extLst>
              </p:cNvPr>
              <p:cNvGrpSpPr/>
              <p:nvPr/>
            </p:nvGrpSpPr>
            <p:grpSpPr>
              <a:xfrm>
                <a:off x="2952379" y="85424"/>
                <a:ext cx="8259370" cy="1033609"/>
                <a:chOff x="3199311" y="496966"/>
                <a:chExt cx="8259370" cy="1033609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D532DA79-1AD5-7B9B-A142-DBDCB0BD3D31}"/>
                    </a:ext>
                  </a:extLst>
                </p:cNvPr>
                <p:cNvGrpSpPr/>
                <p:nvPr/>
              </p:nvGrpSpPr>
              <p:grpSpPr>
                <a:xfrm>
                  <a:off x="3199311" y="496966"/>
                  <a:ext cx="8259370" cy="757134"/>
                  <a:chOff x="3159982" y="287626"/>
                  <a:chExt cx="8259370" cy="757134"/>
                </a:xfrm>
              </p:grpSpPr>
              <p:pic>
                <p:nvPicPr>
                  <p:cNvPr id="15" name="Picture 14">
                    <a:extLst>
                      <a:ext uri="{FF2B5EF4-FFF2-40B4-BE49-F238E27FC236}">
                        <a16:creationId xmlns:a16="http://schemas.microsoft.com/office/drawing/2014/main" id="{523276F3-9112-1925-27BD-42B954519632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269122" y="287626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  <p:pic>
                <p:nvPicPr>
                  <p:cNvPr id="16" name="Picture 15">
                    <a:extLst>
                      <a:ext uri="{FF2B5EF4-FFF2-40B4-BE49-F238E27FC236}">
                        <a16:creationId xmlns:a16="http://schemas.microsoft.com/office/drawing/2014/main" id="{3501B8D2-F638-3AD1-2B94-F74DE764FC1D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159982" y="313240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  <p:pic>
                <p:nvPicPr>
                  <p:cNvPr id="19" name="Picture 18">
                    <a:extLst>
                      <a:ext uri="{FF2B5EF4-FFF2-40B4-BE49-F238E27FC236}">
                        <a16:creationId xmlns:a16="http://schemas.microsoft.com/office/drawing/2014/main" id="{C2EAE841-3611-C2D3-92AD-92D4AD69D6BB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0687832" y="290264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</p:grp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89958C6-BBCF-C324-BA42-ECC3A69E5A82}"/>
                    </a:ext>
                  </a:extLst>
                </p:cNvPr>
                <p:cNvSpPr txBox="1"/>
                <p:nvPr/>
              </p:nvSpPr>
              <p:spPr>
                <a:xfrm>
                  <a:off x="8363513" y="1192021"/>
                  <a:ext cx="76569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Registered Password</a:t>
                  </a:r>
                </a:p>
              </p:txBody>
            </p:sp>
          </p:grp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01E6DC-26B7-7399-C7AB-033A25AE4291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778399" y="1081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43719C7-18B8-C7D5-A1B4-201212A04647}"/>
                </a:ext>
              </a:extLst>
            </p:cNvPr>
            <p:cNvSpPr txBox="1"/>
            <p:nvPr/>
          </p:nvSpPr>
          <p:spPr>
            <a:xfrm>
              <a:off x="3002474" y="799525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7C40C6D-79B1-7593-CBF6-26478BE55A42}"/>
                </a:ext>
              </a:extLst>
            </p:cNvPr>
            <p:cNvSpPr txBox="1"/>
            <p:nvPr/>
          </p:nvSpPr>
          <p:spPr>
            <a:xfrm>
              <a:off x="9714533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EF7C957-4570-DD63-5BCA-FA78505082BE}"/>
                </a:ext>
              </a:extLst>
            </p:cNvPr>
            <p:cNvSpPr txBox="1"/>
            <p:nvPr/>
          </p:nvSpPr>
          <p:spPr>
            <a:xfrm>
              <a:off x="10533585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C58AE1-9673-D064-1E7B-1C5AA92F8DD2}"/>
                </a:ext>
              </a:extLst>
            </p:cNvPr>
            <p:cNvSpPr txBox="1"/>
            <p:nvPr/>
          </p:nvSpPr>
          <p:spPr>
            <a:xfrm>
              <a:off x="3699951" y="8059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33069E67-601B-CB50-A23A-B2E21105A119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6929426" y="1679085"/>
            <a:chExt cx="3859863" cy="3893119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FE9636E1-3682-AFEA-906C-EC61AFF73B6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66" name="Picture 165">
              <a:extLst>
                <a:ext uri="{FF2B5EF4-FFF2-40B4-BE49-F238E27FC236}">
                  <a16:creationId xmlns:a16="http://schemas.microsoft.com/office/drawing/2014/main" id="{101A3417-FBFF-4680-1EAE-BD0E452D691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ED3B3143-C118-772C-EE6D-D5EE6E088A6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363" y="404284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168" name="Picture 167">
              <a:extLst>
                <a:ext uri="{FF2B5EF4-FFF2-40B4-BE49-F238E27FC236}">
                  <a16:creationId xmlns:a16="http://schemas.microsoft.com/office/drawing/2014/main" id="{2B3B859F-1791-8DF9-02FE-1E41DFBEAF5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69" name="Picture 168">
              <a:extLst>
                <a:ext uri="{FF2B5EF4-FFF2-40B4-BE49-F238E27FC236}">
                  <a16:creationId xmlns:a16="http://schemas.microsoft.com/office/drawing/2014/main" id="{87CB4A85-89DC-D3CD-E382-223EE537327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0" name="Picture 169">
              <a:extLst>
                <a:ext uri="{FF2B5EF4-FFF2-40B4-BE49-F238E27FC236}">
                  <a16:creationId xmlns:a16="http://schemas.microsoft.com/office/drawing/2014/main" id="{2DF81690-DE47-C90C-3C63-68713DDA720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638" y="326660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1" name="Picture 170">
              <a:extLst>
                <a:ext uri="{FF2B5EF4-FFF2-40B4-BE49-F238E27FC236}">
                  <a16:creationId xmlns:a16="http://schemas.microsoft.com/office/drawing/2014/main" id="{9259E835-0947-5D6E-DDC6-AB279E43D5E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C0F1EA10-D9B6-969A-359B-594C7550FA6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3" name="Picture 172">
              <a:extLst>
                <a:ext uri="{FF2B5EF4-FFF2-40B4-BE49-F238E27FC236}">
                  <a16:creationId xmlns:a16="http://schemas.microsoft.com/office/drawing/2014/main" id="{5FF05C24-9A7B-AD75-941D-C082D6BC990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1EB0ABCC-D7EA-354C-FA5D-71E3635809C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2045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2641C37C-2CB1-C99F-0818-53CF416D2D1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4720" y="483714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6F28D2C3-60D7-A282-27A6-7358233865B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0779" y="16813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7CD90F6A-B730-DD66-A65C-C1B2C65E739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5994614D-92EE-4425-01BE-560B6DD5A74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9" name="Picture 178">
              <a:extLst>
                <a:ext uri="{FF2B5EF4-FFF2-40B4-BE49-F238E27FC236}">
                  <a16:creationId xmlns:a16="http://schemas.microsoft.com/office/drawing/2014/main" id="{672024E7-D19F-1EAD-CE3A-694D9E320F2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80" name="Picture 179">
              <a:extLst>
                <a:ext uri="{FF2B5EF4-FFF2-40B4-BE49-F238E27FC236}">
                  <a16:creationId xmlns:a16="http://schemas.microsoft.com/office/drawing/2014/main" id="{0CB2B544-4411-58B9-BA51-5B5343A9F3D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21965C43-28A2-AEA4-2A0F-63EDBE59DC3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82" name="Picture 181">
              <a:extLst>
                <a:ext uri="{FF2B5EF4-FFF2-40B4-BE49-F238E27FC236}">
                  <a16:creationId xmlns:a16="http://schemas.microsoft.com/office/drawing/2014/main" id="{29FCBD6F-3572-E783-84A5-2AF266E93B1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6B43B752-FF11-76E3-5723-354438F317F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84" name="Picture 183">
              <a:extLst>
                <a:ext uri="{FF2B5EF4-FFF2-40B4-BE49-F238E27FC236}">
                  <a16:creationId xmlns:a16="http://schemas.microsoft.com/office/drawing/2014/main" id="{066D6212-1179-E397-3CA1-608F2CAC410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85" name="Picture 184">
              <a:extLst>
                <a:ext uri="{FF2B5EF4-FFF2-40B4-BE49-F238E27FC236}">
                  <a16:creationId xmlns:a16="http://schemas.microsoft.com/office/drawing/2014/main" id="{48FBDB44-7B28-53D7-A42D-A775A7F98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186" name="Picture 185">
              <a:extLst>
                <a:ext uri="{FF2B5EF4-FFF2-40B4-BE49-F238E27FC236}">
                  <a16:creationId xmlns:a16="http://schemas.microsoft.com/office/drawing/2014/main" id="{2DCCEBE5-CC80-7EDF-531E-569E555FB1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2559424E-27A3-B27A-07EE-04B84D5540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188" name="Picture 187">
              <a:extLst>
                <a:ext uri="{FF2B5EF4-FFF2-40B4-BE49-F238E27FC236}">
                  <a16:creationId xmlns:a16="http://schemas.microsoft.com/office/drawing/2014/main" id="{4FA85F02-B4D0-F5EF-09FE-A376FF412D2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6653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1C95BBAA-65F0-593B-ED20-8C1EA1FE61B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17295" y="3285327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</p:grpSp>
      <p:sp>
        <p:nvSpPr>
          <p:cNvPr id="190" name="TextBox 189">
            <a:extLst>
              <a:ext uri="{FF2B5EF4-FFF2-40B4-BE49-F238E27FC236}">
                <a16:creationId xmlns:a16="http://schemas.microsoft.com/office/drawing/2014/main" id="{3C7599F5-D305-EC16-7F7A-51AA6440D713}"/>
              </a:ext>
            </a:extLst>
          </p:cNvPr>
          <p:cNvSpPr txBox="1"/>
          <p:nvPr/>
        </p:nvSpPr>
        <p:spPr>
          <a:xfrm>
            <a:off x="2825953" y="4499743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A2977E54-C1C9-DA48-E693-E7FB47A2BC0D}"/>
              </a:ext>
            </a:extLst>
          </p:cNvPr>
          <p:cNvSpPr txBox="1"/>
          <p:nvPr/>
        </p:nvSpPr>
        <p:spPr>
          <a:xfrm>
            <a:off x="2078191" y="376328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A59815-F906-8EE8-D50F-E6EE556BFB48}"/>
              </a:ext>
            </a:extLst>
          </p:cNvPr>
          <p:cNvSpPr txBox="1"/>
          <p:nvPr/>
        </p:nvSpPr>
        <p:spPr>
          <a:xfrm>
            <a:off x="1976323" y="3284833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  <p:pic>
        <p:nvPicPr>
          <p:cNvPr id="193" name="Picture 192">
            <a:extLst>
              <a:ext uri="{FF2B5EF4-FFF2-40B4-BE49-F238E27FC236}">
                <a16:creationId xmlns:a16="http://schemas.microsoft.com/office/drawing/2014/main" id="{9EDBF9BA-6461-9BFD-FE90-F985CC3930D7}"/>
              </a:ext>
            </a:extLst>
          </p:cNvPr>
          <p:cNvPicPr preferRelativeResize="0"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764" y="2417728"/>
            <a:ext cx="731520" cy="731520"/>
          </a:xfrm>
          <a:prstGeom prst="rect">
            <a:avLst/>
          </a:prstGeom>
          <a:effectLst>
            <a:softEdge rad="0"/>
          </a:effectLst>
        </p:spPr>
      </p:pic>
      <p:pic>
        <p:nvPicPr>
          <p:cNvPr id="194" name="Picture 193">
            <a:extLst>
              <a:ext uri="{FF2B5EF4-FFF2-40B4-BE49-F238E27FC236}">
                <a16:creationId xmlns:a16="http://schemas.microsoft.com/office/drawing/2014/main" id="{049F41FC-7560-6993-E3C2-646A1FC38445}"/>
              </a:ext>
            </a:extLst>
          </p:cNvPr>
          <p:cNvPicPr preferRelativeResize="0">
            <a:picLocks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1177" y="85424"/>
            <a:ext cx="731520" cy="731520"/>
          </a:xfrm>
          <a:prstGeom prst="rect">
            <a:avLst/>
          </a:pr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9267343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F9966-1A7E-262C-4AED-7E7D5AD83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7869CF27-6BE0-FCE1-4D64-EB26B9DB9EAD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6929426" y="1679085"/>
            <a:chExt cx="3859863" cy="3893119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ECFAC2CA-2FE2-8856-522F-9C406982FAC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AEAB6765-90C7-E32E-9527-9ACA7707575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C9200F5E-FAB1-775F-88E3-0DB139D92F1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363" y="404284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FC84084F-9FAC-C012-AF9D-573052CC880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99C9F033-CE2A-93DF-01D0-1E5CD22588D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6BD782F9-A97B-A216-2C13-922D796BC57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638" y="326660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A577A1BC-3FAF-C78D-E9F2-18BBD829012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2924BA8E-CE5F-5953-BCA5-768BED33129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9D46DD0-8348-64DC-F6AC-329CA16A9BA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740FE0E9-16FE-9904-A746-757ABA67FA3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2045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5A03B64A-8219-BDE8-9263-39EDD1ED71F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4720" y="483714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6E2A9A8B-DBCF-38ED-A2DF-99329E2C2C6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0779" y="16813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844D63D6-189A-51B8-0B6F-E93C98B1BD7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A777B662-2A4C-4A76-6AFF-A38772EBCD6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FA4FE60D-A20A-588A-76C7-3A6DBA09B4D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338900B-38EC-BDEC-B224-10460723396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040D0BD4-CFDE-38B1-2A33-2A593CDC10E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A7A55E47-9035-9C6E-6172-FE1645FC118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94F1F7E3-5056-7994-DFBA-EC2A44F4192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727A7D3E-38A2-6C6D-945F-42D8AE887C4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52A6633B-CE69-D8F1-E680-A9637D118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6E26E3BC-F911-0ED6-B3F2-461D4BA7C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61A2C0F8-A7BE-3744-4B92-3A46BF4336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6D715E0E-4D30-237A-19A3-AB464F27CDB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6653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7057CDCC-B500-684C-A2EB-1BCF953A65A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17295" y="3285327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5DCCA5E-5EBB-CF59-7FCE-A14428F42183}"/>
              </a:ext>
            </a:extLst>
          </p:cNvPr>
          <p:cNvSpPr txBox="1"/>
          <p:nvPr/>
        </p:nvSpPr>
        <p:spPr>
          <a:xfrm>
            <a:off x="1128757" y="2119823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A9AFCE9-F830-880B-7E7F-A6FA69A9B750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32D3F5F4-778A-B3B2-FFAF-8E4A315A1755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When the </a:t>
            </a:r>
            <a:r>
              <a:rPr lang="en-US" b="1" dirty="0">
                <a:ln w="0"/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 Indicator (*DI)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>
                <a:ln w="0"/>
              </a:rPr>
              <a:t>is at Southeast (bottom &amp; to right) of </a:t>
            </a:r>
            <a:r>
              <a:rPr lang="en-US" b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Registered Password (*RP3</a:t>
            </a:r>
            <a:r>
              <a:rPr lang="en-US" b="1" dirty="0">
                <a:ln w="0"/>
                <a:solidFill>
                  <a:srgbClr val="FF0000"/>
                </a:solidFill>
              </a:rPr>
              <a:t>). </a:t>
            </a:r>
            <a:r>
              <a:rPr lang="en-US" dirty="0">
                <a:ln w="0"/>
              </a:rPr>
              <a:t>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Actual Password to Click (*PW) </a:t>
            </a:r>
            <a:r>
              <a:rPr lang="en-US" dirty="0">
                <a:ln w="0"/>
              </a:rPr>
              <a:t>is at Southeast (bottom &amp; to right) </a:t>
            </a:r>
            <a:r>
              <a:rPr lang="en-US" b="1" dirty="0">
                <a:ln w="0"/>
                <a:solidFill>
                  <a:srgbClr val="FF0000"/>
                </a:solidFill>
              </a:rPr>
              <a:t>of Registered Password (*RP3). 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449E6E7C-F0F1-3E56-7D4B-A44521A45F99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Demo Example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74771CA-1CF6-7491-E538-66CD47DCBD15}"/>
              </a:ext>
            </a:extLst>
          </p:cNvPr>
          <p:cNvGrpSpPr/>
          <p:nvPr/>
        </p:nvGrpSpPr>
        <p:grpSpPr>
          <a:xfrm>
            <a:off x="3002474" y="85424"/>
            <a:ext cx="8296807" cy="1059031"/>
            <a:chOff x="3002474" y="85424"/>
            <a:chExt cx="8296807" cy="105903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BBAC95B-E19F-7DFB-C328-2D275FE446A6}"/>
                </a:ext>
              </a:extLst>
            </p:cNvPr>
            <p:cNvGrpSpPr/>
            <p:nvPr/>
          </p:nvGrpSpPr>
          <p:grpSpPr>
            <a:xfrm>
              <a:off x="3778399" y="85424"/>
              <a:ext cx="7433350" cy="1033609"/>
              <a:chOff x="3778399" y="85424"/>
              <a:chExt cx="7433350" cy="1033609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AFC83419-A024-02E9-B44B-C8270F6C5075}"/>
                  </a:ext>
                </a:extLst>
              </p:cNvPr>
              <p:cNvGrpSpPr/>
              <p:nvPr/>
            </p:nvGrpSpPr>
            <p:grpSpPr>
              <a:xfrm>
                <a:off x="8061519" y="85424"/>
                <a:ext cx="3150230" cy="1033609"/>
                <a:chOff x="8308451" y="496966"/>
                <a:chExt cx="3150230" cy="1033609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454CC3EE-3C54-EB89-680F-DA7A38EA4ACB}"/>
                    </a:ext>
                  </a:extLst>
                </p:cNvPr>
                <p:cNvGrpSpPr/>
                <p:nvPr/>
              </p:nvGrpSpPr>
              <p:grpSpPr>
                <a:xfrm>
                  <a:off x="8308451" y="496966"/>
                  <a:ext cx="3150230" cy="734158"/>
                  <a:chOff x="8269122" y="287626"/>
                  <a:chExt cx="3150230" cy="734158"/>
                </a:xfrm>
              </p:grpSpPr>
              <p:pic>
                <p:nvPicPr>
                  <p:cNvPr id="15" name="Picture 14">
                    <a:extLst>
                      <a:ext uri="{FF2B5EF4-FFF2-40B4-BE49-F238E27FC236}">
                        <a16:creationId xmlns:a16="http://schemas.microsoft.com/office/drawing/2014/main" id="{28F95B68-A328-0A6D-7B79-3FABC08077D2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2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269122" y="287626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  <p:pic>
                <p:nvPicPr>
                  <p:cNvPr id="19" name="Picture 18">
                    <a:extLst>
                      <a:ext uri="{FF2B5EF4-FFF2-40B4-BE49-F238E27FC236}">
                        <a16:creationId xmlns:a16="http://schemas.microsoft.com/office/drawing/2014/main" id="{46AF0202-C98F-96CE-28DC-B7B7EE86C69F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0687832" y="290264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</p:grp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418F653-A492-D7E9-471F-DE9F28D33DAE}"/>
                    </a:ext>
                  </a:extLst>
                </p:cNvPr>
                <p:cNvSpPr txBox="1"/>
                <p:nvPr/>
              </p:nvSpPr>
              <p:spPr>
                <a:xfrm>
                  <a:off x="8363513" y="1192021"/>
                  <a:ext cx="76569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Registered Password</a:t>
                  </a:r>
                </a:p>
              </p:txBody>
            </p:sp>
          </p:grp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2DC0401A-9EE6-D8FE-6557-AE3E495F282D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778399" y="1081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BE9A4C-8349-1D16-68FD-B130569FF366}"/>
                </a:ext>
              </a:extLst>
            </p:cNvPr>
            <p:cNvSpPr txBox="1"/>
            <p:nvPr/>
          </p:nvSpPr>
          <p:spPr>
            <a:xfrm>
              <a:off x="3002474" y="799525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209CF8-BB93-8AF8-210F-BE4BA3484D58}"/>
                </a:ext>
              </a:extLst>
            </p:cNvPr>
            <p:cNvSpPr txBox="1"/>
            <p:nvPr/>
          </p:nvSpPr>
          <p:spPr>
            <a:xfrm>
              <a:off x="10533585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9B2DF6F-89E0-9081-7188-9A09CB4E091A}"/>
                </a:ext>
              </a:extLst>
            </p:cNvPr>
            <p:cNvSpPr txBox="1"/>
            <p:nvPr/>
          </p:nvSpPr>
          <p:spPr>
            <a:xfrm>
              <a:off x="3699951" y="8059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3443AD4C-E666-B27D-3BF9-78AD3D6F40E0}"/>
              </a:ext>
            </a:extLst>
          </p:cNvPr>
          <p:cNvSpPr txBox="1"/>
          <p:nvPr/>
        </p:nvSpPr>
        <p:spPr>
          <a:xfrm>
            <a:off x="2078191" y="376328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054FACF-247C-F1AD-D538-1D497BEF0D21}"/>
              </a:ext>
            </a:extLst>
          </p:cNvPr>
          <p:cNvPicPr preferRelativeResize="0">
            <a:picLocks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3803" y="98470"/>
            <a:ext cx="731520" cy="731520"/>
          </a:xfrm>
          <a:prstGeom prst="rect">
            <a:avLst/>
          </a:prstGeom>
          <a:effectLst>
            <a:softEdge rad="0"/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0F27B93-ACE7-A571-0B5C-293D8829A95B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2317" y="88062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E4CABAC-8F4A-6083-3993-E519B54FACEC}"/>
              </a:ext>
            </a:extLst>
          </p:cNvPr>
          <p:cNvSpPr txBox="1"/>
          <p:nvPr/>
        </p:nvSpPr>
        <p:spPr>
          <a:xfrm>
            <a:off x="8912412" y="776549"/>
            <a:ext cx="765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Registered Password</a:t>
            </a:r>
          </a:p>
        </p:txBody>
      </p:sp>
    </p:spTree>
    <p:extLst>
      <p:ext uri="{BB962C8B-B14F-4D97-AF65-F5344CB8AC3E}">
        <p14:creationId xmlns:p14="http://schemas.microsoft.com/office/powerpoint/2010/main" val="18720057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76C56-5855-6640-4715-BD50CEA0B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7F0DA45-6A14-E267-6142-E86D807A3EC4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6929426" y="1679085"/>
            <a:chExt cx="3859863" cy="3893119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F58381B0-75DB-B124-417F-58760302380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A62B5F11-6AFE-B374-F0F1-75E69EDDEAB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2CD99C62-342A-328C-5363-A50BCC2B49B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363" y="404284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862D7F03-0E68-4175-926C-4D5B87C395D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2C54C09F-2792-4196-C0A3-FDA3D7B5611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4CA1027D-7F67-3684-9EDD-B9DFCED0428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638" y="326660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65A400B0-C51D-DF78-6E77-9467D4F5034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9C219584-A4F0-9D60-9218-63C9DB17BFC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02554312-1A4D-8AF4-CDF9-DB7514DC98B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2BC0C527-AC3C-4716-D560-57DDCC7C65B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2045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6AEC2057-EB7D-3F67-4821-37F40D93F95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4720" y="483714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2BE623BF-CA03-E013-9B0F-83C0C39C4E8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0779" y="16813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99FCB012-9784-936F-B975-09071871886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ln>
              <a:noFill/>
            </a:ln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76842ADD-5007-3256-8BBA-DEDB099DEFC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C9E7CBFA-A5D2-5195-4EA1-63526EB559D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78AEB65-E773-C798-A3C2-EC9DFD257C9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49050F82-3AFE-4DAA-EA36-52565443E61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EFDC11BD-C53E-024A-195F-5AC053DD290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D3112D2-381F-B8F0-AB16-81440BD955A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0FE3F222-D874-C26A-DC0F-58ACD8F2DDF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E339C875-1B5A-5F31-2C96-1B8F186804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9FD21632-319D-C9D2-6A5D-77E3A40AF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CF3EBDFB-B747-03C5-9EAD-F96D5C045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EE114ABA-CF71-E9AF-D9B7-EA0120C1006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6653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967B28BF-4008-201C-E6AD-961A4904E92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17295" y="3285327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FFA121E3-80F3-BE38-A59F-48548ED756D7}"/>
              </a:ext>
            </a:extLst>
          </p:cNvPr>
          <p:cNvSpPr txBox="1"/>
          <p:nvPr/>
        </p:nvSpPr>
        <p:spPr>
          <a:xfrm>
            <a:off x="1128757" y="2119823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4AFCEF5-DB1C-FDD1-9BF5-FFBE4E0B4F1F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061A766-6AE9-5E51-14E1-2AE0BBED84DD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So, 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*PW</a:t>
            </a:r>
            <a:r>
              <a:rPr lang="en-US" b="1" dirty="0">
                <a:ln w="0"/>
              </a:rPr>
              <a:t> </a:t>
            </a:r>
            <a:r>
              <a:rPr lang="en-US" dirty="0">
                <a:ln w="0"/>
              </a:rPr>
              <a:t>is </a:t>
            </a:r>
            <a:endParaRPr lang="en-US" b="1" dirty="0">
              <a:ln w="0"/>
              <a:solidFill>
                <a:srgbClr val="FF0000"/>
              </a:solidFill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EA269D84-FB8F-1EBE-026A-CCECA0B44C83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Demo Example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F365B30-8395-F56C-0031-05E70F26E100}"/>
              </a:ext>
            </a:extLst>
          </p:cNvPr>
          <p:cNvGrpSpPr/>
          <p:nvPr/>
        </p:nvGrpSpPr>
        <p:grpSpPr>
          <a:xfrm>
            <a:off x="3002474" y="85424"/>
            <a:ext cx="8296807" cy="1059031"/>
            <a:chOff x="3002474" y="85424"/>
            <a:chExt cx="8296807" cy="105903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A2A14BD-E6BB-2208-5269-852D61795CA3}"/>
                </a:ext>
              </a:extLst>
            </p:cNvPr>
            <p:cNvGrpSpPr/>
            <p:nvPr/>
          </p:nvGrpSpPr>
          <p:grpSpPr>
            <a:xfrm>
              <a:off x="3778399" y="85424"/>
              <a:ext cx="7433350" cy="1033609"/>
              <a:chOff x="3778399" y="85424"/>
              <a:chExt cx="7433350" cy="1033609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E25893EC-3DF5-0171-FB6D-2163BAD56147}"/>
                  </a:ext>
                </a:extLst>
              </p:cNvPr>
              <p:cNvGrpSpPr/>
              <p:nvPr/>
            </p:nvGrpSpPr>
            <p:grpSpPr>
              <a:xfrm>
                <a:off x="8061519" y="85424"/>
                <a:ext cx="3150230" cy="1033609"/>
                <a:chOff x="8308451" y="496966"/>
                <a:chExt cx="3150230" cy="1033609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6A23CD5F-4F67-ACEA-8480-F1B82CA66B0E}"/>
                    </a:ext>
                  </a:extLst>
                </p:cNvPr>
                <p:cNvGrpSpPr/>
                <p:nvPr/>
              </p:nvGrpSpPr>
              <p:grpSpPr>
                <a:xfrm>
                  <a:off x="8308451" y="496966"/>
                  <a:ext cx="3150230" cy="734158"/>
                  <a:chOff x="8269122" y="287626"/>
                  <a:chExt cx="3150230" cy="734158"/>
                </a:xfrm>
              </p:grpSpPr>
              <p:pic>
                <p:nvPicPr>
                  <p:cNvPr id="15" name="Picture 14">
                    <a:extLst>
                      <a:ext uri="{FF2B5EF4-FFF2-40B4-BE49-F238E27FC236}">
                        <a16:creationId xmlns:a16="http://schemas.microsoft.com/office/drawing/2014/main" id="{0F947953-CCB2-060E-F1A7-64DF34957553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2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269122" y="287626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  <p:pic>
                <p:nvPicPr>
                  <p:cNvPr id="19" name="Picture 18">
                    <a:extLst>
                      <a:ext uri="{FF2B5EF4-FFF2-40B4-BE49-F238E27FC236}">
                        <a16:creationId xmlns:a16="http://schemas.microsoft.com/office/drawing/2014/main" id="{AD395443-4E93-8B5B-8547-32C4E99B181B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0687832" y="290264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</p:grp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22A8530-7CEC-C1F3-FDCA-E3EA6B25108B}"/>
                    </a:ext>
                  </a:extLst>
                </p:cNvPr>
                <p:cNvSpPr txBox="1"/>
                <p:nvPr/>
              </p:nvSpPr>
              <p:spPr>
                <a:xfrm>
                  <a:off x="8363513" y="1192021"/>
                  <a:ext cx="76569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Registered Password</a:t>
                  </a:r>
                </a:p>
              </p:txBody>
            </p:sp>
          </p:grp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861A3EED-E77F-4D54-FAB5-83D84E0881FF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778399" y="1081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02C9118-E1B5-0624-F227-E321E84F62AB}"/>
                </a:ext>
              </a:extLst>
            </p:cNvPr>
            <p:cNvSpPr txBox="1"/>
            <p:nvPr/>
          </p:nvSpPr>
          <p:spPr>
            <a:xfrm>
              <a:off x="3002474" y="799525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448DF0C-A09D-9318-1FDD-9514FEAE42A1}"/>
                </a:ext>
              </a:extLst>
            </p:cNvPr>
            <p:cNvSpPr txBox="1"/>
            <p:nvPr/>
          </p:nvSpPr>
          <p:spPr>
            <a:xfrm>
              <a:off x="10533585" y="776549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A2A3C7F-C399-33F4-08C5-B26265889532}"/>
                </a:ext>
              </a:extLst>
            </p:cNvPr>
            <p:cNvSpPr txBox="1"/>
            <p:nvPr/>
          </p:nvSpPr>
          <p:spPr>
            <a:xfrm>
              <a:off x="3699951" y="8059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3A78111-6753-320B-DD73-4E73448515CD}"/>
              </a:ext>
            </a:extLst>
          </p:cNvPr>
          <p:cNvSpPr txBox="1"/>
          <p:nvPr/>
        </p:nvSpPr>
        <p:spPr>
          <a:xfrm>
            <a:off x="2078191" y="376328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4E627F0-EA93-3EA4-86B6-F426BABE025C}"/>
              </a:ext>
            </a:extLst>
          </p:cNvPr>
          <p:cNvPicPr preferRelativeResize="0">
            <a:picLocks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3803" y="98470"/>
            <a:ext cx="731520" cy="731520"/>
          </a:xfrm>
          <a:prstGeom prst="rect">
            <a:avLst/>
          </a:prstGeom>
          <a:effectLst>
            <a:softEdge rad="0"/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FD7C700-A96F-6A36-8FF0-B16BC68E4635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2317" y="88062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4A99F26-0174-22C6-1084-8E2ED632F616}"/>
              </a:ext>
            </a:extLst>
          </p:cNvPr>
          <p:cNvSpPr txBox="1"/>
          <p:nvPr/>
        </p:nvSpPr>
        <p:spPr>
          <a:xfrm>
            <a:off x="8912412" y="776549"/>
            <a:ext cx="765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Registered Password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5B02C95-21BD-CC96-5B29-6A91639F87F6}"/>
              </a:ext>
            </a:extLst>
          </p:cNvPr>
          <p:cNvPicPr preferRelativeResize="0">
            <a:picLocks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764" y="2459526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F2630CE-BEAA-1B2F-4DEB-09DF5A3CC66A}"/>
              </a:ext>
            </a:extLst>
          </p:cNvPr>
          <p:cNvSpPr txBox="1"/>
          <p:nvPr/>
        </p:nvSpPr>
        <p:spPr>
          <a:xfrm>
            <a:off x="1933490" y="2936524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1264254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366CA-20C0-3FA4-1886-7867F6804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4FF6425D-32B9-3DE9-34D6-D01EA8F2ED09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6929426" y="1679085"/>
            <a:chExt cx="3859863" cy="3893119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3D6C5F19-B3CD-9463-0F8A-F9393D5A5F0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C9FCC82A-3B77-D3A6-4902-D4DE222570B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BB58F64F-6E8D-76A3-79F0-42F60DCDE4C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363" y="404284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B53D4065-C950-48ED-D1EA-856D39F4203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1748668A-1866-4094-B460-62CA34CC046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6814D295-058F-E168-F392-66AD411EB1D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638" y="3266609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C572ABB0-F968-EEED-D237-480836A5385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074373A0-F32F-67D1-2129-484B1125DE9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77FCC9C-C0F2-13DA-3B0E-3A7A6771EF9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B5E1AF3A-F0B1-B5EA-6AE5-2F2149279BB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2045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E135AB2C-9036-F1CE-5B2A-0FEE32EBBAF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4720" y="483714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A02C5DC9-4F41-16F6-A9D2-F172455C02F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0779" y="16813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50CBAFA5-DDAF-E2BD-78F3-B03AEFF8F55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A0BA3D46-CF09-9DA5-65B0-21E9D7D0733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1F04EDB3-5A7D-BB11-A844-18A2B3E371A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5E79509-AC9D-662F-3547-2B81C816AB7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1A042D0F-45AF-C0B8-BDD1-C7570776F8B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99309238-AAAC-494A-60D1-755B7503634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653D0E85-4B3C-C3B9-393E-0F9C49B89D0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B9404881-8D52-4EDD-487F-E2743788F97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AF8637C1-4AB6-4C5A-0CDA-4A3357CA71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A123F2EE-EEDC-E380-D7F1-8D0E9758D8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A4776A92-0EF5-A4B3-FFB5-EAE6FCFE49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11C7BD45-FF08-EBAF-0394-3D231B7C75E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6653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E2AEEB62-1887-E54B-796D-C50FD045540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17295" y="3285327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B5A6207-C5D0-00B8-AA3C-3BCD3B6D679B}"/>
              </a:ext>
            </a:extLst>
          </p:cNvPr>
          <p:cNvSpPr txBox="1"/>
          <p:nvPr/>
        </p:nvSpPr>
        <p:spPr>
          <a:xfrm>
            <a:off x="3446082" y="3703039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*RP4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CC4EDAD-0B1C-D688-9448-E8A4806CDA23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E2A8D44-FC0F-6EE6-CE86-169F8344ACAC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When the </a:t>
            </a:r>
            <a:r>
              <a:rPr lang="en-US" b="1" dirty="0">
                <a:ln w="0"/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 Indicator (*DI)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>
                <a:ln w="0"/>
              </a:rPr>
              <a:t>is at West (left) of </a:t>
            </a:r>
            <a:r>
              <a:rPr lang="en-US" b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Registered Password (*RP4</a:t>
            </a:r>
            <a:r>
              <a:rPr lang="en-US" b="1" dirty="0">
                <a:ln w="0"/>
                <a:solidFill>
                  <a:srgbClr val="FF0000"/>
                </a:solidFill>
              </a:rPr>
              <a:t>). </a:t>
            </a:r>
            <a:r>
              <a:rPr lang="en-US" dirty="0">
                <a:ln w="0"/>
              </a:rPr>
              <a:t>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Actual Password to Click (*PW) </a:t>
            </a:r>
            <a:r>
              <a:rPr lang="en-US" dirty="0">
                <a:ln w="0"/>
              </a:rPr>
              <a:t>is at West (left)</a:t>
            </a:r>
            <a:r>
              <a:rPr lang="en-US" b="1" dirty="0">
                <a:ln w="0"/>
              </a:rPr>
              <a:t> </a:t>
            </a:r>
            <a:r>
              <a:rPr lang="en-US" b="1" dirty="0">
                <a:ln w="0"/>
                <a:solidFill>
                  <a:srgbClr val="FF0000"/>
                </a:solidFill>
              </a:rPr>
              <a:t>of Registered Password (*RP4).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400ECE74-7634-AD67-DE66-A18A3579EB87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Demo Example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E37946-4CFD-E4FD-C66D-E8A02D3F4BF6}"/>
              </a:ext>
            </a:extLst>
          </p:cNvPr>
          <p:cNvGrpSpPr/>
          <p:nvPr/>
        </p:nvGrpSpPr>
        <p:grpSpPr>
          <a:xfrm>
            <a:off x="2974707" y="85424"/>
            <a:ext cx="5907570" cy="1059031"/>
            <a:chOff x="2974707" y="85424"/>
            <a:chExt cx="5907570" cy="105903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E3E5F56-BADB-8032-A39A-705E7999DD01}"/>
                </a:ext>
              </a:extLst>
            </p:cNvPr>
            <p:cNvGrpSpPr/>
            <p:nvPr/>
          </p:nvGrpSpPr>
          <p:grpSpPr>
            <a:xfrm>
              <a:off x="2974707" y="85424"/>
              <a:ext cx="5907570" cy="1033609"/>
              <a:chOff x="2974707" y="85424"/>
              <a:chExt cx="5907570" cy="1033609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CE6B6CAF-2092-3715-C2C9-B1BFBFF863B8}"/>
                  </a:ext>
                </a:extLst>
              </p:cNvPr>
              <p:cNvGrpSpPr/>
              <p:nvPr/>
            </p:nvGrpSpPr>
            <p:grpSpPr>
              <a:xfrm>
                <a:off x="2974707" y="85424"/>
                <a:ext cx="5907570" cy="1033609"/>
                <a:chOff x="3221639" y="496966"/>
                <a:chExt cx="5907570" cy="1033609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E6CEA4F3-F7E2-4D85-F04D-36FAD1291CA8}"/>
                    </a:ext>
                  </a:extLst>
                </p:cNvPr>
                <p:cNvGrpSpPr/>
                <p:nvPr/>
              </p:nvGrpSpPr>
              <p:grpSpPr>
                <a:xfrm>
                  <a:off x="3221639" y="496966"/>
                  <a:ext cx="5818332" cy="754248"/>
                  <a:chOff x="3182310" y="287626"/>
                  <a:chExt cx="5818332" cy="754248"/>
                </a:xfrm>
              </p:grpSpPr>
              <p:pic>
                <p:nvPicPr>
                  <p:cNvPr id="15" name="Picture 14">
                    <a:extLst>
                      <a:ext uri="{FF2B5EF4-FFF2-40B4-BE49-F238E27FC236}">
                        <a16:creationId xmlns:a16="http://schemas.microsoft.com/office/drawing/2014/main" id="{7152AE3F-F854-77FF-D468-801ADADE69F1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2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269122" y="287626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  <p:pic>
                <p:nvPicPr>
                  <p:cNvPr id="19" name="Picture 18">
                    <a:extLst>
                      <a:ext uri="{FF2B5EF4-FFF2-40B4-BE49-F238E27FC236}">
                        <a16:creationId xmlns:a16="http://schemas.microsoft.com/office/drawing/2014/main" id="{295B14E9-1EEA-882A-B676-515FB38DA419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182310" y="310354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</p:grp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E61FE23-7582-49C3-17B2-6EC66B1168A6}"/>
                    </a:ext>
                  </a:extLst>
                </p:cNvPr>
                <p:cNvSpPr txBox="1"/>
                <p:nvPr/>
              </p:nvSpPr>
              <p:spPr>
                <a:xfrm>
                  <a:off x="8363513" y="1192021"/>
                  <a:ext cx="76569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Registered Password</a:t>
                  </a:r>
                </a:p>
              </p:txBody>
            </p:sp>
          </p:grp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38BD175D-F07A-8EDE-86A6-7E70C3F3B06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778399" y="1081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6FAB8B-BD55-F017-C960-429895851A54}"/>
                </a:ext>
              </a:extLst>
            </p:cNvPr>
            <p:cNvSpPr txBox="1"/>
            <p:nvPr/>
          </p:nvSpPr>
          <p:spPr>
            <a:xfrm>
              <a:off x="3002474" y="799525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E71531A-F42F-896A-0BD5-5BC07CE85595}"/>
                </a:ext>
              </a:extLst>
            </p:cNvPr>
            <p:cNvSpPr txBox="1"/>
            <p:nvPr/>
          </p:nvSpPr>
          <p:spPr>
            <a:xfrm>
              <a:off x="3699951" y="8059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84230302-C4E1-582D-6FF6-85D80E955360}"/>
              </a:ext>
            </a:extLst>
          </p:cNvPr>
          <p:cNvSpPr txBox="1"/>
          <p:nvPr/>
        </p:nvSpPr>
        <p:spPr>
          <a:xfrm>
            <a:off x="2078191" y="376328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4AC4DC9-402E-2F32-F68A-3332E2E6DDF8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2317" y="88062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47F1500-F9D7-30EC-7E8E-66445DE4DC83}"/>
              </a:ext>
            </a:extLst>
          </p:cNvPr>
          <p:cNvSpPr txBox="1"/>
          <p:nvPr/>
        </p:nvSpPr>
        <p:spPr>
          <a:xfrm>
            <a:off x="8912412" y="776549"/>
            <a:ext cx="765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Registered Password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594452B-1268-93B8-F142-878777046C03}"/>
              </a:ext>
            </a:extLst>
          </p:cNvPr>
          <p:cNvPicPr preferRelativeResize="0">
            <a:picLocks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1177" y="85424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4635A1B-B6F2-62D6-3950-7BE3EEC1E463}"/>
              </a:ext>
            </a:extLst>
          </p:cNvPr>
          <p:cNvSpPr txBox="1"/>
          <p:nvPr/>
        </p:nvSpPr>
        <p:spPr>
          <a:xfrm>
            <a:off x="9714533" y="787435"/>
            <a:ext cx="765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Registered Password</a:t>
            </a:r>
          </a:p>
        </p:txBody>
      </p:sp>
    </p:spTree>
    <p:extLst>
      <p:ext uri="{BB962C8B-B14F-4D97-AF65-F5344CB8AC3E}">
        <p14:creationId xmlns:p14="http://schemas.microsoft.com/office/powerpoint/2010/main" val="1778737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275FC-7C95-4718-774B-173DA7826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A1BFC574-AC81-F08F-E2B1-93297757CF19}"/>
              </a:ext>
            </a:extLst>
          </p:cNvPr>
          <p:cNvGrpSpPr/>
          <p:nvPr/>
        </p:nvGrpSpPr>
        <p:grpSpPr>
          <a:xfrm>
            <a:off x="965426" y="1709246"/>
            <a:ext cx="3859863" cy="3893119"/>
            <a:chOff x="6929426" y="1679085"/>
            <a:chExt cx="3859863" cy="3893119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ADE7529D-28A6-1D66-0C08-31E63606A01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248222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7AC132DB-C33F-FAA8-3115-1D43FF953C4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61413BB6-14DF-999B-777F-ADE3C3A5C61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363" y="404284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5E5A8E90-BC74-5957-BFEA-4C49518F572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29" y="168816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2367478E-42B0-A6F9-C96B-14B0D5B8501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170129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F02970CA-12FE-80DC-E1E1-20ECA8091C1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0638" y="3266609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B39E7BCD-76D4-EC79-8B9A-D7D9C94D257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6357" y="4046439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9FDC6E02-D525-BC05-F172-9E7F52F4C60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563" y="169784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41011CAD-7993-A5BC-7EB2-B7EF7A78A06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247228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C9C9E813-6DB2-5EFE-D561-4E1AD655243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2045" y="48336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82A3FFC0-539A-6391-E0BD-8913BA36D19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4720" y="483714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34091849-B35E-1AC2-465A-CA499492FC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0779" y="16813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42E1100C-F4B4-DC56-68F3-9A83B7C6554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95426" y="24682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2F856468-0EA8-C2AD-312F-8971C8AD7B0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901" y="1679085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8B0A233E-A2C7-A4DE-2B02-3406C46B2A8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248436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96C6F121-6854-5442-DB14-97C5A6D354D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7769" y="3267446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A61FFF80-3CFD-FEDB-91C1-344AF02ACB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54369" y="40505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3FA65461-0982-51C9-4F0C-FEBC543774E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785" y="32635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8E6AC645-1CCB-4B99-F19B-B3880CD8FED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7473" y="483891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0194C4B1-599D-4325-6CEE-3F24912F5EC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66" y="404643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D40644A1-EFD3-B194-89C3-575C67518A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9426" y="4046439"/>
              <a:ext cx="734469" cy="731520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D8E95A63-1C3C-EBB1-A670-2822750BC1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1638" y="4840684"/>
              <a:ext cx="731520" cy="731520"/>
            </a:xfrm>
            <a:prstGeom prst="rect">
              <a:avLst/>
            </a:prstGeom>
          </p:spPr>
        </p:pic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D1065E5D-FB42-F5A0-9C75-563F143AB5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22043" y="2475851"/>
              <a:ext cx="731520" cy="73152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975B520C-B51B-C5D2-71B1-8A3FB8753A3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0164" y="326653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A765802E-2A65-6892-77F1-9FA9BD672EB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17295" y="3285327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A287323-FC2E-D941-30A6-16841AD99DE2}"/>
              </a:ext>
            </a:extLst>
          </p:cNvPr>
          <p:cNvSpPr txBox="1"/>
          <p:nvPr/>
        </p:nvSpPr>
        <p:spPr>
          <a:xfrm>
            <a:off x="3446082" y="3703039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*RP4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1B4EFDD-015C-FBB6-202E-E996616AAF66}"/>
              </a:ext>
            </a:extLst>
          </p:cNvPr>
          <p:cNvSpPr txBox="1">
            <a:spLocks/>
          </p:cNvSpPr>
          <p:nvPr/>
        </p:nvSpPr>
        <p:spPr>
          <a:xfrm>
            <a:off x="5255421" y="1366443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5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919D1C2-7D89-203D-1FC5-8A63CC3B29B6}"/>
              </a:ext>
            </a:extLst>
          </p:cNvPr>
          <p:cNvSpPr txBox="1">
            <a:spLocks/>
          </p:cNvSpPr>
          <p:nvPr/>
        </p:nvSpPr>
        <p:spPr>
          <a:xfrm>
            <a:off x="5534060" y="2366627"/>
            <a:ext cx="6562954" cy="33034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ln w="0"/>
              </a:rPr>
              <a:t>So, the</a:t>
            </a:r>
            <a:r>
              <a:rPr lang="en-US" b="1" dirty="0">
                <a:ln w="0"/>
                <a:solidFill>
                  <a:srgbClr val="FF0000"/>
                </a:solidFill>
              </a:rPr>
              <a:t> </a:t>
            </a:r>
            <a:r>
              <a:rPr lang="en-US" b="1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*PW</a:t>
            </a:r>
            <a:r>
              <a:rPr lang="en-US" b="1" dirty="0">
                <a:ln w="0"/>
              </a:rPr>
              <a:t> </a:t>
            </a:r>
            <a:r>
              <a:rPr lang="en-US" dirty="0">
                <a:ln w="0"/>
              </a:rPr>
              <a:t>is </a:t>
            </a:r>
            <a:endParaRPr lang="en-US" b="1" dirty="0">
              <a:ln w="0"/>
              <a:solidFill>
                <a:srgbClr val="FF0000"/>
              </a:solidFill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42879F61-BA17-59AA-1F9F-80BD39CFDDAC}"/>
              </a:ext>
            </a:extLst>
          </p:cNvPr>
          <p:cNvSpPr txBox="1">
            <a:spLocks/>
          </p:cNvSpPr>
          <p:nvPr/>
        </p:nvSpPr>
        <p:spPr>
          <a:xfrm>
            <a:off x="-1" y="65893"/>
            <a:ext cx="2979175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Tutorial 3: Demo Example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73298DE-D4D3-C560-7BDA-D1F1CD2E3D99}"/>
              </a:ext>
            </a:extLst>
          </p:cNvPr>
          <p:cNvGrpSpPr/>
          <p:nvPr/>
        </p:nvGrpSpPr>
        <p:grpSpPr>
          <a:xfrm>
            <a:off x="2974707" y="85424"/>
            <a:ext cx="5907570" cy="1059031"/>
            <a:chOff x="2974707" y="85424"/>
            <a:chExt cx="5907570" cy="105903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ED2EAD7-89BF-79D4-C51B-10AB6D8A7A02}"/>
                </a:ext>
              </a:extLst>
            </p:cNvPr>
            <p:cNvGrpSpPr/>
            <p:nvPr/>
          </p:nvGrpSpPr>
          <p:grpSpPr>
            <a:xfrm>
              <a:off x="2974707" y="85424"/>
              <a:ext cx="5907570" cy="1033609"/>
              <a:chOff x="2974707" y="85424"/>
              <a:chExt cx="5907570" cy="1033609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63DDEFD5-B663-27BF-5374-90E07D243BDD}"/>
                  </a:ext>
                </a:extLst>
              </p:cNvPr>
              <p:cNvGrpSpPr/>
              <p:nvPr/>
            </p:nvGrpSpPr>
            <p:grpSpPr>
              <a:xfrm>
                <a:off x="2974707" y="85424"/>
                <a:ext cx="5907570" cy="1033609"/>
                <a:chOff x="3221639" y="496966"/>
                <a:chExt cx="5907570" cy="1033609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7D49CCBF-582E-28C8-FDD6-4F6599525A90}"/>
                    </a:ext>
                  </a:extLst>
                </p:cNvPr>
                <p:cNvGrpSpPr/>
                <p:nvPr/>
              </p:nvGrpSpPr>
              <p:grpSpPr>
                <a:xfrm>
                  <a:off x="3221639" y="496966"/>
                  <a:ext cx="5818332" cy="754248"/>
                  <a:chOff x="3182310" y="287626"/>
                  <a:chExt cx="5818332" cy="754248"/>
                </a:xfrm>
              </p:grpSpPr>
              <p:pic>
                <p:nvPicPr>
                  <p:cNvPr id="15" name="Picture 14">
                    <a:extLst>
                      <a:ext uri="{FF2B5EF4-FFF2-40B4-BE49-F238E27FC236}">
                        <a16:creationId xmlns:a16="http://schemas.microsoft.com/office/drawing/2014/main" id="{F86CA52B-92FF-7D70-EB78-1BA21A3EF79D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2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269122" y="287626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  <p:pic>
                <p:nvPicPr>
                  <p:cNvPr id="19" name="Picture 18">
                    <a:extLst>
                      <a:ext uri="{FF2B5EF4-FFF2-40B4-BE49-F238E27FC236}">
                        <a16:creationId xmlns:a16="http://schemas.microsoft.com/office/drawing/2014/main" id="{6466BAC2-85DF-2D44-1FA5-D891E89F471E}"/>
                      </a:ext>
                    </a:extLst>
                  </p:cNvPr>
                  <p:cNvPicPr preferRelativeResize="0">
                    <a:picLocks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182310" y="310354"/>
                    <a:ext cx="731520" cy="731520"/>
                  </a:xfrm>
                  <a:prstGeom prst="rect">
                    <a:avLst/>
                  </a:prstGeom>
                  <a:effectLst>
                    <a:softEdge rad="0"/>
                  </a:effectLst>
                </p:spPr>
              </p:pic>
            </p:grp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C202A68-9A6C-B8A6-4995-4C6D55C712D4}"/>
                    </a:ext>
                  </a:extLst>
                </p:cNvPr>
                <p:cNvSpPr txBox="1"/>
                <p:nvPr/>
              </p:nvSpPr>
              <p:spPr>
                <a:xfrm>
                  <a:off x="8363513" y="1192021"/>
                  <a:ext cx="76569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Registered Password</a:t>
                  </a:r>
                </a:p>
              </p:txBody>
            </p:sp>
          </p:grp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34640C57-0C8F-AE9C-910E-A9A93A2BACF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778399" y="108152"/>
                <a:ext cx="731520" cy="731520"/>
              </a:xfrm>
              <a:prstGeom prst="rect">
                <a:avLst/>
              </a:prstGeom>
              <a:ln w="38100">
                <a:solidFill>
                  <a:srgbClr val="00FF00"/>
                </a:solidFill>
              </a:ln>
              <a:effectLst>
                <a:softEdge rad="0"/>
              </a:effectLst>
            </p:spPr>
          </p:pic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F44AEAE-DDE8-FC1F-098C-5BD4F643DE2C}"/>
                </a:ext>
              </a:extLst>
            </p:cNvPr>
            <p:cNvSpPr txBox="1"/>
            <p:nvPr/>
          </p:nvSpPr>
          <p:spPr>
            <a:xfrm>
              <a:off x="3002474" y="799525"/>
              <a:ext cx="7656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Password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ED89178-0E50-E9DC-77AE-409798CAD23D}"/>
                </a:ext>
              </a:extLst>
            </p:cNvPr>
            <p:cNvSpPr txBox="1"/>
            <p:nvPr/>
          </p:nvSpPr>
          <p:spPr>
            <a:xfrm>
              <a:off x="3699951" y="805901"/>
              <a:ext cx="10374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Registered Direction Indicator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F450C1E5-E7B8-E447-875D-067F0D5A7E0B}"/>
              </a:ext>
            </a:extLst>
          </p:cNvPr>
          <p:cNvSpPr txBox="1"/>
          <p:nvPr/>
        </p:nvSpPr>
        <p:spPr>
          <a:xfrm>
            <a:off x="2078191" y="376328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*DI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7BE102A-23C0-4835-A1BE-B45FE9691B2A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2317" y="88062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D348088-47F9-A4A8-2241-46B93D1B6D69}"/>
              </a:ext>
            </a:extLst>
          </p:cNvPr>
          <p:cNvSpPr txBox="1"/>
          <p:nvPr/>
        </p:nvSpPr>
        <p:spPr>
          <a:xfrm>
            <a:off x="8912412" y="776549"/>
            <a:ext cx="765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Registered Password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D2A74C-237A-E77D-2521-91E2E55F7539}"/>
              </a:ext>
            </a:extLst>
          </p:cNvPr>
          <p:cNvPicPr preferRelativeResize="0">
            <a:picLocks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1177" y="85424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6DF5482-6585-57B8-3069-F46AAC5DCE4B}"/>
              </a:ext>
            </a:extLst>
          </p:cNvPr>
          <p:cNvSpPr txBox="1"/>
          <p:nvPr/>
        </p:nvSpPr>
        <p:spPr>
          <a:xfrm>
            <a:off x="9714533" y="787435"/>
            <a:ext cx="765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Registered Password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95F60DB-D721-4E16-FF13-E58EC7BE6D8B}"/>
              </a:ext>
            </a:extLst>
          </p:cNvPr>
          <p:cNvPicPr preferRelativeResize="0">
            <a:picLocks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0769" y="2440766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3F06997-1280-E368-3831-069256EED185}"/>
              </a:ext>
            </a:extLst>
          </p:cNvPr>
          <p:cNvSpPr txBox="1"/>
          <p:nvPr/>
        </p:nvSpPr>
        <p:spPr>
          <a:xfrm>
            <a:off x="2737374" y="3709253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25969924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1320</TotalTime>
  <Words>1360</Words>
  <Application>Microsoft Office PowerPoint</Application>
  <PresentationFormat>Widescreen</PresentationFormat>
  <Paragraphs>272</Paragraphs>
  <Slides>34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TONG JIA SENG</dc:creator>
  <cp:lastModifiedBy>TONG JIA SENG</cp:lastModifiedBy>
  <cp:revision>55</cp:revision>
  <dcterms:created xsi:type="dcterms:W3CDTF">2026-02-03T01:35:10Z</dcterms:created>
  <dcterms:modified xsi:type="dcterms:W3CDTF">2026-03-29T09:26:25Z</dcterms:modified>
</cp:coreProperties>
</file>