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0" r:id="rId2"/>
    <p:sldId id="300" r:id="rId3"/>
    <p:sldId id="314" r:id="rId4"/>
    <p:sldId id="315" r:id="rId5"/>
    <p:sldId id="316" r:id="rId6"/>
    <p:sldId id="317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3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FFFF"/>
    <a:srgbClr val="FFCD35"/>
    <a:srgbClr val="00FF00"/>
    <a:srgbClr val="D32B4F"/>
    <a:srgbClr val="897575"/>
    <a:srgbClr val="FFC3C3"/>
    <a:srgbClr val="F2E70E"/>
    <a:srgbClr val="F2CFEE"/>
    <a:srgbClr val="C2F1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04" autoAdjust="0"/>
    <p:restoredTop sz="94660"/>
  </p:normalViewPr>
  <p:slideViewPr>
    <p:cSldViewPr snapToGrid="0">
      <p:cViewPr>
        <p:scale>
          <a:sx n="75" d="100"/>
          <a:sy n="75" d="100"/>
        </p:scale>
        <p:origin x="57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87A4E-4C1E-404E-9374-6472394A7A88}" type="datetimeFigureOut">
              <a:rPr lang="en-US" smtClean="0"/>
              <a:t>2026-02-05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E21E7E-B85A-4719-8F1D-678CC7EA7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80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5607-CA42-9B28-36FF-4701DA708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8DCC3-761E-0C24-9D83-32490790E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B83C-4988-0005-295F-645ACE451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2026-02-05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626B5-EA18-0F5C-2CBA-ADD6F5D68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D6705-43E4-8CA4-8256-CD8898C5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52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CDCCC-5EB7-22CA-7C00-77B8F8B7F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4E1EC-24BA-EFD1-5562-CAA97DEE4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023B0-7266-D111-55D2-A61A425C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2026-02-05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D40A9-28B4-6DD7-A7FB-4C141FB68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D9621-C522-692C-F7DF-63B83BB20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01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BB72-6B05-0614-7C89-85D123A8B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4A8F0-3E4C-D529-8A39-309C31746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F7244-4114-073D-1387-FF2BD199E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2026-02-05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79BBA-8DCE-A072-9EC4-B55425123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EDCD2-4284-A60D-1DB9-D8E5A077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EEF3-C454-CCF0-DB07-1564E55D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DEAB9-B841-E83B-69F1-DDE35D735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111E9-41F3-CAD4-852F-D0D884321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2F0B3-2FA5-3577-F902-E0CD82C66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2026-02-05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5F7EA-3ACB-1058-6F43-ED1311B95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73C26-777E-EFE7-AB14-7404D4BC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6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0D85-20BC-7BAE-6030-CABAD4A3A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B3B59-7D7A-0300-4994-6CA9B0971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0342B-E6A5-3262-DECC-40562C9B9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DBE5A3-F851-DFDA-100E-74385D9E0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D1561D-93D8-7D65-8F0C-65A3EAC6C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2D3E73-1E8A-6704-2C6C-6DAA8F8E9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2026-02-05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B6B75A-E510-948B-F229-13B761F4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E250C5-2A6E-BF5C-BCB5-7723B5D7B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06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ADC3C-6402-C5F6-2C9C-19BECDCCC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B3A9D6-F77C-F80B-1C4F-C652FC6D9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2026-02-05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5F4608-A5C7-2B38-D7B3-486875411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3249CD-50BE-17BE-406C-2E5368CE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035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E70214-D9DD-60C4-BD41-94A26EDCE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2026-02-05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7C030-5D63-EA0E-2012-A0B7CA121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5027A-25CD-EEFD-9C93-4D3147333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4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651E-1B03-11BD-E17F-223690CBA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F14EB-6275-A8DF-2868-055A80E24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D8926-2585-E67B-B72E-C05920547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AA7EE-033F-A7D1-6C95-28EF0852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2026-02-05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9B371-097E-A948-D9FE-D1F334A4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7C15C-4FD4-CCDB-CFD4-BEAA4B29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4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F781C-279D-A918-5FAD-6A18E4C8A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B87DDA-8BF8-17C1-EE84-DC7C6CEBE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11BBA-5E93-30AB-2E82-6C85DEAA5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96547-A323-81E2-A78B-D04C74D4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2026-02-05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042F6-5B9C-4C25-5F42-58A23A7E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08827-E174-3790-0CBC-86E9EC4D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7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14456-B52C-4529-C6D4-C716A284D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AAC5A-66A3-922E-60DD-3670F37C4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F419E-1DCC-7783-53DC-341EA43A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2026-02-05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8A681-9ACC-B869-1417-286016DFD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DD151-CF43-09EF-CA88-BA873C50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2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A31909-9DDC-3D28-C995-5D6ABF33B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34DD8-D9D3-9473-E52A-BCDBA9DCE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700D5-DA28-EF7D-2615-6A949576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2026-02-05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2E0BE-C0A9-724A-FA7D-0577F1DE3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5DF59-79E4-64B6-05C8-D3588D6EB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41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54C635-A040-806E-66F7-3C957F8E7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DBAB6-F8B8-AC67-4C7F-54E395FF5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317F3-B141-2268-99BE-730FDE2EDF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8FFEE-96DD-411E-9212-115A8E86985E}" type="datetimeFigureOut">
              <a:rPr lang="en-US" smtClean="0"/>
              <a:t>2026-02-05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4D1BC-B693-119E-9D67-823628031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06E1A-AF5B-3066-4AF5-DEC394C47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27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26" Type="http://schemas.openxmlformats.org/officeDocument/2006/relationships/image" Target="../media/image25.jpg"/><Relationship Id="rId3" Type="http://schemas.openxmlformats.org/officeDocument/2006/relationships/image" Target="../media/image2.jpg"/><Relationship Id="rId21" Type="http://schemas.openxmlformats.org/officeDocument/2006/relationships/image" Target="../media/image20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25" Type="http://schemas.openxmlformats.org/officeDocument/2006/relationships/image" Target="../media/image24.jpg"/><Relationship Id="rId2" Type="http://schemas.openxmlformats.org/officeDocument/2006/relationships/image" Target="../media/image1.jpg"/><Relationship Id="rId16" Type="http://schemas.openxmlformats.org/officeDocument/2006/relationships/image" Target="../media/image15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24" Type="http://schemas.openxmlformats.org/officeDocument/2006/relationships/image" Target="../media/image23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23" Type="http://schemas.openxmlformats.org/officeDocument/2006/relationships/image" Target="../media/image22.jpg"/><Relationship Id="rId10" Type="http://schemas.openxmlformats.org/officeDocument/2006/relationships/image" Target="../media/image9.jpg"/><Relationship Id="rId19" Type="http://schemas.openxmlformats.org/officeDocument/2006/relationships/image" Target="../media/image18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Relationship Id="rId22" Type="http://schemas.openxmlformats.org/officeDocument/2006/relationships/image" Target="../media/image21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3.jpg"/><Relationship Id="rId18" Type="http://schemas.openxmlformats.org/officeDocument/2006/relationships/image" Target="../media/image11.jpg"/><Relationship Id="rId26" Type="http://schemas.openxmlformats.org/officeDocument/2006/relationships/image" Target="../media/image25.jpg"/><Relationship Id="rId3" Type="http://schemas.openxmlformats.org/officeDocument/2006/relationships/image" Target="../media/image7.jpg"/><Relationship Id="rId21" Type="http://schemas.openxmlformats.org/officeDocument/2006/relationships/image" Target="../media/image15.jpg"/><Relationship Id="rId7" Type="http://schemas.openxmlformats.org/officeDocument/2006/relationships/image" Target="../media/image13.jpg"/><Relationship Id="rId12" Type="http://schemas.openxmlformats.org/officeDocument/2006/relationships/image" Target="../media/image2.jpg"/><Relationship Id="rId17" Type="http://schemas.openxmlformats.org/officeDocument/2006/relationships/image" Target="../media/image10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9.jpg"/><Relationship Id="rId20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g"/><Relationship Id="rId11" Type="http://schemas.openxmlformats.org/officeDocument/2006/relationships/image" Target="../media/image1.jpg"/><Relationship Id="rId24" Type="http://schemas.openxmlformats.org/officeDocument/2006/relationships/image" Target="../media/image21.jpg"/><Relationship Id="rId5" Type="http://schemas.openxmlformats.org/officeDocument/2006/relationships/image" Target="../media/image22.jpg"/><Relationship Id="rId15" Type="http://schemas.openxmlformats.org/officeDocument/2006/relationships/image" Target="../media/image8.jpg"/><Relationship Id="rId23" Type="http://schemas.openxmlformats.org/officeDocument/2006/relationships/image" Target="../media/image20.jpg"/><Relationship Id="rId10" Type="http://schemas.openxmlformats.org/officeDocument/2006/relationships/image" Target="../media/image19.jpg"/><Relationship Id="rId19" Type="http://schemas.openxmlformats.org/officeDocument/2006/relationships/image" Target="../media/image12.jpg"/><Relationship Id="rId4" Type="http://schemas.openxmlformats.org/officeDocument/2006/relationships/image" Target="../media/image5.jpg"/><Relationship Id="rId9" Type="http://schemas.openxmlformats.org/officeDocument/2006/relationships/image" Target="../media/image23.jpg"/><Relationship Id="rId14" Type="http://schemas.openxmlformats.org/officeDocument/2006/relationships/image" Target="../media/image4.jpg"/><Relationship Id="rId22" Type="http://schemas.openxmlformats.org/officeDocument/2006/relationships/image" Target="../media/image16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5.jpg"/><Relationship Id="rId3" Type="http://schemas.openxmlformats.org/officeDocument/2006/relationships/image" Target="../media/image5.jpg"/><Relationship Id="rId21" Type="http://schemas.openxmlformats.org/officeDocument/2006/relationships/image" Target="../media/image20.jpg"/><Relationship Id="rId7" Type="http://schemas.openxmlformats.org/officeDocument/2006/relationships/image" Target="../media/image4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14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11" Type="http://schemas.openxmlformats.org/officeDocument/2006/relationships/image" Target="../media/image9.jpg"/><Relationship Id="rId24" Type="http://schemas.openxmlformats.org/officeDocument/2006/relationships/image" Target="../media/image23.jpg"/><Relationship Id="rId5" Type="http://schemas.openxmlformats.org/officeDocument/2006/relationships/image" Target="../media/image2.jpg"/><Relationship Id="rId15" Type="http://schemas.openxmlformats.org/officeDocument/2006/relationships/image" Target="../media/image13.jpg"/><Relationship Id="rId23" Type="http://schemas.openxmlformats.org/officeDocument/2006/relationships/image" Target="../media/image22.jpg"/><Relationship Id="rId10" Type="http://schemas.openxmlformats.org/officeDocument/2006/relationships/image" Target="../media/image8.jpg"/><Relationship Id="rId19" Type="http://schemas.openxmlformats.org/officeDocument/2006/relationships/image" Target="../media/image18.jpg"/><Relationship Id="rId4" Type="http://schemas.openxmlformats.org/officeDocument/2006/relationships/image" Target="../media/image1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1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5.jpg"/><Relationship Id="rId3" Type="http://schemas.openxmlformats.org/officeDocument/2006/relationships/image" Target="../media/image5.jpg"/><Relationship Id="rId21" Type="http://schemas.openxmlformats.org/officeDocument/2006/relationships/image" Target="../media/image20.jpg"/><Relationship Id="rId7" Type="http://schemas.openxmlformats.org/officeDocument/2006/relationships/image" Target="../media/image4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14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11" Type="http://schemas.openxmlformats.org/officeDocument/2006/relationships/image" Target="../media/image9.jpg"/><Relationship Id="rId24" Type="http://schemas.openxmlformats.org/officeDocument/2006/relationships/image" Target="../media/image23.jpg"/><Relationship Id="rId5" Type="http://schemas.openxmlformats.org/officeDocument/2006/relationships/image" Target="../media/image2.jpg"/><Relationship Id="rId15" Type="http://schemas.openxmlformats.org/officeDocument/2006/relationships/image" Target="../media/image13.jpg"/><Relationship Id="rId23" Type="http://schemas.openxmlformats.org/officeDocument/2006/relationships/image" Target="../media/image22.jpg"/><Relationship Id="rId28" Type="http://schemas.openxmlformats.org/officeDocument/2006/relationships/image" Target="../media/image27.svg"/><Relationship Id="rId10" Type="http://schemas.openxmlformats.org/officeDocument/2006/relationships/image" Target="../media/image8.jpg"/><Relationship Id="rId19" Type="http://schemas.openxmlformats.org/officeDocument/2006/relationships/image" Target="../media/image18.jpg"/><Relationship Id="rId4" Type="http://schemas.openxmlformats.org/officeDocument/2006/relationships/image" Target="../media/image1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1.jpg"/><Relationship Id="rId27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5.jpg"/><Relationship Id="rId3" Type="http://schemas.openxmlformats.org/officeDocument/2006/relationships/image" Target="../media/image1.jpg"/><Relationship Id="rId21" Type="http://schemas.openxmlformats.org/officeDocument/2006/relationships/image" Target="../media/image20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14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3.jpg"/><Relationship Id="rId5" Type="http://schemas.openxmlformats.org/officeDocument/2006/relationships/image" Target="../media/image3.jpg"/><Relationship Id="rId15" Type="http://schemas.openxmlformats.org/officeDocument/2006/relationships/image" Target="../media/image13.jpg"/><Relationship Id="rId23" Type="http://schemas.openxmlformats.org/officeDocument/2006/relationships/image" Target="../media/image22.jpg"/><Relationship Id="rId10" Type="http://schemas.openxmlformats.org/officeDocument/2006/relationships/image" Target="../media/image8.jpg"/><Relationship Id="rId19" Type="http://schemas.openxmlformats.org/officeDocument/2006/relationships/image" Target="../media/image18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1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5.jpg"/><Relationship Id="rId3" Type="http://schemas.openxmlformats.org/officeDocument/2006/relationships/image" Target="../media/image1.jpg"/><Relationship Id="rId21" Type="http://schemas.openxmlformats.org/officeDocument/2006/relationships/image" Target="../media/image20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14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3.jpg"/><Relationship Id="rId5" Type="http://schemas.openxmlformats.org/officeDocument/2006/relationships/image" Target="../media/image3.jpg"/><Relationship Id="rId15" Type="http://schemas.openxmlformats.org/officeDocument/2006/relationships/image" Target="../media/image13.jpg"/><Relationship Id="rId23" Type="http://schemas.openxmlformats.org/officeDocument/2006/relationships/image" Target="../media/image22.jpg"/><Relationship Id="rId28" Type="http://schemas.openxmlformats.org/officeDocument/2006/relationships/image" Target="../media/image29.svg"/><Relationship Id="rId10" Type="http://schemas.openxmlformats.org/officeDocument/2006/relationships/image" Target="../media/image8.jpg"/><Relationship Id="rId19" Type="http://schemas.openxmlformats.org/officeDocument/2006/relationships/image" Target="../media/image18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1.jpg"/><Relationship Id="rId27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5.jpg"/><Relationship Id="rId3" Type="http://schemas.openxmlformats.org/officeDocument/2006/relationships/image" Target="../media/image1.jpg"/><Relationship Id="rId21" Type="http://schemas.openxmlformats.org/officeDocument/2006/relationships/image" Target="../media/image20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14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3.jpg"/><Relationship Id="rId5" Type="http://schemas.openxmlformats.org/officeDocument/2006/relationships/image" Target="../media/image3.jpg"/><Relationship Id="rId15" Type="http://schemas.openxmlformats.org/officeDocument/2006/relationships/image" Target="../media/image13.jpg"/><Relationship Id="rId23" Type="http://schemas.openxmlformats.org/officeDocument/2006/relationships/image" Target="../media/image22.jpg"/><Relationship Id="rId10" Type="http://schemas.openxmlformats.org/officeDocument/2006/relationships/image" Target="../media/image8.jpg"/><Relationship Id="rId19" Type="http://schemas.openxmlformats.org/officeDocument/2006/relationships/image" Target="../media/image18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1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5.jpg"/><Relationship Id="rId3" Type="http://schemas.openxmlformats.org/officeDocument/2006/relationships/image" Target="../media/image1.jpg"/><Relationship Id="rId21" Type="http://schemas.openxmlformats.org/officeDocument/2006/relationships/image" Target="../media/image20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14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3.jpg"/><Relationship Id="rId5" Type="http://schemas.openxmlformats.org/officeDocument/2006/relationships/image" Target="../media/image3.jpg"/><Relationship Id="rId15" Type="http://schemas.openxmlformats.org/officeDocument/2006/relationships/image" Target="../media/image13.jpg"/><Relationship Id="rId23" Type="http://schemas.openxmlformats.org/officeDocument/2006/relationships/image" Target="../media/image22.jpg"/><Relationship Id="rId28" Type="http://schemas.openxmlformats.org/officeDocument/2006/relationships/image" Target="../media/image31.svg"/><Relationship Id="rId10" Type="http://schemas.openxmlformats.org/officeDocument/2006/relationships/image" Target="../media/image8.jpg"/><Relationship Id="rId19" Type="http://schemas.openxmlformats.org/officeDocument/2006/relationships/image" Target="../media/image18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1.jpg"/><Relationship Id="rId27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5.jpg"/><Relationship Id="rId3" Type="http://schemas.openxmlformats.org/officeDocument/2006/relationships/image" Target="../media/image1.jpg"/><Relationship Id="rId21" Type="http://schemas.openxmlformats.org/officeDocument/2006/relationships/image" Target="../media/image20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14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3.jpg"/><Relationship Id="rId5" Type="http://schemas.openxmlformats.org/officeDocument/2006/relationships/image" Target="../media/image3.jpg"/><Relationship Id="rId15" Type="http://schemas.openxmlformats.org/officeDocument/2006/relationships/image" Target="../media/image13.jpg"/><Relationship Id="rId23" Type="http://schemas.openxmlformats.org/officeDocument/2006/relationships/image" Target="../media/image22.jpg"/><Relationship Id="rId10" Type="http://schemas.openxmlformats.org/officeDocument/2006/relationships/image" Target="../media/image8.jpg"/><Relationship Id="rId19" Type="http://schemas.openxmlformats.org/officeDocument/2006/relationships/image" Target="../media/image18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5.jpg"/><Relationship Id="rId3" Type="http://schemas.openxmlformats.org/officeDocument/2006/relationships/image" Target="../media/image1.jpg"/><Relationship Id="rId21" Type="http://schemas.openxmlformats.org/officeDocument/2006/relationships/image" Target="../media/image20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14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3.jpg"/><Relationship Id="rId5" Type="http://schemas.openxmlformats.org/officeDocument/2006/relationships/image" Target="../media/image3.jpg"/><Relationship Id="rId15" Type="http://schemas.openxmlformats.org/officeDocument/2006/relationships/image" Target="../media/image13.jpg"/><Relationship Id="rId23" Type="http://schemas.openxmlformats.org/officeDocument/2006/relationships/image" Target="../media/image22.jpg"/><Relationship Id="rId28" Type="http://schemas.openxmlformats.org/officeDocument/2006/relationships/image" Target="../media/image33.svg"/><Relationship Id="rId10" Type="http://schemas.openxmlformats.org/officeDocument/2006/relationships/image" Target="../media/image8.jpg"/><Relationship Id="rId19" Type="http://schemas.openxmlformats.org/officeDocument/2006/relationships/image" Target="../media/image18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1.jpg"/><Relationship Id="rId27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5.jpg"/><Relationship Id="rId3" Type="http://schemas.openxmlformats.org/officeDocument/2006/relationships/image" Target="../media/image1.jpg"/><Relationship Id="rId21" Type="http://schemas.openxmlformats.org/officeDocument/2006/relationships/image" Target="../media/image20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14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3.jpg"/><Relationship Id="rId5" Type="http://schemas.openxmlformats.org/officeDocument/2006/relationships/image" Target="../media/image3.jpg"/><Relationship Id="rId15" Type="http://schemas.openxmlformats.org/officeDocument/2006/relationships/image" Target="../media/image13.jpg"/><Relationship Id="rId23" Type="http://schemas.openxmlformats.org/officeDocument/2006/relationships/image" Target="../media/image22.jpg"/><Relationship Id="rId10" Type="http://schemas.openxmlformats.org/officeDocument/2006/relationships/image" Target="../media/image8.jpg"/><Relationship Id="rId19" Type="http://schemas.openxmlformats.org/officeDocument/2006/relationships/image" Target="../media/image18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5.jpg"/><Relationship Id="rId3" Type="http://schemas.openxmlformats.org/officeDocument/2006/relationships/image" Target="../media/image1.jpg"/><Relationship Id="rId21" Type="http://schemas.openxmlformats.org/officeDocument/2006/relationships/image" Target="../media/image20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14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3.jpg"/><Relationship Id="rId5" Type="http://schemas.openxmlformats.org/officeDocument/2006/relationships/image" Target="../media/image3.jpg"/><Relationship Id="rId15" Type="http://schemas.openxmlformats.org/officeDocument/2006/relationships/image" Target="../media/image13.jpg"/><Relationship Id="rId23" Type="http://schemas.openxmlformats.org/officeDocument/2006/relationships/image" Target="../media/image22.jpg"/><Relationship Id="rId28" Type="http://schemas.openxmlformats.org/officeDocument/2006/relationships/image" Target="../media/image35.svg"/><Relationship Id="rId10" Type="http://schemas.openxmlformats.org/officeDocument/2006/relationships/image" Target="../media/image8.jpg"/><Relationship Id="rId19" Type="http://schemas.openxmlformats.org/officeDocument/2006/relationships/image" Target="../media/image18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1.jpg"/><Relationship Id="rId27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5.jpg"/><Relationship Id="rId3" Type="http://schemas.openxmlformats.org/officeDocument/2006/relationships/image" Target="../media/image1.jpg"/><Relationship Id="rId21" Type="http://schemas.openxmlformats.org/officeDocument/2006/relationships/image" Target="../media/image20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14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3.jpg"/><Relationship Id="rId5" Type="http://schemas.openxmlformats.org/officeDocument/2006/relationships/image" Target="../media/image3.jpg"/><Relationship Id="rId15" Type="http://schemas.openxmlformats.org/officeDocument/2006/relationships/image" Target="../media/image13.jpg"/><Relationship Id="rId23" Type="http://schemas.openxmlformats.org/officeDocument/2006/relationships/image" Target="../media/image22.jpg"/><Relationship Id="rId10" Type="http://schemas.openxmlformats.org/officeDocument/2006/relationships/image" Target="../media/image8.jpg"/><Relationship Id="rId19" Type="http://schemas.openxmlformats.org/officeDocument/2006/relationships/image" Target="../media/image18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1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5.jpg"/><Relationship Id="rId3" Type="http://schemas.openxmlformats.org/officeDocument/2006/relationships/image" Target="../media/image1.jpg"/><Relationship Id="rId21" Type="http://schemas.openxmlformats.org/officeDocument/2006/relationships/image" Target="../media/image20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14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3.jpg"/><Relationship Id="rId5" Type="http://schemas.openxmlformats.org/officeDocument/2006/relationships/image" Target="../media/image3.jpg"/><Relationship Id="rId15" Type="http://schemas.openxmlformats.org/officeDocument/2006/relationships/image" Target="../media/image13.jpg"/><Relationship Id="rId23" Type="http://schemas.openxmlformats.org/officeDocument/2006/relationships/image" Target="../media/image22.jpg"/><Relationship Id="rId28" Type="http://schemas.openxmlformats.org/officeDocument/2006/relationships/image" Target="../media/image37.svg"/><Relationship Id="rId10" Type="http://schemas.openxmlformats.org/officeDocument/2006/relationships/image" Target="../media/image8.jpg"/><Relationship Id="rId19" Type="http://schemas.openxmlformats.org/officeDocument/2006/relationships/image" Target="../media/image18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1.jpg"/><Relationship Id="rId27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5.jpg"/><Relationship Id="rId3" Type="http://schemas.openxmlformats.org/officeDocument/2006/relationships/image" Target="../media/image1.jpg"/><Relationship Id="rId21" Type="http://schemas.openxmlformats.org/officeDocument/2006/relationships/image" Target="../media/image20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14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3.jpg"/><Relationship Id="rId5" Type="http://schemas.openxmlformats.org/officeDocument/2006/relationships/image" Target="../media/image3.jpg"/><Relationship Id="rId15" Type="http://schemas.openxmlformats.org/officeDocument/2006/relationships/image" Target="../media/image13.jpg"/><Relationship Id="rId23" Type="http://schemas.openxmlformats.org/officeDocument/2006/relationships/image" Target="../media/image22.jpg"/><Relationship Id="rId10" Type="http://schemas.openxmlformats.org/officeDocument/2006/relationships/image" Target="../media/image8.jpg"/><Relationship Id="rId19" Type="http://schemas.openxmlformats.org/officeDocument/2006/relationships/image" Target="../media/image18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1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5.jpg"/><Relationship Id="rId3" Type="http://schemas.openxmlformats.org/officeDocument/2006/relationships/image" Target="../media/image1.jpg"/><Relationship Id="rId21" Type="http://schemas.openxmlformats.org/officeDocument/2006/relationships/image" Target="../media/image20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14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3.jpg"/><Relationship Id="rId5" Type="http://schemas.openxmlformats.org/officeDocument/2006/relationships/image" Target="../media/image3.jpg"/><Relationship Id="rId15" Type="http://schemas.openxmlformats.org/officeDocument/2006/relationships/image" Target="../media/image13.jpg"/><Relationship Id="rId23" Type="http://schemas.openxmlformats.org/officeDocument/2006/relationships/image" Target="../media/image22.jpg"/><Relationship Id="rId28" Type="http://schemas.openxmlformats.org/officeDocument/2006/relationships/image" Target="../media/image39.svg"/><Relationship Id="rId10" Type="http://schemas.openxmlformats.org/officeDocument/2006/relationships/image" Target="../media/image8.jpg"/><Relationship Id="rId19" Type="http://schemas.openxmlformats.org/officeDocument/2006/relationships/image" Target="../media/image18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1.jpg"/><Relationship Id="rId27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5.jpg"/><Relationship Id="rId3" Type="http://schemas.openxmlformats.org/officeDocument/2006/relationships/image" Target="../media/image1.jpg"/><Relationship Id="rId21" Type="http://schemas.openxmlformats.org/officeDocument/2006/relationships/image" Target="../media/image20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14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3.jpg"/><Relationship Id="rId5" Type="http://schemas.openxmlformats.org/officeDocument/2006/relationships/image" Target="../media/image3.jpg"/><Relationship Id="rId15" Type="http://schemas.openxmlformats.org/officeDocument/2006/relationships/image" Target="../media/image13.jpg"/><Relationship Id="rId23" Type="http://schemas.openxmlformats.org/officeDocument/2006/relationships/image" Target="../media/image22.jpg"/><Relationship Id="rId10" Type="http://schemas.openxmlformats.org/officeDocument/2006/relationships/image" Target="../media/image8.jpg"/><Relationship Id="rId19" Type="http://schemas.openxmlformats.org/officeDocument/2006/relationships/image" Target="../media/image18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1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5.jpg"/><Relationship Id="rId3" Type="http://schemas.openxmlformats.org/officeDocument/2006/relationships/image" Target="../media/image1.jpg"/><Relationship Id="rId21" Type="http://schemas.openxmlformats.org/officeDocument/2006/relationships/image" Target="../media/image20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14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3.jpg"/><Relationship Id="rId5" Type="http://schemas.openxmlformats.org/officeDocument/2006/relationships/image" Target="../media/image3.jpg"/><Relationship Id="rId15" Type="http://schemas.openxmlformats.org/officeDocument/2006/relationships/image" Target="../media/image13.jpg"/><Relationship Id="rId23" Type="http://schemas.openxmlformats.org/officeDocument/2006/relationships/image" Target="../media/image22.jpg"/><Relationship Id="rId28" Type="http://schemas.openxmlformats.org/officeDocument/2006/relationships/image" Target="../media/image41.svg"/><Relationship Id="rId10" Type="http://schemas.openxmlformats.org/officeDocument/2006/relationships/image" Target="../media/image8.jpg"/><Relationship Id="rId19" Type="http://schemas.openxmlformats.org/officeDocument/2006/relationships/image" Target="../media/image18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1.jpg"/><Relationship Id="rId27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5.jpg"/><Relationship Id="rId3" Type="http://schemas.openxmlformats.org/officeDocument/2006/relationships/image" Target="../media/image1.jpg"/><Relationship Id="rId21" Type="http://schemas.openxmlformats.org/officeDocument/2006/relationships/image" Target="../media/image20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14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3.jpg"/><Relationship Id="rId5" Type="http://schemas.openxmlformats.org/officeDocument/2006/relationships/image" Target="../media/image3.jpg"/><Relationship Id="rId15" Type="http://schemas.openxmlformats.org/officeDocument/2006/relationships/image" Target="../media/image13.jpg"/><Relationship Id="rId23" Type="http://schemas.openxmlformats.org/officeDocument/2006/relationships/image" Target="../media/image22.jpg"/><Relationship Id="rId10" Type="http://schemas.openxmlformats.org/officeDocument/2006/relationships/image" Target="../media/image8.jpg"/><Relationship Id="rId19" Type="http://schemas.openxmlformats.org/officeDocument/2006/relationships/image" Target="../media/image18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1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6.jpg"/><Relationship Id="rId26" Type="http://schemas.openxmlformats.org/officeDocument/2006/relationships/image" Target="../media/image25.jpg"/><Relationship Id="rId3" Type="http://schemas.openxmlformats.org/officeDocument/2006/relationships/image" Target="../media/image1.jpg"/><Relationship Id="rId21" Type="http://schemas.openxmlformats.org/officeDocument/2006/relationships/image" Target="../media/image20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15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14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23.jpg"/><Relationship Id="rId5" Type="http://schemas.openxmlformats.org/officeDocument/2006/relationships/image" Target="../media/image3.jpg"/><Relationship Id="rId15" Type="http://schemas.openxmlformats.org/officeDocument/2006/relationships/image" Target="../media/image13.jpg"/><Relationship Id="rId23" Type="http://schemas.openxmlformats.org/officeDocument/2006/relationships/image" Target="../media/image22.jpg"/><Relationship Id="rId10" Type="http://schemas.openxmlformats.org/officeDocument/2006/relationships/image" Target="../media/image8.jpg"/><Relationship Id="rId19" Type="http://schemas.openxmlformats.org/officeDocument/2006/relationships/image" Target="../media/image18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jpg"/><Relationship Id="rId22" Type="http://schemas.openxmlformats.org/officeDocument/2006/relationships/image" Target="../media/image21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13" Type="http://schemas.openxmlformats.org/officeDocument/2006/relationships/image" Target="../media/image19.jpg"/><Relationship Id="rId18" Type="http://schemas.openxmlformats.org/officeDocument/2006/relationships/image" Target="../media/image8.jpg"/><Relationship Id="rId26" Type="http://schemas.openxmlformats.org/officeDocument/2006/relationships/image" Target="../media/image25.jpg"/><Relationship Id="rId3" Type="http://schemas.openxmlformats.org/officeDocument/2006/relationships/image" Target="../media/image7.jpg"/><Relationship Id="rId21" Type="http://schemas.openxmlformats.org/officeDocument/2006/relationships/image" Target="../media/image12.jpg"/><Relationship Id="rId7" Type="http://schemas.openxmlformats.org/officeDocument/2006/relationships/image" Target="../media/image18.jpg"/><Relationship Id="rId12" Type="http://schemas.openxmlformats.org/officeDocument/2006/relationships/image" Target="../media/image23.jpg"/><Relationship Id="rId17" Type="http://schemas.openxmlformats.org/officeDocument/2006/relationships/image" Target="../media/image4.jpg"/><Relationship Id="rId25" Type="http://schemas.openxmlformats.org/officeDocument/2006/relationships/image" Target="../media/image24.jpg"/><Relationship Id="rId2" Type="http://schemas.openxmlformats.org/officeDocument/2006/relationships/image" Target="../media/image17.jpg"/><Relationship Id="rId16" Type="http://schemas.openxmlformats.org/officeDocument/2006/relationships/image" Target="../media/image2.jpg"/><Relationship Id="rId20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11" Type="http://schemas.openxmlformats.org/officeDocument/2006/relationships/image" Target="../media/image3.jpg"/><Relationship Id="rId24" Type="http://schemas.openxmlformats.org/officeDocument/2006/relationships/image" Target="../media/image21.jpg"/><Relationship Id="rId5" Type="http://schemas.openxmlformats.org/officeDocument/2006/relationships/image" Target="../media/image22.jpg"/><Relationship Id="rId15" Type="http://schemas.openxmlformats.org/officeDocument/2006/relationships/image" Target="../media/image1.jpg"/><Relationship Id="rId23" Type="http://schemas.openxmlformats.org/officeDocument/2006/relationships/image" Target="../media/image20.jpg"/><Relationship Id="rId10" Type="http://schemas.openxmlformats.org/officeDocument/2006/relationships/image" Target="../media/image6.jpg"/><Relationship Id="rId19" Type="http://schemas.openxmlformats.org/officeDocument/2006/relationships/image" Target="../media/image9.jpg"/><Relationship Id="rId4" Type="http://schemas.openxmlformats.org/officeDocument/2006/relationships/image" Target="../media/image5.jpg"/><Relationship Id="rId9" Type="http://schemas.openxmlformats.org/officeDocument/2006/relationships/image" Target="../media/image14.jpg"/><Relationship Id="rId14" Type="http://schemas.openxmlformats.org/officeDocument/2006/relationships/image" Target="../media/image15.jpg"/><Relationship Id="rId2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BB1BD-5653-B2E8-0068-FE79BF89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F13CC1-3411-E476-E603-9285676A0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0455" y="823151"/>
            <a:ext cx="4228946" cy="598257"/>
          </a:xfrm>
        </p:spPr>
        <p:txBody>
          <a:bodyPr>
            <a:noAutofit/>
          </a:bodyPr>
          <a:lstStyle/>
          <a:p>
            <a:r>
              <a:rPr 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Tutorial 3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7375885-5268-1B0E-7392-4AECE7755D31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D95ED13-7CEF-D277-B1DE-DB69A3663C4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1A5E9D4-1116-6B1A-78DB-E92C2184C0B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31EE8B0-D087-77A0-3502-CFD6CC39A70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6A4390C-BB58-0082-939D-E2839404D01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C82CEEF-A0D8-982B-2A5C-C6BF3EEC2CC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CA281E9-A7BD-05C8-EF83-B3D846F70D5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9F116DF-B7E4-4F87-02FC-DC1AE713562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7522C24-BFF8-B746-06D9-6C2A3B50D28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D385325-D04D-1072-B085-D6EAD89071D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ED6BED9-79CD-7D7D-A440-5F30DC1B07A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1B076A4-D0EA-C236-AEC8-974C476FD19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03D1758-584A-3769-E4E9-2D46F02371A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A44803AA-AD35-7CC8-DA45-FD31932863F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42F06D27-6141-55BF-2A56-70BC0854D0E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A445FD1-509D-3C89-7286-5A9D8436C4E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32C959F3-B9F1-AD27-D086-128E0072F0F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092EF984-5711-2381-2B23-4E69FC4E11D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63EDF50F-BC90-78C4-B76A-647EB838308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9B43C8A6-151B-6D44-FBB7-8464E2F9001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821DEE90-9C57-8A9D-94E0-56E849993D0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40777FE2-01A2-6E14-A133-5AA4AB2C88E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72181D66-9135-CF78-07B0-BA04CA309D0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3913B0C9-B835-66AD-EE7B-C12501F0B97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CB8EEF5E-6EE8-D5E6-2598-8F9926E276C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C20433DA-8580-1107-9030-22E02F5ED92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013769C6-A4D1-CEDF-C179-AA9E0481BE35}"/>
              </a:ext>
            </a:extLst>
          </p:cNvPr>
          <p:cNvSpPr txBox="1">
            <a:spLocks/>
          </p:cNvSpPr>
          <p:nvPr/>
        </p:nvSpPr>
        <p:spPr>
          <a:xfrm>
            <a:off x="5950455" y="1798848"/>
            <a:ext cx="4228946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 will use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*RP </a:t>
            </a:r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represent </a:t>
            </a:r>
            <a:r>
              <a:rPr lang="en-US" sz="3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</a:t>
            </a:r>
            <a:b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sz="3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EA7F02C-CB09-B18F-703D-30D0D2EADA8A}"/>
              </a:ext>
            </a:extLst>
          </p:cNvPr>
          <p:cNvSpPr txBox="1">
            <a:spLocks/>
          </p:cNvSpPr>
          <p:nvPr/>
        </p:nvSpPr>
        <p:spPr>
          <a:xfrm>
            <a:off x="5641498" y="3429000"/>
            <a:ext cx="4228946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represent 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Password to Click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5C8E3FD-5DB5-7CD3-095B-AD29146AF896}"/>
              </a:ext>
            </a:extLst>
          </p:cNvPr>
          <p:cNvSpPr txBox="1">
            <a:spLocks/>
          </p:cNvSpPr>
          <p:nvPr/>
        </p:nvSpPr>
        <p:spPr>
          <a:xfrm>
            <a:off x="5533343" y="4544050"/>
            <a:ext cx="4228946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*DI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represent 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326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D40CD-11AD-2E4D-F638-ECBBEBB9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61E006DF-3E01-8292-E370-231158F9DD7C}"/>
              </a:ext>
            </a:extLst>
          </p:cNvPr>
          <p:cNvSpPr txBox="1">
            <a:spLocks/>
          </p:cNvSpPr>
          <p:nvPr/>
        </p:nvSpPr>
        <p:spPr>
          <a:xfrm>
            <a:off x="5633608" y="1175019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(*RP):</a:t>
            </a:r>
          </a:p>
          <a:p>
            <a:endParaRPr lang="en-US" dirty="0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7860BD97-70E3-AB63-B44A-99BADC7082F0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266" y="2586976"/>
            <a:ext cx="731520" cy="7315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softEdge rad="0"/>
          </a:effectLst>
        </p:spPr>
      </p:pic>
      <p:sp>
        <p:nvSpPr>
          <p:cNvPr id="86" name="Subtitle 2">
            <a:extLst>
              <a:ext uri="{FF2B5EF4-FFF2-40B4-BE49-F238E27FC236}">
                <a16:creationId xmlns:a16="http://schemas.microsoft.com/office/drawing/2014/main" id="{F8A1B485-DDEF-3DEC-7DF8-6D1C8F807E3A}"/>
              </a:ext>
            </a:extLst>
          </p:cNvPr>
          <p:cNvSpPr txBox="1">
            <a:spLocks/>
          </p:cNvSpPr>
          <p:nvPr/>
        </p:nvSpPr>
        <p:spPr>
          <a:xfrm>
            <a:off x="5757393" y="3534588"/>
            <a:ext cx="4997548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Direction Indicator (*DI):</a:t>
            </a:r>
          </a:p>
          <a:p>
            <a:endParaRPr lang="en-US" dirty="0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EAAAEA5C-53FD-4E62-0772-F3E751B1ED87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681" y="4028486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3BCAD5C3-D449-5AD5-1E47-D42738C956AB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291" y="1711008"/>
            <a:ext cx="731520" cy="731520"/>
          </a:xfrm>
          <a:prstGeom prst="rect">
            <a:avLst/>
          </a:prstGeom>
          <a:ln w="38100">
            <a:solidFill>
              <a:srgbClr val="FF00FF"/>
            </a:solidFill>
          </a:ln>
          <a:effectLst>
            <a:softEdge rad="0"/>
          </a:effectLst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6E98A1A7-F72F-3558-91B7-6D711981073F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681" y="1707528"/>
            <a:ext cx="731520" cy="731520"/>
          </a:xfrm>
          <a:prstGeom prst="rect">
            <a:avLst/>
          </a:prstGeom>
          <a:ln w="38100">
            <a:solidFill>
              <a:srgbClr val="FF0000"/>
            </a:solidFill>
          </a:ln>
          <a:effectLst>
            <a:softEdge rad="0"/>
          </a:effectLst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BF2B6283-BAA1-B94A-0AD2-9B43575D77ED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603" y="1711008"/>
            <a:ext cx="731520" cy="731520"/>
          </a:xfrm>
          <a:prstGeom prst="rect">
            <a:avLst/>
          </a:prstGeom>
          <a:ln w="38100">
            <a:solidFill>
              <a:srgbClr val="FFC000"/>
            </a:solidFill>
          </a:ln>
          <a:effectLst>
            <a:softEdge rad="0"/>
          </a:effectLst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82259778-C555-7005-6F53-2B307499E3F0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447" y="1704048"/>
            <a:ext cx="731520" cy="73152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BCF067CB-B069-6E5D-2157-003DACBC18AB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525" y="1700568"/>
            <a:ext cx="731520" cy="731520"/>
          </a:xfrm>
          <a:prstGeom prst="rect">
            <a:avLst/>
          </a:prstGeom>
          <a:ln w="38100">
            <a:solidFill>
              <a:srgbClr val="00FFFF"/>
            </a:solidFill>
          </a:ln>
          <a:effectLst>
            <a:softEdge rad="0"/>
          </a:effectLst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760968AD-7ECC-6B24-AE1F-0E6EB271157C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369" y="1714489"/>
            <a:ext cx="731520" cy="731520"/>
          </a:xfrm>
          <a:prstGeom prst="rect">
            <a:avLst/>
          </a:prstGeom>
          <a:ln w="38100">
            <a:solidFill>
              <a:schemeClr val="accent2">
                <a:lumMod val="50000"/>
              </a:schemeClr>
            </a:solidFill>
          </a:ln>
          <a:effectLst>
            <a:softEdge rad="0"/>
          </a:effectLst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120E8264-77E9-7C79-A95B-973C54D21D0D}"/>
              </a:ext>
            </a:extLst>
          </p:cNvPr>
          <p:cNvPicPr preferRelativeResize="0"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006" y="2591892"/>
            <a:ext cx="731520" cy="731520"/>
          </a:xfrm>
          <a:prstGeom prst="rect">
            <a:avLst/>
          </a:prstGeom>
          <a:ln w="38100">
            <a:solidFill>
              <a:srgbClr val="7030A0"/>
            </a:solidFill>
          </a:ln>
          <a:effectLst>
            <a:softEdge rad="0"/>
          </a:effectLst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34D31DB0-EAFE-D034-A84C-DC7D52F95CAA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372" y="2586976"/>
            <a:ext cx="731520" cy="731520"/>
          </a:xfrm>
          <a:prstGeom prst="rect">
            <a:avLst/>
          </a:prstGeom>
          <a:ln w="38100">
            <a:solidFill>
              <a:srgbClr val="D32B4F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37F77B2-7498-C41D-70C0-1723E13E4154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94A80A60-1009-D8BC-859C-6C3FECD08FB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27E8BF6D-5EED-B643-732D-37344C428D1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5A671BBB-1D7D-08D3-1800-B4B7821D2FC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552073ED-89B8-12BB-387D-7D90434E0E8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1D4D34A0-13DF-4B1F-1A9C-D6123B7EFDD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142495BA-F3A7-0BFE-23FE-69522174905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FF5DB94C-C847-5029-FE04-5B98866E158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136CE63E-BF6B-2941-32E7-6047D41BBF7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08AF4215-86DE-8D81-F83E-847FEE9F97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D4FB8455-F060-E4C5-8525-375CC0A7910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90326EC9-6031-C9CD-DE43-EDCF8C9DB6F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F4567E8D-8FCA-A108-3DDA-509447AF3F1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BFA0F3DB-682D-C155-1342-E36575B23C5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B2169D2F-6409-808C-AB39-96E16D6C2D3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E84BC430-B2DE-ABAE-9892-0F83DA64CFD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ED89D01C-8047-69D5-2E68-4A5E2859F07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FC37DC10-DFC6-483C-4589-C2707A79905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A0D206A8-475E-7E1C-1A0D-6D8D2B67FAF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1F140A47-3AC2-054E-8695-5BCDED7400E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D3E77224-B202-48B7-C38E-7941839FEC3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E3511A04-C534-FB5E-253E-53CE90A42A2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7C737C6E-95EB-BB43-A9C0-E43905D5FE9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30FEB7DE-2EAA-8B3F-EE10-8D96BD69635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AA48489C-6952-9276-8A2C-190701A6E49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1B937BB0-AAC6-E8DB-AB11-932C9908E4F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5" name="Subtitle 2">
            <a:extLst>
              <a:ext uri="{FF2B5EF4-FFF2-40B4-BE49-F238E27FC236}">
                <a16:creationId xmlns:a16="http://schemas.microsoft.com/office/drawing/2014/main" id="{E3E3A61B-C042-47F9-6502-823D194D458D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</p:spTree>
    <p:extLst>
      <p:ext uri="{BB962C8B-B14F-4D97-AF65-F5344CB8AC3E}">
        <p14:creationId xmlns:p14="http://schemas.microsoft.com/office/powerpoint/2010/main" val="3438730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D3DA5-9FF8-1283-978B-E55D44080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D75DC842-AD7D-03EC-0413-81EF777992D8}"/>
              </a:ext>
            </a:extLst>
          </p:cNvPr>
          <p:cNvSpPr txBox="1">
            <a:spLocks/>
          </p:cNvSpPr>
          <p:nvPr/>
        </p:nvSpPr>
        <p:spPr>
          <a:xfrm>
            <a:off x="5320541" y="2617415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(*RP):</a:t>
            </a:r>
          </a:p>
          <a:p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469A5FB4-4A7D-F9A2-3774-AC5925F951B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02" y="4111659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E6924CF1-9086-42B6-D7F2-16151513DF21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02" y="2506550"/>
            <a:ext cx="731520" cy="731520"/>
          </a:xfrm>
          <a:prstGeom prst="rect">
            <a:avLst/>
          </a:prstGeom>
          <a:ln w="38100">
            <a:solidFill>
              <a:srgbClr val="FF00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000BA24-F594-F4C3-2752-A6D2E0C2BD15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C90FB357-7317-5445-8093-66B668A550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907B3E01-FFB5-EBA9-E10D-F93318B085C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5EDBF335-CB7F-9974-A342-34E0D7EFC69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0B8B69FD-6CAC-5DDC-917E-5F68A77B08F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8009233F-0C21-B40A-3B3D-D657D455A15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32D22C16-A36B-E96C-471F-58945679811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278FC384-3890-6FCB-075E-D59F84C0804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E8B0C41F-833E-1860-8574-14AA4B38892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0C065B17-C5F7-ACF2-2EB2-1513D6DEBE8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9D91507E-841E-C7FF-2666-2A423542278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44D36EA3-2EAC-F4EC-2DA6-9CF7AE713BA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3CC4D89D-BC9A-52E7-8FCA-7E23C81EAD3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FF2709DD-0EBD-845F-63F3-82160D50418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54E698D7-19BF-EC83-8BDE-4D81DEDD332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BDAC6BD5-8657-6F64-5CD4-DEE84FDA15F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9FB22E09-9D3F-EDD6-99F2-23035190B59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853FF90B-534C-C689-D44E-287D3F7E409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13A865D0-FB96-C0AB-5404-7EC09B195B7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69B06F1F-BD79-454B-A322-0FF3829E2CB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45F97D91-7ADE-C28D-B4AE-F86D2021589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3EE95F7C-D5AC-7B1E-64B0-4DA646A6BD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ABFB9471-F1F0-3829-5989-2A84E02AE87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E6DC58D1-9F3F-82F1-7B7D-D31A894CF6C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5EBF10EC-5795-1DAC-CD76-6B047F84773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E11287A2-E8D3-DDBB-DF9C-0C430B1A32B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2F7C2AD-8BD6-5A19-FBE4-14909723161A}"/>
              </a:ext>
            </a:extLst>
          </p:cNvPr>
          <p:cNvSpPr txBox="1"/>
          <p:nvPr/>
        </p:nvSpPr>
        <p:spPr>
          <a:xfrm>
            <a:off x="1832079" y="290605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787C96-98AC-FB5D-4C15-1B661FC32BAA}"/>
              </a:ext>
            </a:extLst>
          </p:cNvPr>
          <p:cNvSpPr txBox="1"/>
          <p:nvPr/>
        </p:nvSpPr>
        <p:spPr>
          <a:xfrm>
            <a:off x="1832079" y="445626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6652C9A-6D4E-CCAB-09E8-B96CEE123DBC}"/>
              </a:ext>
            </a:extLst>
          </p:cNvPr>
          <p:cNvSpPr txBox="1">
            <a:spLocks/>
          </p:cNvSpPr>
          <p:nvPr/>
        </p:nvSpPr>
        <p:spPr>
          <a:xfrm>
            <a:off x="4737298" y="4147896"/>
            <a:ext cx="5307203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</a:p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 (*DI):</a:t>
            </a:r>
          </a:p>
          <a:p>
            <a:endParaRPr lang="en-US" sz="17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330ED45-D9F6-0CFC-D0D7-D0494CDC7BF5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B0A017C-B036-063F-7296-7D51FAAF8223}"/>
              </a:ext>
            </a:extLst>
          </p:cNvPr>
          <p:cNvSpPr txBox="1">
            <a:spLocks/>
          </p:cNvSpPr>
          <p:nvPr/>
        </p:nvSpPr>
        <p:spPr>
          <a:xfrm>
            <a:off x="9229027" y="3452613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ABOVE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996F37FB-56DD-928B-6205-14CAB873E1AE}"/>
              </a:ext>
            </a:extLst>
          </p:cNvPr>
          <p:cNvSpPr/>
          <p:nvPr/>
        </p:nvSpPr>
        <p:spPr>
          <a:xfrm rot="5400000">
            <a:off x="9778373" y="2536490"/>
            <a:ext cx="471449" cy="79232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1240D60A-6393-9255-FB04-10E7A643E891}"/>
              </a:ext>
            </a:extLst>
          </p:cNvPr>
          <p:cNvSpPr/>
          <p:nvPr/>
        </p:nvSpPr>
        <p:spPr>
          <a:xfrm rot="10800000">
            <a:off x="9680731" y="4035976"/>
            <a:ext cx="645194" cy="5982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0274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3D56C-746C-4B2C-DB76-58F27C48F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75BCEF73-E5B8-D056-2A39-709FBE368ED3}"/>
              </a:ext>
            </a:extLst>
          </p:cNvPr>
          <p:cNvSpPr txBox="1">
            <a:spLocks/>
          </p:cNvSpPr>
          <p:nvPr/>
        </p:nvSpPr>
        <p:spPr>
          <a:xfrm>
            <a:off x="5472358" y="1081284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(*RP):</a:t>
            </a:r>
          </a:p>
          <a:p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C084A0EE-5312-B011-871B-7D088436E39F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419" y="2470779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DE36674F-D82F-9C8C-76B5-3D152ED50C99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419" y="970419"/>
            <a:ext cx="731520" cy="731520"/>
          </a:xfrm>
          <a:prstGeom prst="rect">
            <a:avLst/>
          </a:prstGeom>
          <a:ln w="38100">
            <a:solidFill>
              <a:srgbClr val="FF00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BBEA50B-3E5E-B391-3222-9CA93D79128D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08E02D63-0341-42A9-5F63-FB666BE7EA6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7A012CD8-1048-4DEF-6220-68D17FA96AD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0D6017DA-8B56-13D1-DA83-6FC0AC2098C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4BAABACA-DEB0-A2A5-F60B-137E45052E6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2C9CCAC5-AC18-CF52-4CA7-08DBB8F1E0B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3E5093A3-FBC3-980B-AB29-9300279672B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72B49911-FFCC-719C-695E-436913B3C5B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588D3677-E4F5-8D95-33C8-9A3F517AD0A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86222F28-843C-B1B2-4BC3-7EFC4B5C948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CA864B92-4478-477A-1AC0-6495F9262AE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4CA5D83A-8737-5DB9-AEC1-86B4234073F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DF73D418-F0F1-9EC2-C997-F450F35CA6B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106D9728-E0E9-616B-406A-C6A31C34F50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C91F9EA9-CD4B-8DEB-13C0-82226ECD2F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28ECA1A8-FF25-9B6F-D6F6-21DACBE1005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7C00BEB5-0D3A-E345-4F48-A77244F2BA0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A1AE0CF1-37C9-E6DE-521F-E414039D7C4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210F7751-2BBE-8098-6C0D-677B88162F3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63618306-2DF9-2EE1-0D2B-98310212E0F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43CBF78A-8C10-0F0C-FEA3-F1E91599F10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8BF85EC3-BC13-C611-D8BD-38701BC7115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1923CC09-A70C-8CB6-0DB8-29B4A379CA0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2DBC0510-9FF5-748A-005E-069E7D681A0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E59AFF1A-DA72-DC0C-704C-5F09D77DBBB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3BEDF9E4-1739-E5A2-B320-4404B5B3CC1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57" name="Subtitle 2">
            <a:extLst>
              <a:ext uri="{FF2B5EF4-FFF2-40B4-BE49-F238E27FC236}">
                <a16:creationId xmlns:a16="http://schemas.microsoft.com/office/drawing/2014/main" id="{04EB217A-737C-D52F-A9F8-A8FB934140A3}"/>
              </a:ext>
            </a:extLst>
          </p:cNvPr>
          <p:cNvSpPr txBox="1">
            <a:spLocks/>
          </p:cNvSpPr>
          <p:nvPr/>
        </p:nvSpPr>
        <p:spPr>
          <a:xfrm>
            <a:off x="5371615" y="3821889"/>
            <a:ext cx="474726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PASSWORD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need to click (*PW):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1EEEC-2F06-BB65-7078-5335E93617F5}"/>
              </a:ext>
            </a:extLst>
          </p:cNvPr>
          <p:cNvSpPr txBox="1"/>
          <p:nvPr/>
        </p:nvSpPr>
        <p:spPr>
          <a:xfrm>
            <a:off x="1832079" y="2885335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63EE85-84A5-F082-1C4A-D7454E42954A}"/>
              </a:ext>
            </a:extLst>
          </p:cNvPr>
          <p:cNvSpPr txBox="1"/>
          <p:nvPr/>
        </p:nvSpPr>
        <p:spPr>
          <a:xfrm>
            <a:off x="1832079" y="445626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E348A8C-442C-9653-1D33-4A65D7892097}"/>
              </a:ext>
            </a:extLst>
          </p:cNvPr>
          <p:cNvSpPr txBox="1">
            <a:spLocks/>
          </p:cNvSpPr>
          <p:nvPr/>
        </p:nvSpPr>
        <p:spPr>
          <a:xfrm>
            <a:off x="4889115" y="2468656"/>
            <a:ext cx="5307203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</a:p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 (*DI):</a:t>
            </a:r>
          </a:p>
          <a:p>
            <a:endParaRPr lang="en-US" sz="1700" dirty="0"/>
          </a:p>
        </p:txBody>
      </p:sp>
      <p:pic>
        <p:nvPicPr>
          <p:cNvPr id="37" name="Graphic 36" descr="Arrow Up with solid fill">
            <a:extLst>
              <a:ext uri="{FF2B5EF4-FFF2-40B4-BE49-F238E27FC236}">
                <a16:creationId xmlns:a16="http://schemas.microsoft.com/office/drawing/2014/main" id="{C1FAE6E9-2644-2B83-3C6E-B5D564E43CB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0800000">
            <a:off x="2262792" y="2934602"/>
            <a:ext cx="548640" cy="59825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BBF762B-DC6F-2266-2B16-89C101D8C351}"/>
              </a:ext>
            </a:extLst>
          </p:cNvPr>
          <p:cNvSpPr txBox="1"/>
          <p:nvPr/>
        </p:nvSpPr>
        <p:spPr>
          <a:xfrm>
            <a:off x="1831209" y="3697782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89D3DB7-A4F0-F72D-2EE6-D2BDED18C0D1}"/>
              </a:ext>
            </a:extLst>
          </p:cNvPr>
          <p:cNvPicPr preferRelativeResize="0"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9973" y="4757440"/>
            <a:ext cx="731520" cy="731520"/>
          </a:xfrm>
          <a:prstGeom prst="rect">
            <a:avLst/>
          </a:prstGeom>
          <a:ln w="38100">
            <a:solidFill>
              <a:srgbClr val="FF0000"/>
            </a:solidFill>
          </a:ln>
          <a:effectLst>
            <a:softEdge rad="0"/>
          </a:effectLst>
        </p:spPr>
      </p:pic>
      <p:sp>
        <p:nvSpPr>
          <p:cNvPr id="43" name="Subtitle 2">
            <a:extLst>
              <a:ext uri="{FF2B5EF4-FFF2-40B4-BE49-F238E27FC236}">
                <a16:creationId xmlns:a16="http://schemas.microsoft.com/office/drawing/2014/main" id="{76340910-25F6-62B4-963B-1B22831CF890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E97BE34B-332A-EA9C-519B-BC662DF2B0BC}"/>
              </a:ext>
            </a:extLst>
          </p:cNvPr>
          <p:cNvSpPr txBox="1">
            <a:spLocks/>
          </p:cNvSpPr>
          <p:nvPr/>
        </p:nvSpPr>
        <p:spPr>
          <a:xfrm>
            <a:off x="5158548" y="4921684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BOTTOM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0EF1631-5784-93E7-0002-3C2F276EE48B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716" y="4757440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  <p:sp>
        <p:nvSpPr>
          <p:cNvPr id="48" name="Subtitle 2">
            <a:extLst>
              <a:ext uri="{FF2B5EF4-FFF2-40B4-BE49-F238E27FC236}">
                <a16:creationId xmlns:a16="http://schemas.microsoft.com/office/drawing/2014/main" id="{D9CD3A5E-F5E8-5BA2-92D9-A77A0686B268}"/>
              </a:ext>
            </a:extLst>
          </p:cNvPr>
          <p:cNvSpPr txBox="1">
            <a:spLocks/>
          </p:cNvSpPr>
          <p:nvPr/>
        </p:nvSpPr>
        <p:spPr>
          <a:xfrm>
            <a:off x="7236835" y="4912640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9A539-AE5A-B96A-F281-3053FFA6C877}"/>
              </a:ext>
            </a:extLst>
          </p:cNvPr>
          <p:cNvSpPr txBox="1">
            <a:spLocks/>
          </p:cNvSpPr>
          <p:nvPr/>
        </p:nvSpPr>
        <p:spPr>
          <a:xfrm>
            <a:off x="8749214" y="1857398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ABOVE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982536B1-556A-ECE6-D7E4-639A0C79A264}"/>
              </a:ext>
            </a:extLst>
          </p:cNvPr>
          <p:cNvSpPr/>
          <p:nvPr/>
        </p:nvSpPr>
        <p:spPr>
          <a:xfrm rot="5400000">
            <a:off x="9298560" y="941275"/>
            <a:ext cx="471449" cy="79232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D529B757-7CB7-DC61-0C3E-BF6627AF64D7}"/>
              </a:ext>
            </a:extLst>
          </p:cNvPr>
          <p:cNvSpPr/>
          <p:nvPr/>
        </p:nvSpPr>
        <p:spPr>
          <a:xfrm rot="10800000">
            <a:off x="9200918" y="2440761"/>
            <a:ext cx="645194" cy="5982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530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A81B2-4FD1-EF9C-A611-A19580728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FCCDB06F-BB95-3B50-1BC3-E6C662D26BA2}"/>
              </a:ext>
            </a:extLst>
          </p:cNvPr>
          <p:cNvSpPr txBox="1">
            <a:spLocks/>
          </p:cNvSpPr>
          <p:nvPr/>
        </p:nvSpPr>
        <p:spPr>
          <a:xfrm>
            <a:off x="5320541" y="2617415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(*RP):</a:t>
            </a:r>
          </a:p>
          <a:p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D36390DA-C2C6-08FA-8CA7-130B3E1C5542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02" y="4111659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B8583C93-A9B8-F7F4-571D-97D1FBD1BB4B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F77032AF-5938-4733-0F5C-7AE95D84F2E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3A80902A-0088-5313-1EB3-D837F2AA28A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8F49CEBA-680C-475D-46BE-A07433C8F59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8F3E53A0-D6AD-D000-1B92-E34DAD78A33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1652DD9C-3C4D-C0D3-B2F0-E97D91CC260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507E3A4B-3F11-BA52-39B9-7516C28B030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CC1259C1-B8A5-D819-4F08-1737916DC8A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EF835BBF-C7BE-EF7E-CB34-A565ADEEAA0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40E97AEE-5558-5A31-727F-C62F6027387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A3C02EC3-710E-1E68-0BA1-54D0B5B8FD7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53DDEAEC-0658-C30F-3561-9542FB3BC85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9E6D04E3-6F58-E2FE-5D34-177303990F8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4E61F0F7-FC22-C1C5-2873-7254E3EB81F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094CFA45-F11B-C2B8-650D-C6C71FC84A1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A5829D00-60DE-3E3F-D2C6-B7373DF1A50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3DB32E13-16AA-A8C7-548B-468E89F3341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DE2875B9-AD13-872F-129E-A3C39BC9A0E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346E1CE6-893C-BBFD-1F57-6ECD042FFBC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67A6D296-6713-51FE-82CA-0C4E6E5CA6A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BF701B8F-8BAE-1466-60D0-6A44940FE18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5DE77D7E-B664-E08D-3787-CBE68E92146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32261841-73FA-1F56-22C8-C93F9730C2B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0A838B3E-AC24-94AE-2306-6481DACBC6F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938F5CBC-685C-3865-E8B3-7506E7DFDA0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7390F901-8556-A4C9-E6D0-DC6088517AC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2C04ABD-3123-4300-315E-AB68E0BA4FC1}"/>
              </a:ext>
            </a:extLst>
          </p:cNvPr>
          <p:cNvSpPr txBox="1"/>
          <p:nvPr/>
        </p:nvSpPr>
        <p:spPr>
          <a:xfrm>
            <a:off x="1834125" y="5261663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CD35"/>
                </a:highlight>
              </a:rPr>
              <a:t>*RP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B7D9A-1B6A-2C25-DE5D-D1B27C301740}"/>
              </a:ext>
            </a:extLst>
          </p:cNvPr>
          <p:cNvSpPr txBox="1"/>
          <p:nvPr/>
        </p:nvSpPr>
        <p:spPr>
          <a:xfrm>
            <a:off x="1832079" y="445626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4F6B30B-7FA3-D25E-EE5E-EA480BEFAD47}"/>
              </a:ext>
            </a:extLst>
          </p:cNvPr>
          <p:cNvSpPr txBox="1">
            <a:spLocks/>
          </p:cNvSpPr>
          <p:nvPr/>
        </p:nvSpPr>
        <p:spPr>
          <a:xfrm>
            <a:off x="4737298" y="4147896"/>
            <a:ext cx="5307203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</a:p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 (*DI):</a:t>
            </a:r>
          </a:p>
          <a:p>
            <a:endParaRPr lang="en-US" sz="17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F2C2D0F-3CFA-C982-35C6-BB83ABF8A9C7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8EC6041-100F-2AA4-A079-BE765E398AC2}"/>
              </a:ext>
            </a:extLst>
          </p:cNvPr>
          <p:cNvSpPr txBox="1">
            <a:spLocks/>
          </p:cNvSpPr>
          <p:nvPr/>
        </p:nvSpPr>
        <p:spPr>
          <a:xfrm>
            <a:off x="9229027" y="3452613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BOTTOM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8C2FB0A0-796F-C7DE-A459-7F55A5066305}"/>
              </a:ext>
            </a:extLst>
          </p:cNvPr>
          <p:cNvSpPr/>
          <p:nvPr/>
        </p:nvSpPr>
        <p:spPr>
          <a:xfrm rot="5400000">
            <a:off x="9778373" y="2536490"/>
            <a:ext cx="471449" cy="79232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600F15A5-48EB-BF79-BD10-081A90AA5C0D}"/>
              </a:ext>
            </a:extLst>
          </p:cNvPr>
          <p:cNvSpPr/>
          <p:nvPr/>
        </p:nvSpPr>
        <p:spPr>
          <a:xfrm rot="10800000">
            <a:off x="9680731" y="4035976"/>
            <a:ext cx="645194" cy="5982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328AB7-378B-47C7-5FCE-FC3FF9AB7B6D}"/>
              </a:ext>
            </a:extLst>
          </p:cNvPr>
          <p:cNvPicPr preferRelativeResize="0">
            <a:picLocks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02" y="2584504"/>
            <a:ext cx="731520" cy="731520"/>
          </a:xfrm>
          <a:prstGeom prst="rect">
            <a:avLst/>
          </a:prstGeom>
          <a:ln w="38100">
            <a:solidFill>
              <a:srgbClr val="FFCD35"/>
            </a:solidFill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95433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378DB-B23A-437C-C4FE-5387571BB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307111D0-D9F9-EA99-7350-B33974DBFE14}"/>
              </a:ext>
            </a:extLst>
          </p:cNvPr>
          <p:cNvSpPr txBox="1">
            <a:spLocks/>
          </p:cNvSpPr>
          <p:nvPr/>
        </p:nvSpPr>
        <p:spPr>
          <a:xfrm>
            <a:off x="5472358" y="1081284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(*RP):</a:t>
            </a:r>
          </a:p>
          <a:p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EAB26AF6-5379-D3F8-6609-800E96AB9F1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419" y="2470779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CA479B7-7F79-93E5-30C6-AAEDE4EF9DC8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DB05213B-8F15-F40E-F4AE-B319F3F1476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90903887-D204-405E-1AB9-499AD07A05F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36588899-18BD-19AF-A380-0A52CEE64C7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CFDF10F5-77A6-FECD-A873-FA1047D2CFE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1B387169-E93B-EA09-0276-0E2D1A9B8AE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1BDFF652-D7E4-6C7F-1463-F4F3D9A6990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846F50A4-5942-C17F-9D8D-86ED8E47A53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776C4F75-9B12-DEF7-FD2E-79A278D0F61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29D1D48C-42C5-5B32-2185-D388A4C703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D267562B-1EF9-1A79-2894-EE2A096847E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4C51731B-2B71-A62A-1352-898E3BB9375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AF91DCDA-EAC0-7F25-6FA2-96EE0E362B2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FDD71E1F-4DE2-B7E6-5AB2-6B531C4C924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DD2110F9-E829-76A1-9F38-8459F4968BA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2C91DF01-82AE-83BC-FDB0-08D9C76425C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F8A75C4D-FF29-EBAA-D4A8-C0D7044E83E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D555A487-DCE2-04C1-928D-231CAD652BC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ln w="38100">
              <a:solidFill>
                <a:srgbClr val="FFCD35"/>
              </a:solidFill>
            </a:ln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8B4BA8EF-F649-67A4-11D3-6072808268A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4A808B2D-DF11-46F3-BF5C-1E43BAC6A02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2E95E85F-3518-75E5-4802-BDCC6C180C3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BD3F2B65-A527-FAEE-8BC0-AE1854451CA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7D2BD6BB-00DF-74B0-39EF-C4CF68FADFD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75B724AA-1D76-5783-1DB1-AD84A664B1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27A4A578-05D5-3904-ECDE-94FA6BA56EE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C8E2C027-AD36-6B48-20B3-B561F18F3CC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57" name="Subtitle 2">
            <a:extLst>
              <a:ext uri="{FF2B5EF4-FFF2-40B4-BE49-F238E27FC236}">
                <a16:creationId xmlns:a16="http://schemas.microsoft.com/office/drawing/2014/main" id="{ACDFD3E6-6B2A-0E0F-A402-3F8F02F37CC5}"/>
              </a:ext>
            </a:extLst>
          </p:cNvPr>
          <p:cNvSpPr txBox="1">
            <a:spLocks/>
          </p:cNvSpPr>
          <p:nvPr/>
        </p:nvSpPr>
        <p:spPr>
          <a:xfrm>
            <a:off x="5371615" y="3821889"/>
            <a:ext cx="474726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PASSWORD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need to click (*PW):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0C85E9-A7F0-44D5-8A5D-1B92F0AA817A}"/>
              </a:ext>
            </a:extLst>
          </p:cNvPr>
          <p:cNvSpPr txBox="1"/>
          <p:nvPr/>
        </p:nvSpPr>
        <p:spPr>
          <a:xfrm>
            <a:off x="1832079" y="445626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CD00168-0611-C9CE-E149-11D99A26A5C8}"/>
              </a:ext>
            </a:extLst>
          </p:cNvPr>
          <p:cNvSpPr txBox="1">
            <a:spLocks/>
          </p:cNvSpPr>
          <p:nvPr/>
        </p:nvSpPr>
        <p:spPr>
          <a:xfrm>
            <a:off x="4889115" y="2468656"/>
            <a:ext cx="5307203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</a:p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 (*DI):</a:t>
            </a:r>
          </a:p>
          <a:p>
            <a:endParaRPr lang="en-US" sz="1700" dirty="0"/>
          </a:p>
        </p:txBody>
      </p:sp>
      <p:pic>
        <p:nvPicPr>
          <p:cNvPr id="37" name="Graphic 36" descr="Arrow Up with solid fill">
            <a:extLst>
              <a:ext uri="{FF2B5EF4-FFF2-40B4-BE49-F238E27FC236}">
                <a16:creationId xmlns:a16="http://schemas.microsoft.com/office/drawing/2014/main" id="{47DAAEBA-E1EF-9044-02A8-B067F02F2CC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261101" y="4550858"/>
            <a:ext cx="548640" cy="598258"/>
          </a:xfrm>
          <a:prstGeom prst="rect">
            <a:avLst/>
          </a:prstGeom>
        </p:spPr>
      </p:pic>
      <p:sp>
        <p:nvSpPr>
          <p:cNvPr id="43" name="Subtitle 2">
            <a:extLst>
              <a:ext uri="{FF2B5EF4-FFF2-40B4-BE49-F238E27FC236}">
                <a16:creationId xmlns:a16="http://schemas.microsoft.com/office/drawing/2014/main" id="{933821FA-C546-621A-2134-E38F9155DB14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4ED20752-1A04-E8F0-62E8-A053C6D04B53}"/>
              </a:ext>
            </a:extLst>
          </p:cNvPr>
          <p:cNvSpPr txBox="1">
            <a:spLocks/>
          </p:cNvSpPr>
          <p:nvPr/>
        </p:nvSpPr>
        <p:spPr>
          <a:xfrm>
            <a:off x="5158548" y="4921684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ABOVE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72240EE1-DA31-0772-BE20-A32207490B9B}"/>
              </a:ext>
            </a:extLst>
          </p:cNvPr>
          <p:cNvSpPr txBox="1">
            <a:spLocks/>
          </p:cNvSpPr>
          <p:nvPr/>
        </p:nvSpPr>
        <p:spPr>
          <a:xfrm>
            <a:off x="7236835" y="4912640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16E04-D11A-4511-BDE8-CC0477C96A28}"/>
              </a:ext>
            </a:extLst>
          </p:cNvPr>
          <p:cNvSpPr txBox="1">
            <a:spLocks/>
          </p:cNvSpPr>
          <p:nvPr/>
        </p:nvSpPr>
        <p:spPr>
          <a:xfrm>
            <a:off x="8749214" y="1857398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BOTTOM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87066D94-801C-62A3-AB28-5387294EB092}"/>
              </a:ext>
            </a:extLst>
          </p:cNvPr>
          <p:cNvSpPr/>
          <p:nvPr/>
        </p:nvSpPr>
        <p:spPr>
          <a:xfrm rot="5400000">
            <a:off x="9298560" y="941275"/>
            <a:ext cx="471449" cy="79232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D6D6F917-14C3-F731-FD6A-FD60BDFB3063}"/>
              </a:ext>
            </a:extLst>
          </p:cNvPr>
          <p:cNvSpPr/>
          <p:nvPr/>
        </p:nvSpPr>
        <p:spPr>
          <a:xfrm rot="10800000">
            <a:off x="9200918" y="2440761"/>
            <a:ext cx="645194" cy="5982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909C3C-82C9-0D38-E2C0-6860587BCCA1}"/>
              </a:ext>
            </a:extLst>
          </p:cNvPr>
          <p:cNvPicPr preferRelativeResize="0">
            <a:picLocks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419" y="956490"/>
            <a:ext cx="731520" cy="731520"/>
          </a:xfrm>
          <a:prstGeom prst="rect">
            <a:avLst/>
          </a:prstGeom>
          <a:ln w="38100">
            <a:solidFill>
              <a:srgbClr val="FFCD35"/>
            </a:solidFill>
          </a:ln>
          <a:effectLst>
            <a:softEdge rad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9D3CDC-05E2-9F35-08DF-46B4A6E2BFCA}"/>
              </a:ext>
            </a:extLst>
          </p:cNvPr>
          <p:cNvPicPr preferRelativeResize="0">
            <a:picLocks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3039" y="4757440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A5AD35-91C4-A020-6C36-C1D2013E7691}"/>
              </a:ext>
            </a:extLst>
          </p:cNvPr>
          <p:cNvSpPr txBox="1"/>
          <p:nvPr/>
        </p:nvSpPr>
        <p:spPr>
          <a:xfrm>
            <a:off x="1834125" y="5261663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CD35"/>
                </a:highlight>
              </a:rPr>
              <a:t>*RP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B2DD9B-F9F4-42D3-AE35-5C13C1473850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158" y="4757440"/>
            <a:ext cx="731520" cy="731520"/>
          </a:xfrm>
          <a:prstGeom prst="rect">
            <a:avLst/>
          </a:prstGeom>
          <a:ln w="38100">
            <a:solidFill>
              <a:srgbClr val="FFCD35"/>
            </a:solidFill>
          </a:ln>
          <a:effectLst>
            <a:softEdge rad="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556EB9-F911-901E-2392-DE631F87F8B1}"/>
              </a:ext>
            </a:extLst>
          </p:cNvPr>
          <p:cNvSpPr txBox="1"/>
          <p:nvPr/>
        </p:nvSpPr>
        <p:spPr>
          <a:xfrm>
            <a:off x="1834125" y="3972284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CD35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1658803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ACB0F-5D22-7975-751F-A245E569B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3A38AC59-2D89-11C1-5EA1-55574910C418}"/>
              </a:ext>
            </a:extLst>
          </p:cNvPr>
          <p:cNvSpPr txBox="1">
            <a:spLocks/>
          </p:cNvSpPr>
          <p:nvPr/>
        </p:nvSpPr>
        <p:spPr>
          <a:xfrm>
            <a:off x="5320541" y="2617415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(*RP):</a:t>
            </a:r>
          </a:p>
          <a:p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6271B550-05B1-95D4-1CD2-37E9F71D75D4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02" y="4111659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5C9F877-ED98-7E57-E218-AC5EB84C8B1F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1FAD389A-300D-9B83-40A5-5F362727C7A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8E716536-5269-4ABE-765C-07299BF9314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9CAD9B7A-C577-8F6C-883A-C339AF2F918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FD5FD304-D20C-7A8C-9C1E-C88D75723C4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92154223-EEC6-097B-FDEA-010814FBA0B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DD995254-3CB8-7C0A-CEAF-A520814250F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9DAB3E8E-7910-848F-6A85-40962D7985B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AB25DEB3-0046-5739-F0C0-A95D4385932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7EDB56A7-1BA4-D0B2-AC6E-F80BF0D4CF6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98782F9A-78C8-2449-E12A-FAD0C2B5683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E68921DB-122B-B3CC-3D7D-03DAD1F43B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7BA2728C-5684-DC93-D7D3-078F8A6A1A8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8B5A139F-0C77-CFE7-7988-62CD1655A6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F5C2EF29-21A6-CA54-F09C-B5DB4754A0F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0765A7B5-872F-9D7D-461E-BAB4514F191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A3C66CB1-47E8-0921-7B92-E3C8B32B729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BA0FA666-7878-FD76-516B-D7E16E5C2C3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B09479D0-BC94-8438-0586-B0CBB3284EF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15E7CE7B-8E73-618A-3F96-E6F655D2F29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AEF965DF-3FCF-FE6E-9E15-82E6F8D5EA1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E146C302-7508-54F4-7575-D62F0DE065C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13300458-2AEB-DE45-160F-8B3B434DBE7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9155A069-A588-5472-1589-314BE617BC0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EC565CED-901F-42DD-A172-D4A6C32713E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0B5A2D18-6A6C-0536-5970-B36227448C8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6F3553C-DE52-FD19-578D-0F3BB3898A6B}"/>
              </a:ext>
            </a:extLst>
          </p:cNvPr>
          <p:cNvSpPr txBox="1"/>
          <p:nvPr/>
        </p:nvSpPr>
        <p:spPr>
          <a:xfrm>
            <a:off x="4205287" y="4456264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*RP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914F99-B0CE-E5DB-AB7D-810D6963FC46}"/>
              </a:ext>
            </a:extLst>
          </p:cNvPr>
          <p:cNvSpPr txBox="1"/>
          <p:nvPr/>
        </p:nvSpPr>
        <p:spPr>
          <a:xfrm>
            <a:off x="1832079" y="445626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7DB4060-75BD-00E1-5DBA-1AD207BADA93}"/>
              </a:ext>
            </a:extLst>
          </p:cNvPr>
          <p:cNvSpPr txBox="1">
            <a:spLocks/>
          </p:cNvSpPr>
          <p:nvPr/>
        </p:nvSpPr>
        <p:spPr>
          <a:xfrm>
            <a:off x="4737298" y="4147896"/>
            <a:ext cx="5307203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</a:p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 (*DI):</a:t>
            </a:r>
          </a:p>
          <a:p>
            <a:endParaRPr lang="en-US" sz="17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9BDD9B2-585B-7175-D06F-CA6620DE34C2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F1FFDCD-F7E0-FB1F-7036-A8D0E609B719}"/>
              </a:ext>
            </a:extLst>
          </p:cNvPr>
          <p:cNvSpPr txBox="1">
            <a:spLocks/>
          </p:cNvSpPr>
          <p:nvPr/>
        </p:nvSpPr>
        <p:spPr>
          <a:xfrm>
            <a:off x="9229027" y="3452613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RIGHT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3E3C14F3-8AB7-4BBF-EBD9-1DD2E8FD953B}"/>
              </a:ext>
            </a:extLst>
          </p:cNvPr>
          <p:cNvSpPr/>
          <p:nvPr/>
        </p:nvSpPr>
        <p:spPr>
          <a:xfrm rot="5400000">
            <a:off x="9778373" y="2536490"/>
            <a:ext cx="471449" cy="79232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BF492F2D-9F2A-DE7D-8B9C-CFDFEFB46AA3}"/>
              </a:ext>
            </a:extLst>
          </p:cNvPr>
          <p:cNvSpPr/>
          <p:nvPr/>
        </p:nvSpPr>
        <p:spPr>
          <a:xfrm rot="10800000">
            <a:off x="9680731" y="4035976"/>
            <a:ext cx="645194" cy="5982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098533-2066-7262-1E78-94FFB32D04B5}"/>
              </a:ext>
            </a:extLst>
          </p:cNvPr>
          <p:cNvPicPr preferRelativeResize="0"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02" y="2534074"/>
            <a:ext cx="731520" cy="731520"/>
          </a:xfrm>
          <a:prstGeom prst="rect">
            <a:avLst/>
          </a:prstGeom>
          <a:ln w="38100">
            <a:solidFill>
              <a:srgbClr val="00FFFF"/>
            </a:solidFill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746905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41348-4385-1A57-E4F8-11942B0B3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0E50BFA1-D9E1-4B9C-8E42-7AA5F7E4F607}"/>
              </a:ext>
            </a:extLst>
          </p:cNvPr>
          <p:cNvSpPr txBox="1">
            <a:spLocks/>
          </p:cNvSpPr>
          <p:nvPr/>
        </p:nvSpPr>
        <p:spPr>
          <a:xfrm>
            <a:off x="5472358" y="1081284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(*RP):</a:t>
            </a:r>
          </a:p>
          <a:p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032F5651-17D6-A606-2ADF-FF665383EA9C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419" y="2470779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7194358-D678-F9B8-DEDC-A46BAA723599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5C7F5FB5-32B9-8AF7-7506-8416B34E11F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F8244377-124B-A542-0F5A-FB98C341AA9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3787E834-F0DD-7DAA-553A-1AB07B67C01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C1A25C80-6AD0-F7D4-5B11-2DA7DC6D18D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2CE02AA3-54B9-D7D4-7148-F2ABDB56E79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6F472457-04C9-777B-AFDA-E241467321F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0D6BC8E7-D85E-C0FF-2D89-94319A9E60E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39BA906E-C5F0-FC9C-5381-09165B0D345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CD830C74-731C-54E4-BFDB-9B071A396C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4CEA72A8-FD8D-5012-6E8A-F45B5CFE537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1B9C5B93-4E35-6FA5-3A6D-B197A115942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7C702CA7-73B8-4C8F-860F-DFE56FE7171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B72440B9-6764-5E35-D22D-457C622C491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BFF353F2-60B0-8A0A-9F24-8196258E6E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ln w="38100">
              <a:solidFill>
                <a:srgbClr val="00FFFF"/>
              </a:solidFill>
            </a:ln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1FD10B9C-A4B5-86C1-9700-5BFF67DD1F3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90850745-89CE-2F50-5781-3D1D90CC862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DBECC6E9-E7F9-E0B1-0107-763955039AE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2016403A-8F7F-1C14-D0B4-8379506CE64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B731E9ED-45B6-5444-ADD0-859FB5A0A5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82D27901-D184-16DF-2C01-0F8D1C241AF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4C4BEA0E-06DA-BFF7-E70D-89CFDE320B5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8D4E0368-0FFC-AAAC-87B9-DFC535A20A6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068220FE-E486-E5F6-5E06-FA620273F50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FA80E3E6-1B7A-A18A-7A30-0F0D6DEA2A7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A580BF2C-1CAA-7E64-1236-1134077721F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57" name="Subtitle 2">
            <a:extLst>
              <a:ext uri="{FF2B5EF4-FFF2-40B4-BE49-F238E27FC236}">
                <a16:creationId xmlns:a16="http://schemas.microsoft.com/office/drawing/2014/main" id="{514BDB37-D976-6A2F-5FA1-DAD81082069D}"/>
              </a:ext>
            </a:extLst>
          </p:cNvPr>
          <p:cNvSpPr txBox="1">
            <a:spLocks/>
          </p:cNvSpPr>
          <p:nvPr/>
        </p:nvSpPr>
        <p:spPr>
          <a:xfrm>
            <a:off x="5371615" y="3821889"/>
            <a:ext cx="474726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PASSWORD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need to click (*PW):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2C9EE-CC3B-FF06-C339-871C1E47DD62}"/>
              </a:ext>
            </a:extLst>
          </p:cNvPr>
          <p:cNvSpPr txBox="1"/>
          <p:nvPr/>
        </p:nvSpPr>
        <p:spPr>
          <a:xfrm>
            <a:off x="1832079" y="445626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F98B5C1-1136-3DAA-E2BE-4C6F4F73C0FF}"/>
              </a:ext>
            </a:extLst>
          </p:cNvPr>
          <p:cNvSpPr txBox="1">
            <a:spLocks/>
          </p:cNvSpPr>
          <p:nvPr/>
        </p:nvSpPr>
        <p:spPr>
          <a:xfrm>
            <a:off x="4889115" y="2468656"/>
            <a:ext cx="5307203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</a:p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 (*DI):</a:t>
            </a:r>
          </a:p>
          <a:p>
            <a:endParaRPr lang="en-US" sz="1700" dirty="0"/>
          </a:p>
        </p:txBody>
      </p:sp>
      <p:pic>
        <p:nvPicPr>
          <p:cNvPr id="37" name="Graphic 36" descr="Arrow Up with solid fill">
            <a:extLst>
              <a:ext uri="{FF2B5EF4-FFF2-40B4-BE49-F238E27FC236}">
                <a16:creationId xmlns:a16="http://schemas.microsoft.com/office/drawing/2014/main" id="{0C6359F1-4A16-B4CD-623B-BAAEB0AC578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6200000">
            <a:off x="3934202" y="4096208"/>
            <a:ext cx="548640" cy="598258"/>
          </a:xfrm>
          <a:prstGeom prst="rect">
            <a:avLst/>
          </a:prstGeom>
        </p:spPr>
      </p:pic>
      <p:sp>
        <p:nvSpPr>
          <p:cNvPr id="43" name="Subtitle 2">
            <a:extLst>
              <a:ext uri="{FF2B5EF4-FFF2-40B4-BE49-F238E27FC236}">
                <a16:creationId xmlns:a16="http://schemas.microsoft.com/office/drawing/2014/main" id="{D4CC29A4-7A92-8350-732F-929294B29E1F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712393E8-4B84-1030-0696-52BF41DBEA6D}"/>
              </a:ext>
            </a:extLst>
          </p:cNvPr>
          <p:cNvSpPr txBox="1">
            <a:spLocks/>
          </p:cNvSpPr>
          <p:nvPr/>
        </p:nvSpPr>
        <p:spPr>
          <a:xfrm>
            <a:off x="5158548" y="4921684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LEFT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EB67C38C-B5B9-7453-130F-57CAE15C1648}"/>
              </a:ext>
            </a:extLst>
          </p:cNvPr>
          <p:cNvSpPr txBox="1">
            <a:spLocks/>
          </p:cNvSpPr>
          <p:nvPr/>
        </p:nvSpPr>
        <p:spPr>
          <a:xfrm>
            <a:off x="7236835" y="4912640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CF4B6-5F16-F06E-529E-E092F38F0155}"/>
              </a:ext>
            </a:extLst>
          </p:cNvPr>
          <p:cNvSpPr txBox="1">
            <a:spLocks/>
          </p:cNvSpPr>
          <p:nvPr/>
        </p:nvSpPr>
        <p:spPr>
          <a:xfrm>
            <a:off x="8749214" y="1857398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RIGHT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68A48EB8-8EA3-5779-9CB4-B4BD4B6AB917}"/>
              </a:ext>
            </a:extLst>
          </p:cNvPr>
          <p:cNvSpPr/>
          <p:nvPr/>
        </p:nvSpPr>
        <p:spPr>
          <a:xfrm rot="5400000">
            <a:off x="9298560" y="941275"/>
            <a:ext cx="471449" cy="79232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1CAAD3C3-23E9-32DD-FAE4-DDBA7D900B61}"/>
              </a:ext>
            </a:extLst>
          </p:cNvPr>
          <p:cNvSpPr/>
          <p:nvPr/>
        </p:nvSpPr>
        <p:spPr>
          <a:xfrm rot="10800000">
            <a:off x="9200918" y="2440761"/>
            <a:ext cx="645194" cy="5982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99666B-B038-ACBB-6120-E1FB54E479DF}"/>
              </a:ext>
            </a:extLst>
          </p:cNvPr>
          <p:cNvSpPr txBox="1"/>
          <p:nvPr/>
        </p:nvSpPr>
        <p:spPr>
          <a:xfrm>
            <a:off x="3408345" y="4465056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*PW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BEF07E-04F6-CFCF-E023-02291D2C5663}"/>
              </a:ext>
            </a:extLst>
          </p:cNvPr>
          <p:cNvSpPr txBox="1"/>
          <p:nvPr/>
        </p:nvSpPr>
        <p:spPr>
          <a:xfrm>
            <a:off x="4205287" y="4456264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*RP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242288-C286-9E4E-716A-88A5CCCA9FC1}"/>
              </a:ext>
            </a:extLst>
          </p:cNvPr>
          <p:cNvPicPr preferRelativeResize="0"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419" y="917756"/>
            <a:ext cx="731520" cy="731520"/>
          </a:xfrm>
          <a:prstGeom prst="rect">
            <a:avLst/>
          </a:prstGeom>
          <a:ln w="38100">
            <a:solidFill>
              <a:srgbClr val="00FFFF"/>
            </a:solidFill>
          </a:ln>
          <a:effectLst>
            <a:softEdge rad="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46AB12-553A-D083-1DCD-47324B935B0E}"/>
              </a:ext>
            </a:extLst>
          </p:cNvPr>
          <p:cNvPicPr preferRelativeResize="0"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158" y="4704008"/>
            <a:ext cx="731520" cy="731520"/>
          </a:xfrm>
          <a:prstGeom prst="rect">
            <a:avLst/>
          </a:prstGeom>
          <a:ln w="38100">
            <a:solidFill>
              <a:srgbClr val="00FFFF"/>
            </a:solidFill>
          </a:ln>
          <a:effectLst>
            <a:softEdge rad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3571B3-A846-DF8B-2D6A-ADE9F319F46B}"/>
              </a:ext>
            </a:extLst>
          </p:cNvPr>
          <p:cNvPicPr preferRelativeResize="0"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826" y="4704008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971244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7D75F-E92E-130A-3D5C-A8EF1977B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C8856CC0-F0A1-B433-CCD3-EF17AAA13BE8}"/>
              </a:ext>
            </a:extLst>
          </p:cNvPr>
          <p:cNvSpPr txBox="1">
            <a:spLocks/>
          </p:cNvSpPr>
          <p:nvPr/>
        </p:nvSpPr>
        <p:spPr>
          <a:xfrm>
            <a:off x="5320541" y="2617415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(*RP):</a:t>
            </a:r>
          </a:p>
          <a:p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09587E48-6DC2-F8F0-F900-C24F45A289DA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02" y="4111659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7DD4A60-71DE-4F0D-7934-DA5DD1CC5DDE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27AF1D7C-324B-F960-6192-74BB31F89D0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8B5F3678-C12B-1803-C33D-C9AC00AF75F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4721221D-29B0-DFC3-1B78-E470588B155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098A60F9-9770-114B-4288-FD74D87E8CA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FBD40D5D-9496-2880-EE88-BB356D1C0F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C8151931-E5FA-D2E9-9360-08370B6E4E9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B352ECFD-2B5C-0FB1-38BB-5DD06189627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C784B135-C357-8F02-93E5-DFA31C17724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03792A62-D050-9198-A9EC-7384A705924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3927C6A3-1908-14C4-5637-AF8B6FB8B33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A26E575D-32F6-B832-1A74-6729DD7ABF9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139A4B67-6F5D-D012-B0DB-2530D951FD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A91BBC0E-BF03-C4DB-A5E9-2271C12F16B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8289FEE9-B5FA-BE9A-F36D-52867DBF354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0193FC7E-E0EC-C643-86E4-B7BFC152192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7198CCB5-AEEB-E70C-085C-52BD44E123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C0EC983C-D0FA-5CCB-8368-B4ECB6AB4CB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A6A57F5A-F553-C798-C72B-82CFCC651A6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4EA1E62E-7AC6-BBE0-83BB-E349A808171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31D1DEE0-BD15-C1BF-04BA-E2EEB865BE2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51B03CC1-6A85-4543-2483-028E320C631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FCEF28E3-24CE-5548-AD4B-72229B7984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12DF7DEA-2FBA-0094-7F6C-17263437B91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F3282EAD-C8F7-DB6E-4C13-E2178CB0CD1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2CCEF143-D09C-356E-CA61-54E32225BCE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1DAAF8D-7C86-E049-DA38-656EDE608134}"/>
              </a:ext>
            </a:extLst>
          </p:cNvPr>
          <p:cNvSpPr txBox="1"/>
          <p:nvPr/>
        </p:nvSpPr>
        <p:spPr>
          <a:xfrm>
            <a:off x="1057737" y="4466242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*RP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7EFAB7-7013-0A04-9469-F1E567D79066}"/>
              </a:ext>
            </a:extLst>
          </p:cNvPr>
          <p:cNvSpPr txBox="1"/>
          <p:nvPr/>
        </p:nvSpPr>
        <p:spPr>
          <a:xfrm>
            <a:off x="1832079" y="445626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F93E0C3-AC4E-271F-C4C6-4A594720896A}"/>
              </a:ext>
            </a:extLst>
          </p:cNvPr>
          <p:cNvSpPr txBox="1">
            <a:spLocks/>
          </p:cNvSpPr>
          <p:nvPr/>
        </p:nvSpPr>
        <p:spPr>
          <a:xfrm>
            <a:off x="4737298" y="4147896"/>
            <a:ext cx="5307203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</a:p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 (*DI):</a:t>
            </a:r>
          </a:p>
          <a:p>
            <a:endParaRPr lang="en-US" sz="17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615F8B1-AEB4-2E53-209B-726E709440B0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5B71BBD-5932-95D2-73BB-70F38913676D}"/>
              </a:ext>
            </a:extLst>
          </p:cNvPr>
          <p:cNvSpPr txBox="1">
            <a:spLocks/>
          </p:cNvSpPr>
          <p:nvPr/>
        </p:nvSpPr>
        <p:spPr>
          <a:xfrm>
            <a:off x="9229027" y="3452613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LEFT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CBF0C2DF-E686-C73E-0B17-BDFCAEA111BA}"/>
              </a:ext>
            </a:extLst>
          </p:cNvPr>
          <p:cNvSpPr/>
          <p:nvPr/>
        </p:nvSpPr>
        <p:spPr>
          <a:xfrm rot="5400000">
            <a:off x="9778373" y="2536490"/>
            <a:ext cx="471449" cy="79232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9A79808F-732F-5747-3B39-3C702544B1E1}"/>
              </a:ext>
            </a:extLst>
          </p:cNvPr>
          <p:cNvSpPr/>
          <p:nvPr/>
        </p:nvSpPr>
        <p:spPr>
          <a:xfrm rot="10800000">
            <a:off x="9680731" y="4035976"/>
            <a:ext cx="645194" cy="5982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C958B3-C3B1-E72B-AF68-20A8AE9C34C9}"/>
              </a:ext>
            </a:extLst>
          </p:cNvPr>
          <p:cNvPicPr preferRelativeResize="0">
            <a:picLocks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670" y="2515874"/>
            <a:ext cx="731520" cy="73152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2646197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963C7-72D2-65AE-27BA-7D58474C5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CB4C9B7C-806A-59F7-4B18-425587A9D821}"/>
              </a:ext>
            </a:extLst>
          </p:cNvPr>
          <p:cNvSpPr txBox="1">
            <a:spLocks/>
          </p:cNvSpPr>
          <p:nvPr/>
        </p:nvSpPr>
        <p:spPr>
          <a:xfrm>
            <a:off x="5472358" y="1081284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(*RP):</a:t>
            </a:r>
          </a:p>
          <a:p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7CA0168A-D273-F137-84CE-A03F01333DFA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419" y="2470779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483E32D6-9167-5E96-0F8E-B5A46E2E9D90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22F98665-85A0-A174-035E-9E824705B97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BE99BE3A-02D6-1EBD-F083-805846A323B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5ABC487B-29D2-9A3C-1756-A8C1187B869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BEC302AA-95B4-B980-EABC-92E2F7E0726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3014A951-9C42-F1C5-BD45-297745FC220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1EC60FE1-397F-D2DA-E48C-71AB4E60BCE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854311D9-E40B-4031-7238-0E175202AB3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0F4FB591-DF7E-F907-5615-4AFC3C99629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3B1FAC81-C13D-FAC9-3650-40A3FB82EB3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5EDCAE32-5100-FC5F-8C74-7F1D3D23F97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070846AF-A157-0449-F374-4F40EA3ACD2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34727836-DA2A-9518-2564-8C5975B11A8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2C1AEAEB-6771-07ED-1414-AA6354AE1E6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2B6577B3-7F4B-94B4-1FBC-EB871E2B9D6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A82315C1-B62B-A81A-8157-1A3BBB6839F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73E4D382-5895-CA73-D51E-C78D8D5F137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09C7E674-CEC4-F28A-4D9D-C1CCE47A159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ln w="38100">
              <a:solidFill>
                <a:srgbClr val="FFFF00"/>
              </a:solidFill>
            </a:ln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FFB8CFB2-6AB2-6A4A-2129-48783F7124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56F50392-ED54-5BBE-6495-9B2FAF7CCC2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F1792494-F832-CC2A-87D6-5E0D5E94D58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F8E20B15-B153-499B-32E8-0FEFAD8207B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CE508D6C-F0D2-2561-A889-12CFC761F5C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E6B0C4F0-4596-A9DE-BF70-0E602914AC8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0197F6B8-3DFB-878B-2895-775BFE06F6F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C2B4E8BD-B755-F78F-F0F9-9B0EC1618F6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57" name="Subtitle 2">
            <a:extLst>
              <a:ext uri="{FF2B5EF4-FFF2-40B4-BE49-F238E27FC236}">
                <a16:creationId xmlns:a16="http://schemas.microsoft.com/office/drawing/2014/main" id="{8C0BAE41-4D56-D8CF-46C9-C4E5355785D7}"/>
              </a:ext>
            </a:extLst>
          </p:cNvPr>
          <p:cNvSpPr txBox="1">
            <a:spLocks/>
          </p:cNvSpPr>
          <p:nvPr/>
        </p:nvSpPr>
        <p:spPr>
          <a:xfrm>
            <a:off x="5371615" y="3821889"/>
            <a:ext cx="474726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PASSWORD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need to click (*PW):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D7821-E455-3D70-AEAB-53ABB47D166D}"/>
              </a:ext>
            </a:extLst>
          </p:cNvPr>
          <p:cNvSpPr txBox="1"/>
          <p:nvPr/>
        </p:nvSpPr>
        <p:spPr>
          <a:xfrm>
            <a:off x="1832079" y="445626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32C8350-33D4-AB7A-036E-CE2CD35F2E1D}"/>
              </a:ext>
            </a:extLst>
          </p:cNvPr>
          <p:cNvSpPr txBox="1">
            <a:spLocks/>
          </p:cNvSpPr>
          <p:nvPr/>
        </p:nvSpPr>
        <p:spPr>
          <a:xfrm>
            <a:off x="4889115" y="2468656"/>
            <a:ext cx="5307203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</a:p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 (*DI):</a:t>
            </a:r>
          </a:p>
          <a:p>
            <a:endParaRPr lang="en-US" sz="1700" dirty="0"/>
          </a:p>
        </p:txBody>
      </p:sp>
      <p:pic>
        <p:nvPicPr>
          <p:cNvPr id="37" name="Graphic 36" descr="Arrow Up with solid fill">
            <a:extLst>
              <a:ext uri="{FF2B5EF4-FFF2-40B4-BE49-F238E27FC236}">
                <a16:creationId xmlns:a16="http://schemas.microsoft.com/office/drawing/2014/main" id="{8FF5ADCB-7AB6-00A8-9EFA-E9597F8238D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5400000">
            <a:off x="1651903" y="4096208"/>
            <a:ext cx="548640" cy="598258"/>
          </a:xfrm>
          <a:prstGeom prst="rect">
            <a:avLst/>
          </a:prstGeom>
        </p:spPr>
      </p:pic>
      <p:sp>
        <p:nvSpPr>
          <p:cNvPr id="43" name="Subtitle 2">
            <a:extLst>
              <a:ext uri="{FF2B5EF4-FFF2-40B4-BE49-F238E27FC236}">
                <a16:creationId xmlns:a16="http://schemas.microsoft.com/office/drawing/2014/main" id="{A8C39AF0-D137-3C32-BDBD-357E413D83E7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C70255F5-734A-DAC0-3BD6-69BE040A1010}"/>
              </a:ext>
            </a:extLst>
          </p:cNvPr>
          <p:cNvSpPr txBox="1">
            <a:spLocks/>
          </p:cNvSpPr>
          <p:nvPr/>
        </p:nvSpPr>
        <p:spPr>
          <a:xfrm>
            <a:off x="5158548" y="4921684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RIGHT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E2E780B4-2CE0-E00B-A9A5-3A1F4A75967A}"/>
              </a:ext>
            </a:extLst>
          </p:cNvPr>
          <p:cNvSpPr txBox="1">
            <a:spLocks/>
          </p:cNvSpPr>
          <p:nvPr/>
        </p:nvSpPr>
        <p:spPr>
          <a:xfrm>
            <a:off x="7236835" y="4912640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08C79-EB81-8094-C2A0-43BF40BD39B6}"/>
              </a:ext>
            </a:extLst>
          </p:cNvPr>
          <p:cNvSpPr txBox="1">
            <a:spLocks/>
          </p:cNvSpPr>
          <p:nvPr/>
        </p:nvSpPr>
        <p:spPr>
          <a:xfrm>
            <a:off x="8749214" y="1857398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LEFT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FCF873F3-4E5E-6C05-1447-014C1067F99C}"/>
              </a:ext>
            </a:extLst>
          </p:cNvPr>
          <p:cNvSpPr/>
          <p:nvPr/>
        </p:nvSpPr>
        <p:spPr>
          <a:xfrm rot="5400000">
            <a:off x="9298560" y="941275"/>
            <a:ext cx="471449" cy="79232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8BFF2910-B4EE-E52F-DBFB-4B52BBBE09C4}"/>
              </a:ext>
            </a:extLst>
          </p:cNvPr>
          <p:cNvSpPr/>
          <p:nvPr/>
        </p:nvSpPr>
        <p:spPr>
          <a:xfrm rot="10800000">
            <a:off x="9200918" y="2440761"/>
            <a:ext cx="645194" cy="5982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A610C6-361F-AB53-44FF-5434A9DFD0EE}"/>
              </a:ext>
            </a:extLst>
          </p:cNvPr>
          <p:cNvSpPr txBox="1"/>
          <p:nvPr/>
        </p:nvSpPr>
        <p:spPr>
          <a:xfrm>
            <a:off x="2149226" y="3994983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*PW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2D7851-A68D-146F-6EEF-634973D31E34}"/>
              </a:ext>
            </a:extLst>
          </p:cNvPr>
          <p:cNvPicPr preferRelativeResize="0">
            <a:picLocks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419" y="902988"/>
            <a:ext cx="731520" cy="73152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52D606-AB5C-8DA0-EDA3-74E46A400AC1}"/>
              </a:ext>
            </a:extLst>
          </p:cNvPr>
          <p:cNvSpPr txBox="1"/>
          <p:nvPr/>
        </p:nvSpPr>
        <p:spPr>
          <a:xfrm>
            <a:off x="1057737" y="4466242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*RP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17B4BD-6BB9-4FF6-55BA-463D8D6BCA98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1995" y="4704008"/>
            <a:ext cx="731520" cy="731520"/>
          </a:xfrm>
          <a:prstGeom prst="rect">
            <a:avLst/>
          </a:prstGeom>
          <a:ln w="38100">
            <a:solidFill>
              <a:srgbClr val="FFFF00"/>
            </a:solidFill>
          </a:ln>
          <a:effectLst>
            <a:softEdge rad="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78DC55-8625-6B6C-B2B9-A32BA242AB78}"/>
              </a:ext>
            </a:extLst>
          </p:cNvPr>
          <p:cNvPicPr preferRelativeResize="0">
            <a:picLocks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0" y="4704008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196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A245D-5C3D-51E3-010D-1F9C04A2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50331B77-D0D9-8D5D-E907-6457AFDF6E64}"/>
              </a:ext>
            </a:extLst>
          </p:cNvPr>
          <p:cNvSpPr txBox="1">
            <a:spLocks/>
          </p:cNvSpPr>
          <p:nvPr/>
        </p:nvSpPr>
        <p:spPr>
          <a:xfrm>
            <a:off x="5320541" y="2617415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(*RP):</a:t>
            </a:r>
          </a:p>
          <a:p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6668B3F6-B8C5-2124-D86A-B9C6611FC72C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02" y="4111659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A559ACD-C46F-B862-40FC-71E7D003CAF3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51D5490F-33C9-3680-BDBC-31A108EC4B2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2AB50CCC-25C7-B2C9-6A4D-8F7CC0882FF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1DCAB9BA-32DE-B879-FEBA-0547E8783DA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D7D72728-0266-A0E0-FC5E-6B4F92554F5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7AF2FAC1-0723-DA15-2BC9-41203339284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76300B03-F188-7FCE-544A-E6F44E4F8B0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EB7F33AF-6D31-25C5-232B-27C73EE1813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96758E4E-DF65-C1C9-412E-2A32B941FC3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D4A85D34-A848-B56D-AAE3-AFD57D8E212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CE3949BF-8CE2-101A-F4B1-3E9E667E774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08265529-9D10-E3FA-D94C-181D2D8A3DB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B8A9EAE8-5728-35B7-7285-EAE14CB93D7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37E87AA5-6260-FF8A-97B8-77C01307C33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BFB29746-9CA1-984D-9F54-2860111F34B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FCD1D803-96CD-0E68-A447-8B2B8065A4A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1927C14C-458E-C463-9878-1CACD2A7C44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25E39230-7DAF-15FD-CE93-CB52EA50E8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4FDFF38C-BC50-788E-53D7-0299D6029E4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804F155A-572C-41E8-1216-A004A34D5DD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21B8267B-7C3C-E7CC-972E-BC75A7E4CEF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2A39F996-6B98-8D7C-500D-3A4FCE864E1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F38CFFDF-6F81-987C-F67A-EA59658FBDF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45168E2D-4309-DA68-123F-2BE5EBD828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A8C8C5E2-0882-204E-967B-6EC055836E9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661FA803-E0DE-914F-EB61-F3405549A86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E511281-36DD-E58E-8DEE-5D2700B5B870}"/>
              </a:ext>
            </a:extLst>
          </p:cNvPr>
          <p:cNvSpPr txBox="1"/>
          <p:nvPr/>
        </p:nvSpPr>
        <p:spPr>
          <a:xfrm>
            <a:off x="2242284" y="447629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F77F468-0686-5C8F-8AF3-E30AA9C2EBD2}"/>
              </a:ext>
            </a:extLst>
          </p:cNvPr>
          <p:cNvSpPr txBox="1">
            <a:spLocks/>
          </p:cNvSpPr>
          <p:nvPr/>
        </p:nvSpPr>
        <p:spPr>
          <a:xfrm>
            <a:off x="4737298" y="4147896"/>
            <a:ext cx="5307203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</a:p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 (*DI):</a:t>
            </a:r>
          </a:p>
          <a:p>
            <a:endParaRPr lang="en-US" sz="17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AAF658D0-77DB-D208-F560-5EB284B3E56B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943BD2E-CE8F-FFA3-0A6E-BD5C9F1421AE}"/>
              </a:ext>
            </a:extLst>
          </p:cNvPr>
          <p:cNvSpPr txBox="1">
            <a:spLocks/>
          </p:cNvSpPr>
          <p:nvPr/>
        </p:nvSpPr>
        <p:spPr>
          <a:xfrm>
            <a:off x="9205494" y="3315608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ABOVE AND RIGHT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7B8385F1-C642-347D-0DAB-5AD19435471D}"/>
              </a:ext>
            </a:extLst>
          </p:cNvPr>
          <p:cNvSpPr/>
          <p:nvPr/>
        </p:nvSpPr>
        <p:spPr>
          <a:xfrm rot="5400000">
            <a:off x="9778373" y="2536490"/>
            <a:ext cx="471449" cy="79232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03D261C3-55C9-F61D-450D-4790A1E66BBA}"/>
              </a:ext>
            </a:extLst>
          </p:cNvPr>
          <p:cNvSpPr/>
          <p:nvPr/>
        </p:nvSpPr>
        <p:spPr>
          <a:xfrm rot="10800000">
            <a:off x="9680731" y="4035976"/>
            <a:ext cx="645194" cy="5982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B87055-0526-4A18-8EC7-E794CC79BC32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02" y="2511471"/>
            <a:ext cx="731520" cy="731520"/>
          </a:xfrm>
          <a:prstGeom prst="rect">
            <a:avLst/>
          </a:prstGeom>
          <a:ln w="38100">
            <a:solidFill>
              <a:srgbClr val="C00000"/>
            </a:solidFill>
          </a:ln>
          <a:effectLst>
            <a:softEdge rad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AB5B93-1805-AFA9-9A9A-61E4000ADB3B}"/>
              </a:ext>
            </a:extLst>
          </p:cNvPr>
          <p:cNvSpPr txBox="1"/>
          <p:nvPr/>
        </p:nvSpPr>
        <p:spPr>
          <a:xfrm>
            <a:off x="4514240" y="2114279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0000"/>
                </a:highlight>
              </a:rPr>
              <a:t>*RP</a:t>
            </a:r>
          </a:p>
        </p:txBody>
      </p:sp>
    </p:spTree>
    <p:extLst>
      <p:ext uri="{BB962C8B-B14F-4D97-AF65-F5344CB8AC3E}">
        <p14:creationId xmlns:p14="http://schemas.microsoft.com/office/powerpoint/2010/main" val="2689454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D37BB-37B5-4B50-185D-95B8898A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67BCC242-8008-B6B2-8B96-10DCBD77F57A}"/>
              </a:ext>
            </a:extLst>
          </p:cNvPr>
          <p:cNvSpPr txBox="1">
            <a:spLocks/>
          </p:cNvSpPr>
          <p:nvPr/>
        </p:nvSpPr>
        <p:spPr>
          <a:xfrm>
            <a:off x="5472358" y="1081284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(*RP):</a:t>
            </a:r>
          </a:p>
          <a:p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A7D8CC0B-7795-E5BC-031E-622EC9D8689B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419" y="2470779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BC0C380-2232-D70C-81EA-47B264D4D87E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704648BC-4827-3B03-09D3-864F5069293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98D3F54B-9835-AD8B-FB3E-B958DA33D58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582D50E9-1DE3-470A-B40E-B1F7B23CD02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59707795-08B4-D0E7-5D78-76CB733265D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B9509C0F-6B88-8AC4-525D-5F938058888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4EFD2687-1407-0546-9DB8-3FAF38B50D8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79F59959-1B6D-822A-2EB7-7B9F05EC392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8E23DA21-FF0F-DE00-B621-633C86D2E47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FAF5F990-448F-2C19-0BAD-8151914E289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A40E4794-7F1D-F008-C065-CEB7433BABE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ABA2A878-B637-8B97-8A1E-63934C7E6A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A1EC13FC-1D75-0D59-CE2F-71EE3467873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8518DA7A-037F-B4FD-44F9-57FBCC8F0FD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28323341-805A-5848-96F3-9693952FD0D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356CAAE1-BD56-293F-4152-076BA99CEF1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66701285-7E87-F8A8-DABC-DF1CE63D8A2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EF127E03-6855-8631-6111-13DB22377F1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EDE6788F-2BC6-8823-443F-338B6F6816E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51BC35C4-25B7-0445-96BC-749740FBB04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712D559C-0121-FC98-F916-F5D7C653AF2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F16F5C24-A557-270F-C721-D83F2F50D4E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7CF508F2-D05A-D315-18B2-5BC8C02D77B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6E0F2C00-67A3-9360-A9BC-AD4381B39B5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1B6F3DF5-3B65-EC4D-2999-BC214932930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C01E5FCC-6845-4298-2B3F-AA2621B10C6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57" name="Subtitle 2">
            <a:extLst>
              <a:ext uri="{FF2B5EF4-FFF2-40B4-BE49-F238E27FC236}">
                <a16:creationId xmlns:a16="http://schemas.microsoft.com/office/drawing/2014/main" id="{C8F7D3CF-A407-BF0C-4073-DD98ECCFA6D8}"/>
              </a:ext>
            </a:extLst>
          </p:cNvPr>
          <p:cNvSpPr txBox="1">
            <a:spLocks/>
          </p:cNvSpPr>
          <p:nvPr/>
        </p:nvSpPr>
        <p:spPr>
          <a:xfrm>
            <a:off x="5371615" y="3821889"/>
            <a:ext cx="474726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PASSWORD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need to click (*PW):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93BEE4F-8C1A-BAC4-9C48-93526FB67BB3}"/>
              </a:ext>
            </a:extLst>
          </p:cNvPr>
          <p:cNvSpPr txBox="1">
            <a:spLocks/>
          </p:cNvSpPr>
          <p:nvPr/>
        </p:nvSpPr>
        <p:spPr>
          <a:xfrm>
            <a:off x="4889115" y="2468656"/>
            <a:ext cx="5307203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</a:p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 (*DI):</a:t>
            </a:r>
          </a:p>
          <a:p>
            <a:endParaRPr lang="en-US" sz="1700" dirty="0"/>
          </a:p>
        </p:txBody>
      </p:sp>
      <p:pic>
        <p:nvPicPr>
          <p:cNvPr id="37" name="Graphic 36" descr="Arrow Up with solid fill">
            <a:extLst>
              <a:ext uri="{FF2B5EF4-FFF2-40B4-BE49-F238E27FC236}">
                <a16:creationId xmlns:a16="http://schemas.microsoft.com/office/drawing/2014/main" id="{3653F96A-6FBB-1D5F-0CF3-9F08C50B5B1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3189390">
            <a:off x="3970954" y="2191712"/>
            <a:ext cx="548640" cy="598258"/>
          </a:xfrm>
          <a:prstGeom prst="rect">
            <a:avLst/>
          </a:prstGeom>
        </p:spPr>
      </p:pic>
      <p:sp>
        <p:nvSpPr>
          <p:cNvPr id="43" name="Subtitle 2">
            <a:extLst>
              <a:ext uri="{FF2B5EF4-FFF2-40B4-BE49-F238E27FC236}">
                <a16:creationId xmlns:a16="http://schemas.microsoft.com/office/drawing/2014/main" id="{88DAFDD0-872F-BB5B-A6D8-7B82B6A476A4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1ED7D8EE-3D89-84DE-A74B-55D19D169E2D}"/>
              </a:ext>
            </a:extLst>
          </p:cNvPr>
          <p:cNvSpPr txBox="1">
            <a:spLocks/>
          </p:cNvSpPr>
          <p:nvPr/>
        </p:nvSpPr>
        <p:spPr>
          <a:xfrm>
            <a:off x="5163048" y="4785906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BOTTOM AND LEFT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10C6A0FD-7882-06A7-7D97-915DB7864C18}"/>
              </a:ext>
            </a:extLst>
          </p:cNvPr>
          <p:cNvSpPr txBox="1">
            <a:spLocks/>
          </p:cNvSpPr>
          <p:nvPr/>
        </p:nvSpPr>
        <p:spPr>
          <a:xfrm>
            <a:off x="7236835" y="4912640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FB4B3D-8FD3-D00B-85DD-B4D169D55853}"/>
              </a:ext>
            </a:extLst>
          </p:cNvPr>
          <p:cNvSpPr txBox="1">
            <a:spLocks/>
          </p:cNvSpPr>
          <p:nvPr/>
        </p:nvSpPr>
        <p:spPr>
          <a:xfrm>
            <a:off x="8725681" y="1677033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ABOVE AND RIGHT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12786A50-B684-3ADC-5227-AEAD2C46F0F5}"/>
              </a:ext>
            </a:extLst>
          </p:cNvPr>
          <p:cNvSpPr/>
          <p:nvPr/>
        </p:nvSpPr>
        <p:spPr>
          <a:xfrm rot="5400000">
            <a:off x="9298560" y="941275"/>
            <a:ext cx="471449" cy="79232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A0FBCE48-E34C-EA2A-06DA-497F79551659}"/>
              </a:ext>
            </a:extLst>
          </p:cNvPr>
          <p:cNvSpPr/>
          <p:nvPr/>
        </p:nvSpPr>
        <p:spPr>
          <a:xfrm rot="10800000">
            <a:off x="9200918" y="2440761"/>
            <a:ext cx="645194" cy="5982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38D241-C248-3942-3B08-BF95C850FE17}"/>
              </a:ext>
            </a:extLst>
          </p:cNvPr>
          <p:cNvSpPr txBox="1"/>
          <p:nvPr/>
        </p:nvSpPr>
        <p:spPr>
          <a:xfrm>
            <a:off x="3695283" y="2906874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0000"/>
                </a:highlight>
              </a:rPr>
              <a:t>*PW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CF8937-582F-0363-8830-F5C673D952BD}"/>
              </a:ext>
            </a:extLst>
          </p:cNvPr>
          <p:cNvSpPr txBox="1"/>
          <p:nvPr/>
        </p:nvSpPr>
        <p:spPr>
          <a:xfrm>
            <a:off x="4514240" y="2114279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0000"/>
                </a:highlight>
              </a:rPr>
              <a:t>*RP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3078B6-D095-B346-9F6E-03C3D121FEB2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419" y="892056"/>
            <a:ext cx="731520" cy="731520"/>
          </a:xfrm>
          <a:prstGeom prst="rect">
            <a:avLst/>
          </a:prstGeom>
          <a:ln w="38100">
            <a:solidFill>
              <a:srgbClr val="C00000"/>
            </a:solidFill>
          </a:ln>
          <a:effectLst>
            <a:softEdge rad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49552B-F01C-F6F3-EDCC-F44335FB2982}"/>
              </a:ext>
            </a:extLst>
          </p:cNvPr>
          <p:cNvSpPr txBox="1"/>
          <p:nvPr/>
        </p:nvSpPr>
        <p:spPr>
          <a:xfrm>
            <a:off x="2242284" y="447629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DB6944-378D-96DC-5491-CB0ED2D17368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835" y="4719274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E6825E4-B85F-64EC-7641-C82A7F73AC4D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1995" y="4719274"/>
            <a:ext cx="731520" cy="731520"/>
          </a:xfrm>
          <a:prstGeom prst="rect">
            <a:avLst/>
          </a:prstGeom>
          <a:ln w="38100">
            <a:solidFill>
              <a:schemeClr val="accent2">
                <a:lumMod val="75000"/>
              </a:schemeClr>
            </a:solidFill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4008389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35064-333B-8864-8592-C193B2B4E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EA613708-1956-943A-2956-205AB2ADB479}"/>
              </a:ext>
            </a:extLst>
          </p:cNvPr>
          <p:cNvSpPr txBox="1">
            <a:spLocks/>
          </p:cNvSpPr>
          <p:nvPr/>
        </p:nvSpPr>
        <p:spPr>
          <a:xfrm>
            <a:off x="5320541" y="2617415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(*RP):</a:t>
            </a:r>
          </a:p>
          <a:p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9073D9B0-CC8F-DDC8-A867-0A1E3A8D2D5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02" y="4111659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17236DE-8BEF-8987-954B-AB8A9CEF4D24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1B22A438-33E5-38F7-FD95-C4A799FD2BE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DE9B5AD9-5327-7039-2F95-0529B52F5FB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649A48F2-7DF1-FFBA-6B74-DEF67027886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43532605-51FC-1094-EE93-1F4FE57429A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83819E3D-3B9C-9618-7B3F-868DD803144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45D05658-CA0F-F938-C965-4BD05A1AF17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5A4ABFDB-AFF2-5E4F-F929-5CEB36FC3CC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1763E523-66BC-A7E5-8E43-C6950F39883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53DD5F08-CA0B-8205-A19A-635A4858B4A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8BAB03B2-BAE1-BFA1-490A-A9F403ABA9F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2B8ED6B0-BE1E-A1C4-658D-B8950908580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87A6DBD0-35F9-BEE5-CBE8-AEEE0E745B6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2DC8BE84-C23F-9A07-E11A-3495D22CBEE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812DBED0-0EE7-7F80-5430-A0B08ACD8C8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86675A17-740E-6FBB-C693-79A034D3822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A6D10316-DBEA-CECD-0BD0-9C8C880D04F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9CABDB4B-2A2E-706D-76C8-6347D37CD90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165C4F45-81F7-67CD-EE9A-D84667C728C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C628C21E-034C-4550-3C33-A3D355EE564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469EBCB5-D25A-C15A-D9AE-78BE355B4BF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5F9DCAC9-8E12-1D15-CFF2-56C60923402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92A08E4C-2C5A-6A8D-BCC8-E56B70AE050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640ECBFC-6531-6FDF-1FD8-C7BC625A0D8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6ACD2939-21F2-3218-2C48-866F4203F6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6B77ABC7-DC7D-674C-CA37-5DCB89CD12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7" name="Subtitle 2">
            <a:extLst>
              <a:ext uri="{FF2B5EF4-FFF2-40B4-BE49-F238E27FC236}">
                <a16:creationId xmlns:a16="http://schemas.microsoft.com/office/drawing/2014/main" id="{D224F9A5-561C-F262-C7A2-A521B6FB2855}"/>
              </a:ext>
            </a:extLst>
          </p:cNvPr>
          <p:cNvSpPr txBox="1">
            <a:spLocks/>
          </p:cNvSpPr>
          <p:nvPr/>
        </p:nvSpPr>
        <p:spPr>
          <a:xfrm>
            <a:off x="4737298" y="4147896"/>
            <a:ext cx="5307203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</a:p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 (*DI):</a:t>
            </a:r>
          </a:p>
          <a:p>
            <a:endParaRPr lang="en-US" sz="17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168C96B6-010B-8DC0-75E4-62FC56AC7AC6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2858D6A7-FE33-4108-A0D9-54465456AAF9}"/>
              </a:ext>
            </a:extLst>
          </p:cNvPr>
          <p:cNvSpPr txBox="1">
            <a:spLocks/>
          </p:cNvSpPr>
          <p:nvPr/>
        </p:nvSpPr>
        <p:spPr>
          <a:xfrm>
            <a:off x="9205494" y="3315608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ABOVE AND LEFT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52B2E6EC-A918-3C3F-1B5B-7DA7F48FC8BB}"/>
              </a:ext>
            </a:extLst>
          </p:cNvPr>
          <p:cNvSpPr/>
          <p:nvPr/>
        </p:nvSpPr>
        <p:spPr>
          <a:xfrm rot="5400000">
            <a:off x="9778373" y="2536490"/>
            <a:ext cx="471449" cy="79232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598013CC-FA94-5E3F-A5DD-3CD107F17A0F}"/>
              </a:ext>
            </a:extLst>
          </p:cNvPr>
          <p:cNvSpPr/>
          <p:nvPr/>
        </p:nvSpPr>
        <p:spPr>
          <a:xfrm rot="10800000">
            <a:off x="9680731" y="4035976"/>
            <a:ext cx="645194" cy="5982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14CF61-34BA-2078-15CD-9F8FC7CC2F5C}"/>
              </a:ext>
            </a:extLst>
          </p:cNvPr>
          <p:cNvSpPr txBox="1"/>
          <p:nvPr/>
        </p:nvSpPr>
        <p:spPr>
          <a:xfrm>
            <a:off x="1054610" y="2105510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</a:rPr>
              <a:t>*RP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EA6A9F-6F3E-83B6-9A66-5204C6FDE2B3}"/>
              </a:ext>
            </a:extLst>
          </p:cNvPr>
          <p:cNvPicPr preferRelativeResize="0"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02" y="2483611"/>
            <a:ext cx="731520" cy="731520"/>
          </a:xfrm>
          <a:prstGeom prst="rect">
            <a:avLst/>
          </a:prstGeom>
          <a:ln w="38100">
            <a:solidFill>
              <a:srgbClr val="FF00FF"/>
            </a:solidFill>
          </a:ln>
          <a:effectLst>
            <a:softEdge rad="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2BE824-096F-26C6-7305-0961BA83F110}"/>
              </a:ext>
            </a:extLst>
          </p:cNvPr>
          <p:cNvSpPr txBox="1"/>
          <p:nvPr/>
        </p:nvSpPr>
        <p:spPr>
          <a:xfrm>
            <a:off x="1830761" y="4465317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</p:spTree>
    <p:extLst>
      <p:ext uri="{BB962C8B-B14F-4D97-AF65-F5344CB8AC3E}">
        <p14:creationId xmlns:p14="http://schemas.microsoft.com/office/powerpoint/2010/main" val="72396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574AD-3AE2-B6CB-3124-A89344369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47FB63F0-27D0-5BD2-CEDA-68182510D3E1}"/>
              </a:ext>
            </a:extLst>
          </p:cNvPr>
          <p:cNvSpPr txBox="1">
            <a:spLocks/>
          </p:cNvSpPr>
          <p:nvPr/>
        </p:nvSpPr>
        <p:spPr>
          <a:xfrm>
            <a:off x="5472358" y="1081284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(*RP):</a:t>
            </a:r>
          </a:p>
          <a:p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C689E78F-E58E-316E-749A-51AE40ECB87F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419" y="2470779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2E9F776-38A1-5108-297E-AB1677265A1E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8EB9BD19-CF35-6CA9-2624-C617A8EB2FE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9D8A0ED1-F351-C7D9-3C19-9BC72C45A8F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0F89D37F-4DF5-AFBD-817F-D3B402C0446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93088FDB-7FDD-85E9-7B81-582F1595510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3BDC1EB1-B2C2-F058-3897-25A80C1F40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ln w="38100">
              <a:solidFill>
                <a:srgbClr val="FF00FF"/>
              </a:solidFill>
            </a:ln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1E0230E2-56F5-B7E5-B14C-79C05FDB4FC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423379D1-EF66-48A7-EDDD-796BF912F21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6208FD2E-F7CF-589E-26E8-6163EB24490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0BCBE8F6-F1A1-2C1B-92E3-4A40C142DB3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7DDDB5C5-CE6E-6BB5-A1F9-8474171AF69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1177C4E2-B979-95F6-CF47-6D902D4AAEB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4F3DB73F-5AC8-13F3-834D-8A42FB41FCD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153C775C-3E43-F0C2-B410-EDC8F22FE16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CAE6E12D-275A-7ACF-91BC-D62C6C986EA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104A9BEB-E9B2-E929-8450-185C84480CE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A1FA6EDA-D470-3D83-DA01-FA01C249EA3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018D24A0-FD86-258C-00B5-239F56065BD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F8934A7E-7D2F-6AFB-3660-CD831E517D4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35AD0141-59C9-13BB-B330-16031DACCDD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3E722CDB-CCCF-524F-20A8-2B44ABF8EBD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4C2811BB-F20F-0016-9484-8F93AC67B88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6A84E6BB-1932-489E-E20E-6EC14CCC123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883A8991-D31A-0C61-A691-E3DDCABE2F6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ECABE3BA-41BC-1F5B-6881-5937CF48567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94F133C7-2F82-6055-B2C2-4BFDF0CF8B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57" name="Subtitle 2">
            <a:extLst>
              <a:ext uri="{FF2B5EF4-FFF2-40B4-BE49-F238E27FC236}">
                <a16:creationId xmlns:a16="http://schemas.microsoft.com/office/drawing/2014/main" id="{FDECC155-E9C6-3479-3102-2BB32701A618}"/>
              </a:ext>
            </a:extLst>
          </p:cNvPr>
          <p:cNvSpPr txBox="1">
            <a:spLocks/>
          </p:cNvSpPr>
          <p:nvPr/>
        </p:nvSpPr>
        <p:spPr>
          <a:xfrm>
            <a:off x="5371615" y="3821889"/>
            <a:ext cx="474726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PASSWORD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need to click (*PW):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668585A-3159-6B6E-301F-4BE4FD7FD149}"/>
              </a:ext>
            </a:extLst>
          </p:cNvPr>
          <p:cNvSpPr txBox="1">
            <a:spLocks/>
          </p:cNvSpPr>
          <p:nvPr/>
        </p:nvSpPr>
        <p:spPr>
          <a:xfrm>
            <a:off x="4889115" y="2468656"/>
            <a:ext cx="5307203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</a:p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 (*DI):</a:t>
            </a:r>
          </a:p>
          <a:p>
            <a:endParaRPr lang="en-US" sz="1700" dirty="0"/>
          </a:p>
        </p:txBody>
      </p:sp>
      <p:pic>
        <p:nvPicPr>
          <p:cNvPr id="37" name="Graphic 36" descr="Arrow Up with solid fill">
            <a:extLst>
              <a:ext uri="{FF2B5EF4-FFF2-40B4-BE49-F238E27FC236}">
                <a16:creationId xmlns:a16="http://schemas.microsoft.com/office/drawing/2014/main" id="{F29219BB-AAFE-1C03-C185-C60D2AD7AB5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7764667">
            <a:off x="1666297" y="2177673"/>
            <a:ext cx="548640" cy="598258"/>
          </a:xfrm>
          <a:prstGeom prst="rect">
            <a:avLst/>
          </a:prstGeom>
        </p:spPr>
      </p:pic>
      <p:sp>
        <p:nvSpPr>
          <p:cNvPr id="43" name="Subtitle 2">
            <a:extLst>
              <a:ext uri="{FF2B5EF4-FFF2-40B4-BE49-F238E27FC236}">
                <a16:creationId xmlns:a16="http://schemas.microsoft.com/office/drawing/2014/main" id="{D046FDEB-2D42-B12D-1550-C139CF07B96E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C421B116-529C-317B-A4CA-C68F73273706}"/>
              </a:ext>
            </a:extLst>
          </p:cNvPr>
          <p:cNvSpPr txBox="1">
            <a:spLocks/>
          </p:cNvSpPr>
          <p:nvPr/>
        </p:nvSpPr>
        <p:spPr>
          <a:xfrm>
            <a:off x="5163048" y="4785906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BOTTOM AND RIGHT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F05E3C8D-E48D-4A83-1423-9C05580ED364}"/>
              </a:ext>
            </a:extLst>
          </p:cNvPr>
          <p:cNvSpPr txBox="1">
            <a:spLocks/>
          </p:cNvSpPr>
          <p:nvPr/>
        </p:nvSpPr>
        <p:spPr>
          <a:xfrm>
            <a:off x="7236835" y="4912640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334A0-8726-163A-5E45-08918085032E}"/>
              </a:ext>
            </a:extLst>
          </p:cNvPr>
          <p:cNvSpPr txBox="1">
            <a:spLocks/>
          </p:cNvSpPr>
          <p:nvPr/>
        </p:nvSpPr>
        <p:spPr>
          <a:xfrm>
            <a:off x="8725681" y="1677033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ABOVE AND LEFT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FDF0A5C7-1CE2-1236-0842-45CFDF66A018}"/>
              </a:ext>
            </a:extLst>
          </p:cNvPr>
          <p:cNvSpPr/>
          <p:nvPr/>
        </p:nvSpPr>
        <p:spPr>
          <a:xfrm rot="5400000">
            <a:off x="9298560" y="941275"/>
            <a:ext cx="471449" cy="79232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33BDE074-262C-78E5-A68C-44110EAF431C}"/>
              </a:ext>
            </a:extLst>
          </p:cNvPr>
          <p:cNvSpPr/>
          <p:nvPr/>
        </p:nvSpPr>
        <p:spPr>
          <a:xfrm rot="10800000">
            <a:off x="9200918" y="2440761"/>
            <a:ext cx="645194" cy="5982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2AD0DB-2E59-6D71-5B67-0E35E3A8C29E}"/>
              </a:ext>
            </a:extLst>
          </p:cNvPr>
          <p:cNvSpPr txBox="1"/>
          <p:nvPr/>
        </p:nvSpPr>
        <p:spPr>
          <a:xfrm>
            <a:off x="1808040" y="2928091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</a:rPr>
              <a:t>*PW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7CC4C6-72ED-9751-16A4-70D95FDE8C24}"/>
              </a:ext>
            </a:extLst>
          </p:cNvPr>
          <p:cNvSpPr txBox="1"/>
          <p:nvPr/>
        </p:nvSpPr>
        <p:spPr>
          <a:xfrm>
            <a:off x="1044739" y="2102260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</a:rPr>
              <a:t>*RP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C2150-D62F-B698-2EF1-56ACF977EF66}"/>
              </a:ext>
            </a:extLst>
          </p:cNvPr>
          <p:cNvSpPr txBox="1"/>
          <p:nvPr/>
        </p:nvSpPr>
        <p:spPr>
          <a:xfrm>
            <a:off x="1830761" y="4465317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91CD7A-C68B-8EAC-4FF5-12E1B41EB00A}"/>
              </a:ext>
            </a:extLst>
          </p:cNvPr>
          <p:cNvPicPr preferRelativeResize="0"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835" y="4719274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A2A601-6CD3-BDB0-860B-68CF43AB18F9}"/>
              </a:ext>
            </a:extLst>
          </p:cNvPr>
          <p:cNvPicPr preferRelativeResize="0"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419" y="925234"/>
            <a:ext cx="731520" cy="731520"/>
          </a:xfrm>
          <a:prstGeom prst="rect">
            <a:avLst/>
          </a:prstGeom>
          <a:ln w="38100">
            <a:solidFill>
              <a:srgbClr val="FF00FF"/>
            </a:solidFill>
          </a:ln>
          <a:effectLst>
            <a:softEdge rad="0"/>
          </a:effec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DD66588-C54E-D154-7BA8-72850D8C60A9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1995" y="4719274"/>
            <a:ext cx="731520" cy="731520"/>
          </a:xfrm>
          <a:prstGeom prst="rect">
            <a:avLst/>
          </a:prstGeom>
          <a:ln w="38100">
            <a:solidFill>
              <a:srgbClr val="FF00FF"/>
            </a:solidFill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261515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D3B9B-86DE-020E-4D59-75E779F7F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DE70E5C5-00B7-117F-31CD-550A7E65D089}"/>
              </a:ext>
            </a:extLst>
          </p:cNvPr>
          <p:cNvSpPr txBox="1">
            <a:spLocks/>
          </p:cNvSpPr>
          <p:nvPr/>
        </p:nvSpPr>
        <p:spPr>
          <a:xfrm>
            <a:off x="5320541" y="2617415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(*RP):</a:t>
            </a:r>
          </a:p>
          <a:p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020355FE-C33A-A32A-9D2D-02C656CF7D3F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02" y="4111659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849FEFA6-C19C-4421-7803-88299711DB50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078B1B23-D02D-68EE-8E9E-D96343D3D62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688BF2EA-617B-3487-0493-2244973683F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107B5855-5714-3187-5FF4-3E32A734947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B87AB52C-D851-C07E-8570-B09196A3D2C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F3642FD9-AB0D-42ED-B29F-792AF0D198C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CECC7A95-1B13-D5E1-61BC-AAA774B8D65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AAE109C4-14AD-510F-509E-3B129C539CD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C0A10726-89A6-B5C8-FBB2-3A6B54FC2E4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F5CF00CA-611B-81BC-ED8E-6FAB0A5562E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841B27BD-1139-020A-B3A1-49ACE6A39AB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01ED2263-AF6D-5E3B-4B7E-C59CF5CFD24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6A376B3B-C519-5B4F-592F-EACE028D6D2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09F3EB91-7BB5-F963-B0CB-21BE8D09484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9E1FE625-13DF-8EA9-68F3-A0F525B1664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D38809AD-534C-07E0-A876-831A8DEFC33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14BA6A94-9CDE-ABE3-577F-CC178493C4D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5B57D1F8-97A3-8C23-FA7E-89938888596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0740DD01-5596-F005-4134-23A41B38465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D7FF3C10-8DC2-ED75-E3DB-2A8099392BD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EE10C419-E2EE-5B23-ECEE-32DE8EF5DCB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4BBCCDA6-AB95-7025-EB73-D7209DA4FE8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EEDEC761-09AF-CDC4-57C3-4EF6380DB1B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68A3A6D3-D95F-B464-CA46-57496014045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1339F14D-A5CC-D302-9ED0-FB22E96689F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5F02AD91-350B-DC3F-6079-D21941D8967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7" name="Subtitle 2">
            <a:extLst>
              <a:ext uri="{FF2B5EF4-FFF2-40B4-BE49-F238E27FC236}">
                <a16:creationId xmlns:a16="http://schemas.microsoft.com/office/drawing/2014/main" id="{8C3F2055-E4F6-41ED-FA92-4C68FEE92712}"/>
              </a:ext>
            </a:extLst>
          </p:cNvPr>
          <p:cNvSpPr txBox="1">
            <a:spLocks/>
          </p:cNvSpPr>
          <p:nvPr/>
        </p:nvSpPr>
        <p:spPr>
          <a:xfrm>
            <a:off x="4737298" y="4147896"/>
            <a:ext cx="5307203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</a:p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 (*DI):</a:t>
            </a:r>
          </a:p>
          <a:p>
            <a:endParaRPr lang="en-US" sz="17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08D780E-002E-6E68-E004-91ECDD6820A0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32F6400B-037E-805D-39A7-82899A61CA9A}"/>
              </a:ext>
            </a:extLst>
          </p:cNvPr>
          <p:cNvSpPr txBox="1">
            <a:spLocks/>
          </p:cNvSpPr>
          <p:nvPr/>
        </p:nvSpPr>
        <p:spPr>
          <a:xfrm>
            <a:off x="9205494" y="3315608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BOTTOM AND RIGHT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775BB4FE-0BB8-363E-1183-90EA3331FC9B}"/>
              </a:ext>
            </a:extLst>
          </p:cNvPr>
          <p:cNvSpPr/>
          <p:nvPr/>
        </p:nvSpPr>
        <p:spPr>
          <a:xfrm rot="5400000">
            <a:off x="9778373" y="2536490"/>
            <a:ext cx="471449" cy="79232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15B357AA-C2C0-C09D-4DF6-EB0B2B7C79D2}"/>
              </a:ext>
            </a:extLst>
          </p:cNvPr>
          <p:cNvSpPr/>
          <p:nvPr/>
        </p:nvSpPr>
        <p:spPr>
          <a:xfrm rot="10800000">
            <a:off x="9680731" y="4035976"/>
            <a:ext cx="645194" cy="5982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34A1BC-0425-1BA1-1B68-2C13D5D292D0}"/>
              </a:ext>
            </a:extLst>
          </p:cNvPr>
          <p:cNvPicPr preferRelativeResize="0">
            <a:picLocks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02" y="2500939"/>
            <a:ext cx="731520" cy="731520"/>
          </a:xfrm>
          <a:prstGeom prst="rect">
            <a:avLst/>
          </a:prstGeom>
          <a:ln w="38100">
            <a:solidFill>
              <a:srgbClr val="D32B4F"/>
            </a:solidFill>
          </a:ln>
          <a:effectLst>
            <a:softEdge rad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85D50B-48E0-85A2-7E6B-9D8ED2EDDF99}"/>
              </a:ext>
            </a:extLst>
          </p:cNvPr>
          <p:cNvSpPr txBox="1"/>
          <p:nvPr/>
        </p:nvSpPr>
        <p:spPr>
          <a:xfrm>
            <a:off x="3416035" y="525708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D32B4F"/>
                </a:highlight>
              </a:rPr>
              <a:t>*RP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7F7A6-7F08-7897-939C-08B32A4ADB2F}"/>
              </a:ext>
            </a:extLst>
          </p:cNvPr>
          <p:cNvSpPr txBox="1"/>
          <p:nvPr/>
        </p:nvSpPr>
        <p:spPr>
          <a:xfrm>
            <a:off x="1830761" y="4465317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</p:spTree>
    <p:extLst>
      <p:ext uri="{BB962C8B-B14F-4D97-AF65-F5344CB8AC3E}">
        <p14:creationId xmlns:p14="http://schemas.microsoft.com/office/powerpoint/2010/main" val="1663586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1A253-1D57-A707-75EC-562AC058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8E6CA137-0AA0-3ECA-0216-AEFADF8BDFB7}"/>
              </a:ext>
            </a:extLst>
          </p:cNvPr>
          <p:cNvSpPr txBox="1">
            <a:spLocks/>
          </p:cNvSpPr>
          <p:nvPr/>
        </p:nvSpPr>
        <p:spPr>
          <a:xfrm>
            <a:off x="5472358" y="1081284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(*RP):</a:t>
            </a:r>
          </a:p>
          <a:p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6D606522-102C-AE15-0D8E-9C8FFCCED30B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419" y="2470779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46625B14-4671-D156-B575-146306A492F5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AB49B39A-563E-801E-B6C2-C53101E5CBF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D93A15A5-814E-B42F-9BCD-9727B0D780C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BF052203-D772-8B30-8A08-F7D4FEB4F1E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7CA5ED3D-2BFB-C891-9B19-AE4F8971D8A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1AA88A2E-503E-A802-F2FA-288860DCA4E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67E8F451-6B8B-D018-BAE8-BDDE6781AEB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EB7B55B6-3D22-FCC2-9D7E-1DB5822AF80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3E147E74-EE58-D251-FFB0-CE952A834C8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33724E85-6811-3708-221B-3FB3142CE16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3BB6EE70-173B-AF72-5126-2102A1354B2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FFB47C17-B3FD-8D72-A376-81DA846E46B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77BA4F3D-C242-000D-7606-78B02361D13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EBC3CF70-AA75-BDB2-AC70-8E361D80E82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027A8481-4E81-5C4E-9934-36458FF5CFA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96B3C694-A348-141C-B085-E18EB110B66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ln w="38100">
              <a:solidFill>
                <a:srgbClr val="D32B4F"/>
              </a:solidFill>
            </a:ln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E929E085-C07C-2C36-497C-B87435DE4C1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C78BC0ED-64E5-85D9-1604-1A7BE5E87CE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01C7432D-CB54-CD11-B223-54EF3F47A39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DC2D1DE2-4313-F0F1-6316-06F3496BDE2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6DF4B413-82AF-C542-4602-EAAF2837FD3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573F5C2F-FAFD-3E54-EC05-AF7B6F5A7F4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243EFC1E-0562-E343-490A-491DB6C73A6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4F36D0E5-BC80-823A-1C7A-2664BB9DE8F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B426D601-AF1C-FD3E-D18A-EC3D28ACDB6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1160CACC-1234-D9E5-23A2-3437961E5E0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57" name="Subtitle 2">
            <a:extLst>
              <a:ext uri="{FF2B5EF4-FFF2-40B4-BE49-F238E27FC236}">
                <a16:creationId xmlns:a16="http://schemas.microsoft.com/office/drawing/2014/main" id="{3AA5F4D8-3D26-E7B4-D3CD-D2B9977C2D94}"/>
              </a:ext>
            </a:extLst>
          </p:cNvPr>
          <p:cNvSpPr txBox="1">
            <a:spLocks/>
          </p:cNvSpPr>
          <p:nvPr/>
        </p:nvSpPr>
        <p:spPr>
          <a:xfrm>
            <a:off x="5371615" y="3821889"/>
            <a:ext cx="474726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PASSWORD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need to click (*PW):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251F9C6-DD62-C1E9-C81F-82F50D5E0493}"/>
              </a:ext>
            </a:extLst>
          </p:cNvPr>
          <p:cNvSpPr txBox="1">
            <a:spLocks/>
          </p:cNvSpPr>
          <p:nvPr/>
        </p:nvSpPr>
        <p:spPr>
          <a:xfrm>
            <a:off x="4889115" y="2468656"/>
            <a:ext cx="5307203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</a:p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 (*DI):</a:t>
            </a:r>
          </a:p>
          <a:p>
            <a:endParaRPr lang="en-US" sz="1700" dirty="0"/>
          </a:p>
        </p:txBody>
      </p:sp>
      <p:pic>
        <p:nvPicPr>
          <p:cNvPr id="37" name="Graphic 36" descr="Arrow Up with solid fill">
            <a:extLst>
              <a:ext uri="{FF2B5EF4-FFF2-40B4-BE49-F238E27FC236}">
                <a16:creationId xmlns:a16="http://schemas.microsoft.com/office/drawing/2014/main" id="{63EC72C9-FDD0-CE23-6562-586BD5AA39F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8415922">
            <a:off x="3155039" y="4490722"/>
            <a:ext cx="548640" cy="598258"/>
          </a:xfrm>
          <a:prstGeom prst="rect">
            <a:avLst/>
          </a:prstGeom>
        </p:spPr>
      </p:pic>
      <p:sp>
        <p:nvSpPr>
          <p:cNvPr id="43" name="Subtitle 2">
            <a:extLst>
              <a:ext uri="{FF2B5EF4-FFF2-40B4-BE49-F238E27FC236}">
                <a16:creationId xmlns:a16="http://schemas.microsoft.com/office/drawing/2014/main" id="{B73BA478-7552-E20F-4ADB-80F04F2CE6AE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95F97E64-2246-4464-6B02-0AEA69FF465A}"/>
              </a:ext>
            </a:extLst>
          </p:cNvPr>
          <p:cNvSpPr txBox="1">
            <a:spLocks/>
          </p:cNvSpPr>
          <p:nvPr/>
        </p:nvSpPr>
        <p:spPr>
          <a:xfrm>
            <a:off x="5163048" y="4785906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ABOVE AND LEFT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71D4A5C3-D18F-28E9-1C3B-8F9342EBAA2D}"/>
              </a:ext>
            </a:extLst>
          </p:cNvPr>
          <p:cNvSpPr txBox="1">
            <a:spLocks/>
          </p:cNvSpPr>
          <p:nvPr/>
        </p:nvSpPr>
        <p:spPr>
          <a:xfrm>
            <a:off x="7236835" y="4912640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11EBEE-7166-FDF5-6EF2-3B15C6CC5460}"/>
              </a:ext>
            </a:extLst>
          </p:cNvPr>
          <p:cNvSpPr txBox="1">
            <a:spLocks/>
          </p:cNvSpPr>
          <p:nvPr/>
        </p:nvSpPr>
        <p:spPr>
          <a:xfrm>
            <a:off x="8725681" y="1677033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BOTTOM AND RIGHT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61977D09-5457-05C7-2856-56E746C8C3EA}"/>
              </a:ext>
            </a:extLst>
          </p:cNvPr>
          <p:cNvSpPr/>
          <p:nvPr/>
        </p:nvSpPr>
        <p:spPr>
          <a:xfrm rot="5400000">
            <a:off x="9298560" y="941275"/>
            <a:ext cx="471449" cy="79232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A600970A-1A10-E1D8-BE08-A5BA98DC83BF}"/>
              </a:ext>
            </a:extLst>
          </p:cNvPr>
          <p:cNvSpPr/>
          <p:nvPr/>
        </p:nvSpPr>
        <p:spPr>
          <a:xfrm rot="10800000">
            <a:off x="9200918" y="2440761"/>
            <a:ext cx="645194" cy="5982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73D82-F25A-0F27-FF11-0B340E7D324C}"/>
              </a:ext>
            </a:extLst>
          </p:cNvPr>
          <p:cNvSpPr txBox="1"/>
          <p:nvPr/>
        </p:nvSpPr>
        <p:spPr>
          <a:xfrm>
            <a:off x="2623778" y="4473846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D32B4F"/>
                </a:highlight>
              </a:rPr>
              <a:t>*PW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B7EB62-ED12-AF49-824B-71CAC05A7F15}"/>
              </a:ext>
            </a:extLst>
          </p:cNvPr>
          <p:cNvSpPr txBox="1"/>
          <p:nvPr/>
        </p:nvSpPr>
        <p:spPr>
          <a:xfrm>
            <a:off x="1830761" y="4465317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E6BE50-AA07-2E2A-2F44-0BF69620258D}"/>
              </a:ext>
            </a:extLst>
          </p:cNvPr>
          <p:cNvSpPr txBox="1"/>
          <p:nvPr/>
        </p:nvSpPr>
        <p:spPr>
          <a:xfrm>
            <a:off x="3416035" y="525708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D32B4F"/>
                </a:highlight>
              </a:rPr>
              <a:t>*RP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86B2F7-27A0-AF8B-9662-7BFD9B99E9B9}"/>
              </a:ext>
            </a:extLst>
          </p:cNvPr>
          <p:cNvPicPr preferRelativeResize="0">
            <a:picLocks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835" y="4719274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21DB4C-DFC3-2DD8-B4A3-485429E333D9}"/>
              </a:ext>
            </a:extLst>
          </p:cNvPr>
          <p:cNvPicPr preferRelativeResize="0">
            <a:picLocks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419" y="925182"/>
            <a:ext cx="731520" cy="731520"/>
          </a:xfrm>
          <a:prstGeom prst="rect">
            <a:avLst/>
          </a:prstGeom>
          <a:ln w="38100">
            <a:solidFill>
              <a:srgbClr val="D32B4F"/>
            </a:solidFill>
          </a:ln>
          <a:effectLst>
            <a:softEdge rad="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CE7F13-3C5C-1090-15FC-ED9FA7D891D1}"/>
              </a:ext>
            </a:extLst>
          </p:cNvPr>
          <p:cNvPicPr preferRelativeResize="0"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3449" y="4710234"/>
            <a:ext cx="731520" cy="731520"/>
          </a:xfrm>
          <a:prstGeom prst="rect">
            <a:avLst/>
          </a:prstGeom>
          <a:ln w="38100">
            <a:solidFill>
              <a:srgbClr val="D32B4F"/>
            </a:solidFill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650869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838C7-A721-4913-1845-CA993B348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4597681E-BBF1-E738-4B75-E9BC9A54BCC6}"/>
              </a:ext>
            </a:extLst>
          </p:cNvPr>
          <p:cNvSpPr txBox="1">
            <a:spLocks/>
          </p:cNvSpPr>
          <p:nvPr/>
        </p:nvSpPr>
        <p:spPr>
          <a:xfrm>
            <a:off x="5320541" y="2617415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(*RP):</a:t>
            </a:r>
          </a:p>
          <a:p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7707D0CB-316B-B4D7-81DB-F60684A6C382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02" y="4111659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659C3A8-2812-974F-F11A-9CDD4ED75E31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1BDB70A9-361A-F82E-2643-BC456F34390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A16E621F-09F8-227C-60A5-19458B0FAD3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83259D60-512F-8CB2-E096-CA43CB63155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8A5356E6-3D38-CFBD-BA92-345FC1B4D9C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11E8DA8A-91A9-2876-A413-9D42F75D03E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72DDA711-BD0B-7B41-2F2C-8187E970267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4E5AFE72-6C1E-452B-2223-85948DC846D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20148A87-5E87-9FDE-E77C-0AB99C83F72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942A0D2D-8D9F-EC33-33B7-B3676A632E5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AA333F43-B100-41A6-A565-DA576C0D555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72A45FF6-CB7D-9425-1174-F9D60C2B04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80108813-6311-893D-42B6-8BDD2315E48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70972834-18CF-A877-1D7D-800DC3B315D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5B390BC1-0731-E9E3-83D9-762858C384A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45AA7819-98D6-260F-7522-E64D240BCE9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424426C9-C8F0-A302-B28C-F2AABACD0E4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13E95A60-E612-8BB7-20F0-F5FC190478A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AE74C6E0-3940-16D8-32D2-64F87FB8D77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FB1DFE1E-3537-21AC-8005-BB00358E392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97630BC7-37CE-81D1-4EC2-AFBD9B19DC2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4D33D806-6DEB-5AC9-EC92-C25F7928FBD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22277532-E8CD-B009-4EED-35D6ABF2467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9976B1C1-530A-92EA-5BBF-00187A61509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08A13688-7BE4-63B7-934E-E50635ABEE0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0DC8C7FA-7F46-1B08-43CE-174A06BC59E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7" name="Subtitle 2">
            <a:extLst>
              <a:ext uri="{FF2B5EF4-FFF2-40B4-BE49-F238E27FC236}">
                <a16:creationId xmlns:a16="http://schemas.microsoft.com/office/drawing/2014/main" id="{6BF26E0E-F601-19AA-4B65-2F42B989AEC1}"/>
              </a:ext>
            </a:extLst>
          </p:cNvPr>
          <p:cNvSpPr txBox="1">
            <a:spLocks/>
          </p:cNvSpPr>
          <p:nvPr/>
        </p:nvSpPr>
        <p:spPr>
          <a:xfrm>
            <a:off x="4737298" y="4147896"/>
            <a:ext cx="5307203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</a:p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 (*DI):</a:t>
            </a:r>
          </a:p>
          <a:p>
            <a:endParaRPr lang="en-US" sz="17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FC5E785-F571-38FC-FA61-717E69335CF4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2CD08E48-3FC7-6786-9783-4376FAE4DD86}"/>
              </a:ext>
            </a:extLst>
          </p:cNvPr>
          <p:cNvSpPr txBox="1">
            <a:spLocks/>
          </p:cNvSpPr>
          <p:nvPr/>
        </p:nvSpPr>
        <p:spPr>
          <a:xfrm>
            <a:off x="9205494" y="3315608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BOTTOM AND LEFT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B1749DC0-CD4F-6D0D-0697-6D9443E4AAAB}"/>
              </a:ext>
            </a:extLst>
          </p:cNvPr>
          <p:cNvSpPr/>
          <p:nvPr/>
        </p:nvSpPr>
        <p:spPr>
          <a:xfrm rot="5400000">
            <a:off x="9778373" y="2536490"/>
            <a:ext cx="471449" cy="79232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D25119D1-C771-6E8E-0B8C-801265AFB694}"/>
              </a:ext>
            </a:extLst>
          </p:cNvPr>
          <p:cNvSpPr/>
          <p:nvPr/>
        </p:nvSpPr>
        <p:spPr>
          <a:xfrm rot="10800000">
            <a:off x="9680731" y="4035976"/>
            <a:ext cx="645194" cy="5982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F84D8-5A8A-47B8-10F8-1E8265AC8AE9}"/>
              </a:ext>
            </a:extLst>
          </p:cNvPr>
          <p:cNvSpPr txBox="1"/>
          <p:nvPr/>
        </p:nvSpPr>
        <p:spPr>
          <a:xfrm>
            <a:off x="1411617" y="5244602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0080"/>
                </a:highlight>
              </a:rPr>
              <a:t>*RP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EFFFF3-58CE-8BCE-C91B-ED001B5F5C00}"/>
              </a:ext>
            </a:extLst>
          </p:cNvPr>
          <p:cNvSpPr txBox="1"/>
          <p:nvPr/>
        </p:nvSpPr>
        <p:spPr>
          <a:xfrm>
            <a:off x="2249664" y="4461256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C51721-6149-86A3-FAA3-1F5D874AC212}"/>
              </a:ext>
            </a:extLst>
          </p:cNvPr>
          <p:cNvPicPr preferRelativeResize="0">
            <a:picLocks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02" y="2491495"/>
            <a:ext cx="731520" cy="731520"/>
          </a:xfrm>
          <a:prstGeom prst="rect">
            <a:avLst/>
          </a:prstGeom>
          <a:ln w="38100">
            <a:solidFill>
              <a:srgbClr val="7030A0"/>
            </a:solidFill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96311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EC617-7ED8-9B62-7184-83E947F69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8B0EE7CE-F11F-6DFA-1F3B-B1E0235DCFD6}"/>
              </a:ext>
            </a:extLst>
          </p:cNvPr>
          <p:cNvSpPr txBox="1">
            <a:spLocks/>
          </p:cNvSpPr>
          <p:nvPr/>
        </p:nvSpPr>
        <p:spPr>
          <a:xfrm>
            <a:off x="5472358" y="1081284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(*RP):</a:t>
            </a:r>
          </a:p>
          <a:p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3A3EC4E7-4CA1-B830-6A60-782E82747F24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419" y="2470779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3D7FB0A-B79E-8E61-4F81-DB5791A3931B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0914B760-D968-5471-564F-438058DD0D5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D2ED59F4-DFE5-EADB-BC10-4C5BE5D34D7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BCCAE78A-F67C-C948-6437-70F289BFDB5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5D233D03-4650-5EBE-1161-AFDD0506B73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C913B1EC-6338-42EA-1A01-557592574A4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D21EEF95-ADDE-0257-E107-A6E3D5F68BC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19C7176E-BDD9-4A99-3468-2FEFD1ABD79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00952934-07AF-A824-CB8E-A7DAE55B4C8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A488BA2E-FC11-34F8-9225-20D42CAC580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7986ED46-CC94-5429-1D57-F76D035107F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23F940CF-51AD-00D0-CE1A-9454F5477C3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6A19CEC7-7A64-9F74-621B-BB87AE49555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AB1620C1-32D8-5FD6-1275-DF283539CFC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862C9A64-42E3-2350-CD20-AC5F5D4E9F6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79C26DE8-FBCC-CBF6-3030-AC572493D9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28802A45-B993-3EA6-7B6A-94042FDB813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B2FC2E1B-02EC-C520-0901-9E4E346D8D1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ln w="38100">
              <a:solidFill>
                <a:srgbClr val="7030A0"/>
              </a:solidFill>
            </a:ln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FC422318-A373-8F8F-526F-10951DA7742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A58B2C29-A033-A443-4C8E-5133827B8D1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0125BF90-F01F-51F8-CD19-D2AEE29ACB6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7A06AA06-50D3-B0F1-63C8-04A5F3BB83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B2B0D088-2441-BCA9-1B93-ACA62247D88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E3E4C33D-422B-4F83-150E-3C704981DA4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6DFE6DF2-56D5-B416-0A30-C7AE29D33CC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6F757D71-B11E-AF0E-0D05-0B3C4C85048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57" name="Subtitle 2">
            <a:extLst>
              <a:ext uri="{FF2B5EF4-FFF2-40B4-BE49-F238E27FC236}">
                <a16:creationId xmlns:a16="http://schemas.microsoft.com/office/drawing/2014/main" id="{998FBD5A-24C4-5796-9EFC-041FE07BFF97}"/>
              </a:ext>
            </a:extLst>
          </p:cNvPr>
          <p:cNvSpPr txBox="1">
            <a:spLocks/>
          </p:cNvSpPr>
          <p:nvPr/>
        </p:nvSpPr>
        <p:spPr>
          <a:xfrm>
            <a:off x="5371615" y="3821889"/>
            <a:ext cx="474726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PASSWORD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need to click (*PW):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DA14C25-CDBD-8DDF-D770-A6BFAF63FBC2}"/>
              </a:ext>
            </a:extLst>
          </p:cNvPr>
          <p:cNvSpPr txBox="1">
            <a:spLocks/>
          </p:cNvSpPr>
          <p:nvPr/>
        </p:nvSpPr>
        <p:spPr>
          <a:xfrm>
            <a:off x="4889115" y="2468656"/>
            <a:ext cx="5307203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</a:p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 (*DI):</a:t>
            </a:r>
          </a:p>
          <a:p>
            <a:endParaRPr lang="en-US" sz="1700" dirty="0"/>
          </a:p>
        </p:txBody>
      </p:sp>
      <p:pic>
        <p:nvPicPr>
          <p:cNvPr id="37" name="Graphic 36" descr="Arrow Up with solid fill">
            <a:extLst>
              <a:ext uri="{FF2B5EF4-FFF2-40B4-BE49-F238E27FC236}">
                <a16:creationId xmlns:a16="http://schemas.microsoft.com/office/drawing/2014/main" id="{A24FB9FA-8BE3-E3DE-7B8F-CCE4D4E4365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41355">
            <a:off x="1666335" y="4497837"/>
            <a:ext cx="548640" cy="598258"/>
          </a:xfrm>
          <a:prstGeom prst="rect">
            <a:avLst/>
          </a:prstGeom>
        </p:spPr>
      </p:pic>
      <p:sp>
        <p:nvSpPr>
          <p:cNvPr id="43" name="Subtitle 2">
            <a:extLst>
              <a:ext uri="{FF2B5EF4-FFF2-40B4-BE49-F238E27FC236}">
                <a16:creationId xmlns:a16="http://schemas.microsoft.com/office/drawing/2014/main" id="{0FB6F685-F8BF-4738-F417-EDF1EEDD9514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1081C994-E1FD-22F9-02EF-C5B7563DD533}"/>
              </a:ext>
            </a:extLst>
          </p:cNvPr>
          <p:cNvSpPr txBox="1">
            <a:spLocks/>
          </p:cNvSpPr>
          <p:nvPr/>
        </p:nvSpPr>
        <p:spPr>
          <a:xfrm>
            <a:off x="5163048" y="4785906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ABOVE AND RIGHT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35FB1359-D2D9-6F71-0E91-6C519D043528}"/>
              </a:ext>
            </a:extLst>
          </p:cNvPr>
          <p:cNvSpPr txBox="1">
            <a:spLocks/>
          </p:cNvSpPr>
          <p:nvPr/>
        </p:nvSpPr>
        <p:spPr>
          <a:xfrm>
            <a:off x="7236835" y="4912640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3B9DF-6D53-4B77-43A3-5B77088F153C}"/>
              </a:ext>
            </a:extLst>
          </p:cNvPr>
          <p:cNvSpPr txBox="1">
            <a:spLocks/>
          </p:cNvSpPr>
          <p:nvPr/>
        </p:nvSpPr>
        <p:spPr>
          <a:xfrm>
            <a:off x="8725681" y="1677033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BOTTOM AND LEFT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602E2124-242B-9520-94D0-2AAD6AC8166D}"/>
              </a:ext>
            </a:extLst>
          </p:cNvPr>
          <p:cNvSpPr/>
          <p:nvPr/>
        </p:nvSpPr>
        <p:spPr>
          <a:xfrm rot="5400000">
            <a:off x="9298560" y="941275"/>
            <a:ext cx="471449" cy="79232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71E9B976-DD2B-A755-ECFF-7BCB549FBD85}"/>
              </a:ext>
            </a:extLst>
          </p:cNvPr>
          <p:cNvSpPr/>
          <p:nvPr/>
        </p:nvSpPr>
        <p:spPr>
          <a:xfrm rot="10800000">
            <a:off x="9200918" y="2440761"/>
            <a:ext cx="645194" cy="5982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8B69B0-DED2-A90D-6D68-626AF93B242D}"/>
              </a:ext>
            </a:extLst>
          </p:cNvPr>
          <p:cNvSpPr txBox="1"/>
          <p:nvPr/>
        </p:nvSpPr>
        <p:spPr>
          <a:xfrm>
            <a:off x="1818110" y="3997113"/>
            <a:ext cx="62844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0080"/>
                </a:highlight>
              </a:rPr>
              <a:t>*PW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9943EE-3B82-A07F-2F5E-7E40CA104AAD}"/>
              </a:ext>
            </a:extLst>
          </p:cNvPr>
          <p:cNvSpPr txBox="1"/>
          <p:nvPr/>
        </p:nvSpPr>
        <p:spPr>
          <a:xfrm>
            <a:off x="1411617" y="5244602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0080"/>
                </a:highlight>
              </a:rPr>
              <a:t>*RP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BE690-7109-F699-DC89-4862E764EF6B}"/>
              </a:ext>
            </a:extLst>
          </p:cNvPr>
          <p:cNvSpPr txBox="1"/>
          <p:nvPr/>
        </p:nvSpPr>
        <p:spPr>
          <a:xfrm>
            <a:off x="2249664" y="4461256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104415-FEE9-5989-8198-5EB9A153D438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177" y="4719274"/>
            <a:ext cx="731520" cy="731520"/>
          </a:xfrm>
          <a:prstGeom prst="rect">
            <a:avLst/>
          </a:prstGeom>
          <a:ln w="38100">
            <a:solidFill>
              <a:srgbClr val="7030A0"/>
            </a:solidFill>
          </a:ln>
          <a:effectLst>
            <a:softEdge rad="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F09A9B-D3BF-CEB7-40EF-8B507AD28948}"/>
              </a:ext>
            </a:extLst>
          </p:cNvPr>
          <p:cNvPicPr preferRelativeResize="0">
            <a:picLocks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643" y="4719274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E299B58-12BF-0DF6-B9A5-81D795092F80}"/>
              </a:ext>
            </a:extLst>
          </p:cNvPr>
          <p:cNvPicPr preferRelativeResize="0">
            <a:picLocks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73" y="985610"/>
            <a:ext cx="731520" cy="731520"/>
          </a:xfrm>
          <a:prstGeom prst="rect">
            <a:avLst/>
          </a:prstGeom>
          <a:ln w="38100">
            <a:solidFill>
              <a:srgbClr val="7030A0"/>
            </a:solidFill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847349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75CB5-22C7-A5F7-6AD6-069D4C15A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0CF23EFC-651D-960F-CE21-001A4CD4A128}"/>
              </a:ext>
            </a:extLst>
          </p:cNvPr>
          <p:cNvSpPr txBox="1">
            <a:spLocks/>
          </p:cNvSpPr>
          <p:nvPr/>
        </p:nvSpPr>
        <p:spPr>
          <a:xfrm>
            <a:off x="5320541" y="2617415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(*RP):</a:t>
            </a:r>
          </a:p>
          <a:p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E6DFC3D4-E024-B06E-0D17-AA19F5EC2C9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02" y="4111659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147CCFC-DA15-EEBC-5D60-AD0B0BF6C86E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41199A40-6071-45D4-1D48-E012EF906F9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043C0F44-C92F-3376-307C-C2EE4DA2EFE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0D9D5856-A46D-AF99-030A-EAE3378100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2E3AF670-4A8B-A131-114A-10A95EE3ACB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8E8F55CB-8D77-C438-6ABC-5F210485701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8F901572-3C8A-CA5C-E546-4620ED9298C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EBB9A505-54C7-A94F-61F0-7FE062A4CE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C164E5D7-FC50-EE5D-867A-A0804CD7217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244572A9-0EE1-A09D-A7D7-ABDA72E2036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69B150FD-6525-708E-3B58-12EA2B48352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06EFED45-BE3B-1998-DCA3-2776777E605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2B648900-8FCB-3656-D2D7-F152A571D46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223D6090-B4AA-723D-7002-A8770EF89A5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3774D696-3E58-C84C-0838-C3E44FF2B64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F5DC5B17-E8AB-3BF1-8625-8D66F6931B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4F96422A-A8D7-E17A-6792-0AE4D0C55DF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C4ABBBFE-E628-F815-8028-5668C48FB1C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60C1B87A-8418-CCB4-8F39-7BCD362A65C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80F955D3-5EBC-972B-10AD-A28EBB1BA8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8CB8FB3E-F5E3-E7EF-2FC0-77F4D803E1C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242D6CE5-89F5-BFB1-12E8-484ADD7CBB0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7013DDE2-D032-ACF7-048A-56D0C71CB40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A7F5E142-2C01-2860-F292-7E1A51F7072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0177C235-F812-56D4-B8DA-181CD07D4BF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ADB32AB8-D270-9E91-0A93-2F6D4E4DFDC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7" name="Subtitle 2">
            <a:extLst>
              <a:ext uri="{FF2B5EF4-FFF2-40B4-BE49-F238E27FC236}">
                <a16:creationId xmlns:a16="http://schemas.microsoft.com/office/drawing/2014/main" id="{0E99A1F2-B58D-6794-9D09-439149C07EB2}"/>
              </a:ext>
            </a:extLst>
          </p:cNvPr>
          <p:cNvSpPr txBox="1">
            <a:spLocks/>
          </p:cNvSpPr>
          <p:nvPr/>
        </p:nvSpPr>
        <p:spPr>
          <a:xfrm>
            <a:off x="4737298" y="4147896"/>
            <a:ext cx="5307203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</a:p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 (*DI):</a:t>
            </a:r>
          </a:p>
          <a:p>
            <a:endParaRPr lang="en-US" sz="170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DEDD1D1-D80F-998F-27EF-748EAD832D2A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F1C505E-2238-CF0C-45F2-AF9036C866DA}"/>
              </a:ext>
            </a:extLst>
          </p:cNvPr>
          <p:cNvSpPr txBox="1">
            <a:spLocks/>
          </p:cNvSpPr>
          <p:nvPr/>
        </p:nvSpPr>
        <p:spPr>
          <a:xfrm>
            <a:off x="9205494" y="3315608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SAME </a:t>
            </a:r>
            <a:r>
              <a:rPr lang="en-US" spc="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6A78327B-247C-D4AF-3F4A-A5657A61892F}"/>
              </a:ext>
            </a:extLst>
          </p:cNvPr>
          <p:cNvSpPr/>
          <p:nvPr/>
        </p:nvSpPr>
        <p:spPr>
          <a:xfrm rot="5400000">
            <a:off x="9778373" y="2536490"/>
            <a:ext cx="471449" cy="79232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8EFDFF67-068F-2595-56FE-B67087B18D25}"/>
              </a:ext>
            </a:extLst>
          </p:cNvPr>
          <p:cNvSpPr/>
          <p:nvPr/>
        </p:nvSpPr>
        <p:spPr>
          <a:xfrm rot="10800000">
            <a:off x="9680731" y="4035976"/>
            <a:ext cx="645194" cy="5982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07A195-4D32-7EDB-C29F-26879045DD92}"/>
              </a:ext>
            </a:extLst>
          </p:cNvPr>
          <p:cNvSpPr txBox="1"/>
          <p:nvPr/>
        </p:nvSpPr>
        <p:spPr>
          <a:xfrm>
            <a:off x="1830265" y="4006910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*RP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A561C7-99A2-0E56-759C-0069382F2A95}"/>
              </a:ext>
            </a:extLst>
          </p:cNvPr>
          <p:cNvSpPr txBox="1"/>
          <p:nvPr/>
        </p:nvSpPr>
        <p:spPr>
          <a:xfrm>
            <a:off x="2249664" y="4461256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474E9E-11A6-25B8-2897-3A882169274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02" y="2505364"/>
            <a:ext cx="731520" cy="7315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669186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BD6CA-4D19-0D56-40F2-442F46CDD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1A61B242-130A-1A97-3356-A4E49ED06CD3}"/>
              </a:ext>
            </a:extLst>
          </p:cNvPr>
          <p:cNvSpPr txBox="1">
            <a:spLocks/>
          </p:cNvSpPr>
          <p:nvPr/>
        </p:nvSpPr>
        <p:spPr>
          <a:xfrm>
            <a:off x="5472358" y="1081284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  <a:p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(*RP):</a:t>
            </a:r>
          </a:p>
          <a:p>
            <a:endParaRPr lang="en-US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DD5264F4-E50B-3D43-B3F4-8B066C2F416D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419" y="2470779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DE3264A3-0C91-99AF-3DA9-6E63F6446FCF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868FB4DD-F9F5-1121-96B1-43DAC892A49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5407D2B5-0D34-4815-CADF-5FFDF545D15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C6BB872A-C260-BAEB-C442-A5F05F17306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C75FF5DF-C3CF-72E7-1AF3-F6A2B4B90E7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77A8193A-BE69-A9EC-D5C4-5FF89F6629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B01C4C12-B7EB-96C0-9486-C0C66148931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3C86E035-0236-C917-E97C-6B7BD49D838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403CC940-505E-A804-1FDE-650480B3906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7D5EC7CC-EBD6-4C1A-F024-01105CE99B9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F544BD15-7256-28A2-C92C-4A76257B57B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4C0E5599-A304-9068-E799-5D2A4EA5F04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3BA09326-39DF-FE64-B80F-CA4767F96FD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A45E4D16-3E00-474C-BD7E-3EE4253A834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9892F6EB-27B5-1000-4FF0-F1867A4EB8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8CF0A53A-94BB-3889-6815-03EA521E76F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9C0DD543-C6DE-9DA0-D2FF-E861B97C520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1BDB83A8-89BF-5636-8268-359B6B6D388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ln w="38100">
              <a:solidFill>
                <a:schemeClr val="tx1"/>
              </a:solidFill>
            </a:ln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289CBF61-B403-145B-BAFE-8618EF18F40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CF4A0E4F-A645-E467-8CEF-953987CD6A4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55EF796F-3C52-CBEA-29D3-4843CEB0F0E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E60083C0-61D5-A92D-9770-F073837FBC5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EF67E4EF-0713-C45F-293F-E38412EC602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47C9EC88-67B4-C0FA-2D56-AB928ADB794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99E79762-FE31-8F6B-2CBC-C4E8ED650D5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101E1C73-1CDD-6464-D5B5-2DE52649E72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57" name="Subtitle 2">
            <a:extLst>
              <a:ext uri="{FF2B5EF4-FFF2-40B4-BE49-F238E27FC236}">
                <a16:creationId xmlns:a16="http://schemas.microsoft.com/office/drawing/2014/main" id="{25E46A51-C6D2-B85B-A18F-62847338932F}"/>
              </a:ext>
            </a:extLst>
          </p:cNvPr>
          <p:cNvSpPr txBox="1">
            <a:spLocks/>
          </p:cNvSpPr>
          <p:nvPr/>
        </p:nvSpPr>
        <p:spPr>
          <a:xfrm>
            <a:off x="5371615" y="3821889"/>
            <a:ext cx="474726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PASSWORD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need to click (*PW):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CD17BDF-1AEB-80BC-B724-34603AECD020}"/>
              </a:ext>
            </a:extLst>
          </p:cNvPr>
          <p:cNvSpPr txBox="1">
            <a:spLocks/>
          </p:cNvSpPr>
          <p:nvPr/>
        </p:nvSpPr>
        <p:spPr>
          <a:xfrm>
            <a:off x="4889115" y="2468656"/>
            <a:ext cx="5307203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</a:p>
          <a:p>
            <a:r>
              <a:rPr lang="en-US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Indicator (*DI):</a:t>
            </a:r>
          </a:p>
          <a:p>
            <a:endParaRPr lang="en-US" sz="1700" dirty="0"/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BA610FE3-07E0-9B91-A039-38CCD382FB92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0C3A6A-0C74-8D21-980A-F72E97643A9A}"/>
              </a:ext>
            </a:extLst>
          </p:cNvPr>
          <p:cNvSpPr txBox="1">
            <a:spLocks/>
          </p:cNvSpPr>
          <p:nvPr/>
        </p:nvSpPr>
        <p:spPr>
          <a:xfrm>
            <a:off x="8725681" y="1677033"/>
            <a:ext cx="2240862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</a:t>
            </a:r>
            <a:r>
              <a:rPr lang="en-US" b="1" spc="50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SAME </a:t>
            </a:r>
            <a:r>
              <a:rPr lang="en-US" spc="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0C498BE9-3B0A-4424-5377-6BD0A0EF851A}"/>
              </a:ext>
            </a:extLst>
          </p:cNvPr>
          <p:cNvSpPr/>
          <p:nvPr/>
        </p:nvSpPr>
        <p:spPr>
          <a:xfrm rot="5400000">
            <a:off x="9298560" y="941275"/>
            <a:ext cx="471449" cy="79232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45B20D88-CCEE-3AC9-9DD9-11B280F740BE}"/>
              </a:ext>
            </a:extLst>
          </p:cNvPr>
          <p:cNvSpPr/>
          <p:nvPr/>
        </p:nvSpPr>
        <p:spPr>
          <a:xfrm rot="10800000">
            <a:off x="9200918" y="2440761"/>
            <a:ext cx="645194" cy="59825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81E3C3-B0AD-DD34-F830-6CE66B7FB22F}"/>
              </a:ext>
            </a:extLst>
          </p:cNvPr>
          <p:cNvSpPr txBox="1"/>
          <p:nvPr/>
        </p:nvSpPr>
        <p:spPr>
          <a:xfrm>
            <a:off x="1814374" y="4461256"/>
            <a:ext cx="62844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6E691E-07DB-11A9-F2CD-8651D91066AA}"/>
              </a:ext>
            </a:extLst>
          </p:cNvPr>
          <p:cNvSpPr txBox="1"/>
          <p:nvPr/>
        </p:nvSpPr>
        <p:spPr>
          <a:xfrm>
            <a:off x="2255564" y="400430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16EF3C-F956-E92F-2293-3074153A5E15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777" y="4420146"/>
            <a:ext cx="731520" cy="7315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softEdge rad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D7F66C-1063-A049-B5C7-63B7CE652D8E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777" y="945513"/>
            <a:ext cx="731520" cy="7315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softEdge rad="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5A56AF-BBC0-EBD9-047A-9E956B5C3A3E}"/>
              </a:ext>
            </a:extLst>
          </p:cNvPr>
          <p:cNvSpPr txBox="1"/>
          <p:nvPr/>
        </p:nvSpPr>
        <p:spPr>
          <a:xfrm>
            <a:off x="1830265" y="4006910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*RP</a:t>
            </a:r>
          </a:p>
        </p:txBody>
      </p:sp>
    </p:spTree>
    <p:extLst>
      <p:ext uri="{BB962C8B-B14F-4D97-AF65-F5344CB8AC3E}">
        <p14:creationId xmlns:p14="http://schemas.microsoft.com/office/powerpoint/2010/main" val="399971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82A8E-BB1D-BD4B-F6FB-74F239F73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ubtitle 2">
            <a:extLst>
              <a:ext uri="{FF2B5EF4-FFF2-40B4-BE49-F238E27FC236}">
                <a16:creationId xmlns:a16="http://schemas.microsoft.com/office/drawing/2014/main" id="{788DA7AA-8203-711B-EB95-3838CDC5AB3B}"/>
              </a:ext>
            </a:extLst>
          </p:cNvPr>
          <p:cNvSpPr txBox="1">
            <a:spLocks/>
          </p:cNvSpPr>
          <p:nvPr/>
        </p:nvSpPr>
        <p:spPr>
          <a:xfrm>
            <a:off x="5580675" y="331739"/>
            <a:ext cx="4140718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Registered Password (*RP):</a:t>
            </a:r>
          </a:p>
          <a:p>
            <a:endParaRPr lang="en-US" dirty="0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E91FD139-ACAD-5B1F-2D05-8963DD7FC47C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0585" y="1738779"/>
            <a:ext cx="731520" cy="7315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softEdge rad="0"/>
          </a:effectLst>
        </p:spPr>
      </p:pic>
      <p:sp>
        <p:nvSpPr>
          <p:cNvPr id="86" name="Subtitle 2">
            <a:extLst>
              <a:ext uri="{FF2B5EF4-FFF2-40B4-BE49-F238E27FC236}">
                <a16:creationId xmlns:a16="http://schemas.microsoft.com/office/drawing/2014/main" id="{0793812B-6CA2-7C67-6266-5AC9805965F6}"/>
              </a:ext>
            </a:extLst>
          </p:cNvPr>
          <p:cNvSpPr txBox="1">
            <a:spLocks/>
          </p:cNvSpPr>
          <p:nvPr/>
        </p:nvSpPr>
        <p:spPr>
          <a:xfrm>
            <a:off x="5704460" y="2691308"/>
            <a:ext cx="4997548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Registered Direction Indicator (*DI):</a:t>
            </a:r>
          </a:p>
          <a:p>
            <a:endParaRPr lang="en-US" dirty="0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22484E69-76D0-C4E5-FE31-0A71C2F40617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439" y="3223015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057224A2-C341-9F4B-4879-6AD9A78C8987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58" y="853808"/>
            <a:ext cx="731520" cy="731520"/>
          </a:xfrm>
          <a:prstGeom prst="rect">
            <a:avLst/>
          </a:prstGeom>
          <a:ln w="38100">
            <a:solidFill>
              <a:srgbClr val="FF00FF"/>
            </a:solidFill>
          </a:ln>
          <a:effectLst>
            <a:softEdge rad="0"/>
          </a:effectLst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AD2E0733-4224-8CC0-89D4-27431CF35DCC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48" y="864248"/>
            <a:ext cx="731520" cy="731520"/>
          </a:xfrm>
          <a:prstGeom prst="rect">
            <a:avLst/>
          </a:prstGeom>
          <a:ln w="38100">
            <a:solidFill>
              <a:srgbClr val="FF0000"/>
            </a:solidFill>
          </a:ln>
          <a:effectLst>
            <a:softEdge rad="0"/>
          </a:effectLst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C2615B4F-871A-C598-8F80-AB81E9D4BF71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670" y="867728"/>
            <a:ext cx="731520" cy="731520"/>
          </a:xfrm>
          <a:prstGeom prst="rect">
            <a:avLst/>
          </a:prstGeom>
          <a:ln w="38100">
            <a:solidFill>
              <a:srgbClr val="FFC000"/>
            </a:solidFill>
          </a:ln>
          <a:effectLst>
            <a:softEdge rad="0"/>
          </a:effectLst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00A2D09D-A222-2E96-BDF6-22DA388A24A5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439" y="4623346"/>
            <a:ext cx="731520" cy="731520"/>
          </a:xfrm>
          <a:prstGeom prst="rect">
            <a:avLst/>
          </a:prstGeom>
          <a:ln w="38100">
            <a:solidFill>
              <a:srgbClr val="FF0000"/>
            </a:solidFill>
          </a:ln>
          <a:effectLst>
            <a:softEdge rad="0"/>
          </a:effectLst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63869E80-4D60-7512-552C-36B4AC614A5D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698" y="5489097"/>
            <a:ext cx="731520" cy="7315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softEdge rad="0"/>
          </a:effectLst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1FDF0E99-4F76-5BED-ADE2-676E63B91514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223" y="4625570"/>
            <a:ext cx="731520" cy="731520"/>
          </a:xfrm>
          <a:prstGeom prst="rect">
            <a:avLst/>
          </a:prstGeom>
          <a:ln w="38100">
            <a:solidFill>
              <a:srgbClr val="FFCD35"/>
            </a:solidFill>
          </a:ln>
          <a:effectLst>
            <a:softEdge rad="0"/>
          </a:effectLst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F6F37C72-E881-DAA3-BBA6-D774A0F0C47A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514" y="860768"/>
            <a:ext cx="731520" cy="73152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33AFDE26-82D3-08F3-BD9B-3110B378023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0791" y="4630018"/>
            <a:ext cx="731520" cy="731520"/>
          </a:xfrm>
          <a:prstGeom prst="rect">
            <a:avLst/>
          </a:prstGeom>
          <a:ln w="38100">
            <a:solidFill>
              <a:srgbClr val="FFFF00"/>
            </a:solidFill>
          </a:ln>
          <a:effectLst>
            <a:softEdge rad="0"/>
          </a:effectLst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1C4176DB-6ECF-E993-8256-69CD77AA13AA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592" y="857288"/>
            <a:ext cx="731520" cy="731520"/>
          </a:xfrm>
          <a:prstGeom prst="rect">
            <a:avLst/>
          </a:prstGeom>
          <a:ln w="38100">
            <a:solidFill>
              <a:srgbClr val="00FFFF"/>
            </a:solidFill>
          </a:ln>
          <a:effectLst>
            <a:softEdge rad="0"/>
          </a:effectLst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068C7065-E248-8F35-1742-3BF23F3B2E52}"/>
              </a:ext>
            </a:extLst>
          </p:cNvPr>
          <p:cNvPicPr preferRelativeResize="0"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007" y="4627794"/>
            <a:ext cx="731520" cy="731520"/>
          </a:xfrm>
          <a:prstGeom prst="rect">
            <a:avLst/>
          </a:prstGeom>
          <a:ln w="38100">
            <a:solidFill>
              <a:srgbClr val="00FFFF"/>
            </a:solidFill>
          </a:ln>
          <a:effectLst>
            <a:softEdge rad="0"/>
          </a:effectLst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33E5FB13-4F20-7A29-6D6D-60DDA1B31AA8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436" y="871209"/>
            <a:ext cx="731520" cy="731520"/>
          </a:xfrm>
          <a:prstGeom prst="rect">
            <a:avLst/>
          </a:prstGeom>
          <a:ln w="38100">
            <a:solidFill>
              <a:schemeClr val="accent2">
                <a:lumMod val="50000"/>
              </a:schemeClr>
            </a:solidFill>
          </a:ln>
          <a:effectLst>
            <a:softEdge rad="0"/>
          </a:effectLst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A34356DD-23E7-F9C8-B253-30CBAF88A2B2}"/>
              </a:ext>
            </a:extLst>
          </p:cNvPr>
          <p:cNvPicPr preferRelativeResize="0"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8575" y="4632242"/>
            <a:ext cx="731520" cy="731520"/>
          </a:xfrm>
          <a:prstGeom prst="rect">
            <a:avLst/>
          </a:prstGeom>
          <a:ln w="38100">
            <a:solidFill>
              <a:schemeClr val="accent2">
                <a:lumMod val="50000"/>
              </a:schemeClr>
            </a:solidFill>
          </a:ln>
          <a:effectLst>
            <a:softEdge rad="0"/>
          </a:effectLst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DFE7377C-0E2E-0F96-B410-C9A2A45C6A64}"/>
              </a:ext>
            </a:extLst>
          </p:cNvPr>
          <p:cNvPicPr preferRelativeResize="0"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012" y="1748613"/>
            <a:ext cx="731520" cy="731520"/>
          </a:xfrm>
          <a:prstGeom prst="rect">
            <a:avLst/>
          </a:prstGeom>
          <a:ln w="38100">
            <a:solidFill>
              <a:srgbClr val="7030A0"/>
            </a:solidFill>
          </a:ln>
          <a:effectLst>
            <a:softEdge rad="0"/>
          </a:effectLst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958E834B-C7C0-589F-B55F-04A67486E78A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223" y="5495027"/>
            <a:ext cx="731520" cy="731520"/>
          </a:xfrm>
          <a:prstGeom prst="rect">
            <a:avLst/>
          </a:prstGeom>
          <a:ln w="38100">
            <a:solidFill>
              <a:srgbClr val="7030A0"/>
            </a:solidFill>
          </a:ln>
          <a:effectLst>
            <a:softEdge rad="0"/>
          </a:effectLst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CF03D564-0AA6-BD4D-E093-D51E60743F4E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58" y="4634465"/>
            <a:ext cx="731520" cy="731520"/>
          </a:xfrm>
          <a:prstGeom prst="rect">
            <a:avLst/>
          </a:prstGeom>
          <a:ln w="38100">
            <a:solidFill>
              <a:srgbClr val="FF00FF"/>
            </a:solidFill>
          </a:ln>
          <a:effectLst>
            <a:softEdge rad="0"/>
          </a:effectLst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F1F80A1E-061B-4155-A236-96B4D9D83E39}"/>
              </a:ext>
            </a:extLst>
          </p:cNvPr>
          <p:cNvPicPr preferRelativeResize="0"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439" y="1743696"/>
            <a:ext cx="731520" cy="731520"/>
          </a:xfrm>
          <a:prstGeom prst="rect">
            <a:avLst/>
          </a:prstGeom>
          <a:ln w="38100">
            <a:solidFill>
              <a:srgbClr val="D32B4F"/>
            </a:solidFill>
          </a:ln>
          <a:effectLst>
            <a:softEdge rad="0"/>
          </a:effectLst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BDD39AF9-66C0-E283-1728-D0B45E6F1BEF}"/>
              </a:ext>
            </a:extLst>
          </p:cNvPr>
          <p:cNvPicPr preferRelativeResize="0"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48" y="5500957"/>
            <a:ext cx="731520" cy="731520"/>
          </a:xfrm>
          <a:prstGeom prst="rect">
            <a:avLst/>
          </a:prstGeom>
          <a:ln w="38100">
            <a:solidFill>
              <a:srgbClr val="C00000"/>
            </a:solidFill>
          </a:ln>
          <a:effectLst>
            <a:softEdge rad="0"/>
          </a:effec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4411CAF8-9492-B8EA-25B6-EEAB2D173258}"/>
              </a:ext>
            </a:extLst>
          </p:cNvPr>
          <p:cNvGrpSpPr/>
          <p:nvPr/>
        </p:nvGrpSpPr>
        <p:grpSpPr>
          <a:xfrm>
            <a:off x="1144574" y="1688010"/>
            <a:ext cx="3868712" cy="3886690"/>
            <a:chOff x="3081528" y="1265223"/>
            <a:chExt cx="3868712" cy="3886690"/>
          </a:xfrm>
          <a:effectLst/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A6F216EE-A971-8E43-754B-345C7B56410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0598" y="28473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68EF05F7-CE03-C3AE-A55A-66110183B4F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128742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BECAE2B9-2AA8-A953-BE47-1796DF79AE4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3956" y="2070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FDE8DBE8-4914-2B53-8A27-B738E8E4C16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05694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F20F1585-7C90-300B-37D3-245250F46C4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205401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62433DF8-A0FB-39FA-9AB4-C88679AA83A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12848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27B5B59A-5A18-B58A-EA42-4CA16E2C3F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126913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47000189-CFF1-10B0-5F56-2AFE6D68EC1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133" y="285391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7060E50E-C68E-1EBE-C141-400C5BBC86F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9004" y="126522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4288CB7F-4A24-636F-0BDE-8A90B15469A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432" y="20687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BD1ABBC0-89CD-53AB-4587-1698ED4F147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1063" y="28428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59D1DEE3-0555-828A-8E22-F26D76FDAEB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20608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BC524232-471D-0454-E9AD-4770121F750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363649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5D27CC7C-7625-3889-812A-58F1E7DDCC9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22" y="36371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2369D5B5-1141-1A4D-AD05-36387D31CF7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0124" y="363387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0467F9E6-B3B6-99E7-8777-F972DAB4D2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9670" y="28526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2EA21393-AFB2-7479-493E-81A5BBA03BC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5826" y="363159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4DCF4003-9B60-A94B-A4ED-E8FD62AB63B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3632577"/>
              <a:ext cx="731520" cy="731520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CA8356D0-3D11-9863-1F2E-3CDE1900187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88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6C4E0DA9-6154-A1FB-A4C7-52A1B0F10F4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6480" y="12743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1C9FC07D-5B8F-5975-A6A8-C2D844D254D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257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B2C1FC65-170F-78DC-61CC-B2BAF3EE09A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526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624F51E9-F89F-0CC2-F7C3-F4CB49C5A3A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795" y="442039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670B7E99-2D43-3518-1863-94BDC890430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20" y="442039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A1D45B67-399C-9B2C-8C77-A88D262D075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1528" y="284476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5" name="Subtitle 2">
            <a:extLst>
              <a:ext uri="{FF2B5EF4-FFF2-40B4-BE49-F238E27FC236}">
                <a16:creationId xmlns:a16="http://schemas.microsoft.com/office/drawing/2014/main" id="{140AE680-29DC-6B07-A6E4-5286CD3629E7}"/>
              </a:ext>
            </a:extLst>
          </p:cNvPr>
          <p:cNvSpPr txBox="1">
            <a:spLocks/>
          </p:cNvSpPr>
          <p:nvPr/>
        </p:nvSpPr>
        <p:spPr>
          <a:xfrm>
            <a:off x="-1545744" y="1199409"/>
            <a:ext cx="914400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Tutorial 3: All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86263E0-132B-A584-1F69-F228D8C99BCD}"/>
              </a:ext>
            </a:extLst>
          </p:cNvPr>
          <p:cNvSpPr txBox="1">
            <a:spLocks/>
          </p:cNvSpPr>
          <p:nvPr/>
        </p:nvSpPr>
        <p:spPr>
          <a:xfrm>
            <a:off x="5524570" y="4111495"/>
            <a:ext cx="4997548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PASSWORD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need to click (*PW):</a:t>
            </a:r>
          </a:p>
        </p:txBody>
      </p:sp>
    </p:spTree>
    <p:extLst>
      <p:ext uri="{BB962C8B-B14F-4D97-AF65-F5344CB8AC3E}">
        <p14:creationId xmlns:p14="http://schemas.microsoft.com/office/powerpoint/2010/main" val="436477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549</Words>
  <Application>Microsoft Office PowerPoint</Application>
  <PresentationFormat>Widescreen</PresentationFormat>
  <Paragraphs>190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 JIA SENG</dc:creator>
  <cp:lastModifiedBy>TONG JIA SENG</cp:lastModifiedBy>
  <cp:revision>22</cp:revision>
  <dcterms:created xsi:type="dcterms:W3CDTF">2026-02-03T01:35:10Z</dcterms:created>
  <dcterms:modified xsi:type="dcterms:W3CDTF">2026-02-05T08:48:47Z</dcterms:modified>
</cp:coreProperties>
</file>